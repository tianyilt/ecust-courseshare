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 id="2147483750" r:id="rId2"/>
    <p:sldMasterId id="2147483763" r:id="rId3"/>
    <p:sldMasterId id="2147483777" r:id="rId4"/>
    <p:sldMasterId id="2147483790" r:id="rId5"/>
    <p:sldMasterId id="2147483804" r:id="rId6"/>
    <p:sldMasterId id="2147483817" r:id="rId7"/>
  </p:sldMasterIdLst>
  <p:notesMasterIdLst>
    <p:notesMasterId r:id="rId28"/>
  </p:notesMasterIdLst>
  <p:sldIdLst>
    <p:sldId id="478" r:id="rId8"/>
    <p:sldId id="479" r:id="rId9"/>
    <p:sldId id="453" r:id="rId10"/>
    <p:sldId id="454" r:id="rId11"/>
    <p:sldId id="455" r:id="rId12"/>
    <p:sldId id="457" r:id="rId13"/>
    <p:sldId id="358" r:id="rId14"/>
    <p:sldId id="291" r:id="rId15"/>
    <p:sldId id="371" r:id="rId16"/>
    <p:sldId id="340" r:id="rId17"/>
    <p:sldId id="372" r:id="rId18"/>
    <p:sldId id="311" r:id="rId19"/>
    <p:sldId id="373" r:id="rId20"/>
    <p:sldId id="313" r:id="rId21"/>
    <p:sldId id="375" r:id="rId22"/>
    <p:sldId id="419" r:id="rId23"/>
    <p:sldId id="458" r:id="rId24"/>
    <p:sldId id="459" r:id="rId25"/>
    <p:sldId id="460" r:id="rId26"/>
    <p:sldId id="461" r:id="rId27"/>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9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91A"/>
    <a:srgbClr val="002060"/>
    <a:srgbClr val="4739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473" autoAdjust="0"/>
    <p:restoredTop sz="60075" autoAdjust="0"/>
  </p:normalViewPr>
  <p:slideViewPr>
    <p:cSldViewPr showGuides="1">
      <p:cViewPr varScale="1">
        <p:scale>
          <a:sx n="57" d="100"/>
          <a:sy n="57" d="100"/>
        </p:scale>
        <p:origin x="2172" y="90"/>
      </p:cViewPr>
      <p:guideLst>
        <p:guide orient="horz" pos="1620"/>
        <p:guide pos="2895"/>
      </p:guideLst>
    </p:cSldViewPr>
  </p:slideViewPr>
  <p:notesTextViewPr>
    <p:cViewPr>
      <p:scale>
        <a:sx n="150" d="100"/>
        <a:sy n="15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0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300" name="Rectangle 4"/>
          <p:cNvSpPr>
            <a:spLocks noGrp="1" noRot="1" noChangeAspect="1" noTextEdit="1"/>
          </p:cNvSpPr>
          <p:nvPr>
            <p:ph type="sldImg" idx="2"/>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5120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5120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0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extLst>
      <p:ext uri="{BB962C8B-B14F-4D97-AF65-F5344CB8AC3E}">
        <p14:creationId xmlns:p14="http://schemas.microsoft.com/office/powerpoint/2010/main" val="39304658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xfrm>
            <a:off x="381000" y="685800"/>
            <a:ext cx="6096000" cy="3429000"/>
          </a:xfrm>
        </p:spPr>
      </p:sp>
      <p:sp>
        <p:nvSpPr>
          <p:cNvPr id="59395" name="文本占位符 2"/>
          <p:cNvSpPr>
            <a:spLocks noGrp="1"/>
          </p:cNvSpPr>
          <p:nvPr>
            <p:ph type="body"/>
          </p:nvPr>
        </p:nvSpPr>
        <p:spPr/>
        <p:txBody>
          <a:bodyPr wrap="square" lIns="94348" tIns="47174" rIns="94348" bIns="47174" anchor="t"/>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smtClean="0">
              <a:ln>
                <a:noFill/>
              </a:ln>
              <a:solidFill>
                <a:srgbClr val="000000"/>
              </a:solidFill>
              <a:effectLst/>
              <a:uLnTx/>
              <a:uFillTx/>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xfrm>
            <a:off x="381000" y="685800"/>
            <a:ext cx="6096000" cy="3429000"/>
          </a:xfrm>
        </p:spPr>
      </p:sp>
      <p:sp>
        <p:nvSpPr>
          <p:cNvPr id="59395" name="文本占位符 2"/>
          <p:cNvSpPr>
            <a:spLocks noGrp="1"/>
          </p:cNvSpPr>
          <p:nvPr>
            <p:ph type="body"/>
          </p:nvPr>
        </p:nvSpPr>
        <p:spPr/>
        <p:txBody>
          <a:bodyPr wrap="square" lIns="94348" tIns="47174" rIns="94348" bIns="47174" anchor="t"/>
          <a:lstStyle/>
          <a:p>
            <a:pPr marL="0" marR="0" lvl="0" indent="0" algn="just" defTabSz="914400" rtl="0" eaLnBrk="1" fontAlgn="base" latinLnBrk="0" hangingPunct="1">
              <a:lnSpc>
                <a:spcPct val="100000"/>
              </a:lnSpc>
              <a:spcBef>
                <a:spcPct val="20000"/>
              </a:spcBef>
              <a:spcAft>
                <a:spcPct val="0"/>
              </a:spcAft>
              <a:buClrTx/>
              <a:buSzPct val="75000"/>
              <a:buFont typeface="Arial" charset="0"/>
              <a:buNone/>
              <a:tabLst/>
              <a:defRPr/>
            </a:pPr>
            <a:endParaRPr kumimoji="0" lang="en-US" altLang="zh-CN" sz="28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xfrm>
            <a:off x="381000" y="685800"/>
            <a:ext cx="6096000" cy="3429000"/>
          </a:xfrm>
        </p:spPr>
      </p:sp>
      <p:sp>
        <p:nvSpPr>
          <p:cNvPr id="57347" name="备注占位符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kumimoji="1" lang="en-US" altLang="zh-CN" sz="2800" b="0" i="0" dirty="0" smtClean="0">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anose="05050102010706020507" pitchFamily="18" charset="2"/>
            </a:endParaRPr>
          </a:p>
        </p:txBody>
      </p:sp>
      <p:sp>
        <p:nvSpPr>
          <p:cNvPr id="573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7B258D54-5302-4140-A165-5E45EF1F4853}" type="slidenum">
              <a:rPr lang="en-US" altLang="zh-CN">
                <a:solidFill>
                  <a:prstClr val="black"/>
                </a:solidFill>
                <a:latin typeface="Arial" panose="020B0604020202020204" pitchFamily="34" charset="0"/>
              </a:rPr>
              <a:t>3</a:t>
            </a:fld>
            <a:endParaRPr lang="en-US" altLang="zh-CN">
              <a:solidFill>
                <a:prstClr val="black"/>
              </a:solidFill>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xfrm>
            <a:off x="381000" y="685800"/>
            <a:ext cx="6096000" cy="3429000"/>
          </a:xfrm>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b="0" dirty="0" smtClean="0"/>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E742CC82-A191-4EFD-B40F-5DEA1BBD78BE}" type="slidenum">
              <a:rPr lang="en-US" altLang="zh-CN">
                <a:solidFill>
                  <a:prstClr val="black"/>
                </a:solidFill>
                <a:latin typeface="Arial" panose="020B0604020202020204" pitchFamily="34" charset="0"/>
              </a:rPr>
              <a:t>4</a:t>
            </a:fld>
            <a:endParaRPr lang="en-US" altLang="zh-CN">
              <a:solidFill>
                <a:prstClr val="black"/>
              </a:solidFill>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xfrm>
            <a:off x="381000" y="685800"/>
            <a:ext cx="6096000" cy="3429000"/>
          </a:xfrm>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D3C894B5-CE15-4980-8FE9-972CC80DBBEF}" type="slidenum">
              <a:rPr lang="en-US" altLang="zh-CN">
                <a:solidFill>
                  <a:prstClr val="black"/>
                </a:solidFill>
                <a:latin typeface="Arial" panose="020B0604020202020204" pitchFamily="34" charset="0"/>
              </a:rPr>
              <a:t>5</a:t>
            </a:fld>
            <a:endParaRPr lang="en-US" altLang="zh-CN">
              <a:solidFill>
                <a:prstClr val="black"/>
              </a:solidFill>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xfrm>
            <a:off x="381000" y="685800"/>
            <a:ext cx="6096000" cy="3429000"/>
          </a:xfrm>
        </p:spPr>
      </p:sp>
      <p:sp>
        <p:nvSpPr>
          <p:cNvPr id="61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61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5C752764-1C40-4B2C-9000-02F0412F95EA}" type="slidenum">
              <a:rPr lang="en-US" altLang="zh-CN">
                <a:solidFill>
                  <a:prstClr val="black"/>
                </a:solidFill>
                <a:latin typeface="Arial" panose="020B0604020202020204" pitchFamily="34" charset="0"/>
              </a:rPr>
              <a:t>6</a:t>
            </a:fld>
            <a:endParaRPr lang="en-US" altLang="zh-CN">
              <a:solidFill>
                <a:prstClr val="black"/>
              </a:solidFill>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algn="just">
              <a:spcBef>
                <a:spcPts val="0"/>
              </a:spcBef>
              <a:spcAft>
                <a:spcPts val="0"/>
              </a:spcAft>
            </a:pPr>
            <a:r>
              <a:rPr lang="en-US" altLang="zh-CN" sz="1200" kern="100" dirty="0" smtClean="0">
                <a:effectLst/>
                <a:latin typeface="宋体" panose="02010600030101010101" pitchFamily="2" charset="-122"/>
                <a:ea typeface="宋体" panose="02010600030101010101" pitchFamily="2" charset="-122"/>
                <a:cs typeface="Times New Roman" panose="02020603050405020304"/>
              </a:rPr>
              <a:t>PPt9</a:t>
            </a:r>
          </a:p>
          <a:p>
            <a:pPr marL="0" marR="0" algn="just">
              <a:spcBef>
                <a:spcPts val="0"/>
              </a:spcBef>
              <a:spcAft>
                <a:spcPts val="0"/>
              </a:spcAft>
            </a:pPr>
            <a:r>
              <a:rPr lang="zh-CN" altLang="en-US" sz="1200" kern="100" dirty="0" smtClean="0">
                <a:effectLst/>
                <a:latin typeface="宋体" panose="02010600030101010101" pitchFamily="2" charset="-122"/>
                <a:ea typeface="宋体" panose="02010600030101010101" pitchFamily="2" charset="-122"/>
                <a:cs typeface="Times New Roman" panose="02020603050405020304"/>
              </a:rPr>
              <a:t>除了取代基电负性的影响，取代程度对被取代碳的化学位移也有一定的影响</a:t>
            </a:r>
            <a:endParaRPr lang="en-US" altLang="zh-CN" sz="1200" kern="100" dirty="0" smtClean="0">
              <a:effectLst/>
              <a:latin typeface="宋体" panose="02010600030101010101" pitchFamily="2" charset="-122"/>
              <a:ea typeface="宋体" panose="02010600030101010101" pitchFamily="2" charset="-122"/>
              <a:cs typeface="Times New Roman" panose="02020603050405020304"/>
            </a:endParaRPr>
          </a:p>
          <a:p>
            <a:pPr marL="0" marR="0" algn="just">
              <a:spcBef>
                <a:spcPts val="0"/>
              </a:spcBef>
              <a:spcAft>
                <a:spcPts val="0"/>
              </a:spcAft>
            </a:pPr>
            <a:r>
              <a:rPr lang="zh-CN" altLang="en-US" sz="1200" kern="100" dirty="0" smtClean="0">
                <a:effectLst/>
                <a:latin typeface="宋体" panose="02010600030101010101" pitchFamily="2" charset="-122"/>
                <a:ea typeface="宋体" panose="02010600030101010101" pitchFamily="2" charset="-122"/>
                <a:cs typeface="Times New Roman" panose="02020603050405020304"/>
              </a:rPr>
              <a:t>当脂肪链碳原子上的氢被烷基取代后</a:t>
            </a:r>
            <a:r>
              <a:rPr lang="en-US" altLang="zh-CN" sz="1200" kern="100" dirty="0" smtClean="0">
                <a:effectLst/>
                <a:latin typeface="宋体" panose="02010600030101010101" pitchFamily="2" charset="-122"/>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其化学位移也相应增大</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Calibri" panose="020F0502020204030204"/>
                <a:ea typeface="宋体" panose="02010600030101010101" pitchFamily="2" charset="-122"/>
                <a:cs typeface="Times New Roman" panose="02020603050405020304"/>
              </a:rPr>
              <a:t>随着</a:t>
            </a:r>
            <a:r>
              <a:rPr kumimoji="0" lang="zh-CN" altLang="en-US" sz="2400" b="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rPr>
              <a:t>碳上取代基数目的增加，它的化学位移向低场的偏移也相应增加。</a:t>
            </a:r>
            <a:endParaRPr kumimoji="0" lang="en-US" altLang="zh-CN" sz="2400" b="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endParaRPr>
          </a:p>
          <a:p>
            <a:pPr marL="0" marR="0" algn="just">
              <a:spcBef>
                <a:spcPts val="0"/>
              </a:spcBef>
              <a:spcAft>
                <a:spcPts val="0"/>
              </a:spcAft>
            </a:pPr>
            <a:endParaRPr kumimoji="0" lang="en-US" altLang="zh-CN" sz="2400" b="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endParaRPr>
          </a:p>
          <a:p>
            <a:pPr marL="0" marR="0" algn="just">
              <a:spcBef>
                <a:spcPts val="0"/>
              </a:spcBef>
              <a:spcAft>
                <a:spcPts val="0"/>
              </a:spcAft>
            </a:pPr>
            <a:r>
              <a:rPr kumimoji="0" lang="zh-CN" altLang="en-US" sz="2400" b="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rPr>
              <a:t>甲烷碳的化学位移为</a:t>
            </a:r>
            <a:r>
              <a:rPr kumimoji="0" lang="en-US" altLang="zh-CN" sz="2400" b="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rPr>
              <a:t>-2.7</a:t>
            </a:r>
            <a:r>
              <a:rPr kumimoji="0" lang="zh-CN" altLang="en-US" sz="2400" b="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从左至右</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Calibri" panose="020F0502020204030204"/>
                <a:ea typeface="宋体" panose="02010600030101010101" pitchFamily="2" charset="-122"/>
                <a:cs typeface="Times New Roman" panose="02020603050405020304"/>
              </a:rPr>
              <a:t>随着</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取代烷基数目的增加</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Calibri" panose="020F0502020204030204"/>
                <a:ea typeface="宋体" panose="02010600030101010101" pitchFamily="2" charset="-122"/>
                <a:cs typeface="Times New Roman" panose="02020603050405020304"/>
              </a:rPr>
              <a:t>目标</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碳</a:t>
            </a:r>
            <a:r>
              <a:rPr kumimoji="0" lang="en-US" altLang="zh-CN" sz="1200" b="0" i="0" u="none" strike="noStrike" kern="100" cap="none" spc="0" normalizeH="0" baseline="0" noProof="0" dirty="0" smtClean="0">
                <a:ln>
                  <a:noFill/>
                </a:ln>
                <a:solidFill>
                  <a:srgbClr val="000000"/>
                </a:solidFill>
                <a:effectLst/>
                <a:uLnTx/>
                <a:uFillTx/>
                <a:latin typeface="Calibri" panose="020F0502020204030204"/>
                <a:ea typeface="宋体" panose="02010600030101010101" pitchFamily="2" charset="-122"/>
                <a:cs typeface="Times New Roman" panose="02020603050405020304"/>
              </a:rPr>
              <a:t> (</a:t>
            </a:r>
            <a:r>
              <a:rPr kumimoji="0" lang="zh-CN" altLang="en-US" sz="1200" b="0" i="0" u="none" strike="noStrike" kern="100" cap="none" spc="0" normalizeH="0" baseline="0" noProof="0" dirty="0" smtClean="0">
                <a:ln>
                  <a:noFill/>
                </a:ln>
                <a:solidFill>
                  <a:srgbClr val="000000"/>
                </a:solidFill>
                <a:effectLst/>
                <a:uLnTx/>
                <a:uFillTx/>
                <a:latin typeface="Calibri" panose="020F0502020204030204"/>
                <a:ea typeface="宋体" panose="02010600030101010101" pitchFamily="2" charset="-122"/>
                <a:cs typeface="Times New Roman" panose="02020603050405020304"/>
              </a:rPr>
              <a:t>用</a:t>
            </a:r>
            <a:r>
              <a:rPr kumimoji="0" lang="zh-CN" altLang="en-US" sz="1200" b="0" i="0" u="none" strike="noStrike" kern="1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a:rPr>
              <a:t>星号标记的碳</a:t>
            </a:r>
            <a:r>
              <a:rPr kumimoji="0" lang="en-US" altLang="zh-CN" sz="1200" b="0" i="0" u="none" strike="noStrike" kern="100" cap="none" spc="0" normalizeH="0" baseline="0" noProof="0" dirty="0" smtClean="0">
                <a:ln>
                  <a:noFill/>
                </a:ln>
                <a:solidFill>
                  <a:srgbClr val="000000"/>
                </a:solidFill>
                <a:effectLst/>
                <a:uLnTx/>
                <a:uFillTx/>
                <a:latin typeface="Calibri" panose="020F0502020204030204"/>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上的化学位移逐渐增加</a:t>
            </a:r>
            <a:r>
              <a:rPr lang="en-US" altLang="zh-CN" sz="1200" kern="100" dirty="0" smtClean="0">
                <a:effectLst/>
                <a:latin typeface="Calibri" panose="020F0502020204030204"/>
                <a:ea typeface="宋体" panose="02010600030101010101" pitchFamily="2" charset="-122"/>
                <a:cs typeface="Times New Roman" panose="02020603050405020304"/>
              </a:rPr>
              <a:t>.</a:t>
            </a:r>
          </a:p>
          <a:p>
            <a:pPr marL="0" marR="0" algn="just">
              <a:spcBef>
                <a:spcPts val="0"/>
              </a:spcBef>
              <a:spcAft>
                <a:spcPts val="0"/>
              </a:spcAft>
            </a:pPr>
            <a:endParaRPr lang="en-US" altLang="zh-CN" sz="1200" kern="100" dirty="0" smtClean="0">
              <a:effectLst/>
              <a:latin typeface="Calibri" panose="020F0502020204030204"/>
              <a:ea typeface="宋体" panose="02010600030101010101" pitchFamily="2" charset="-122"/>
              <a:cs typeface="Times New Roman" panose="02020603050405020304"/>
            </a:endParaRPr>
          </a:p>
          <a:p>
            <a:pPr marL="0" marR="0" algn="just">
              <a:spcBef>
                <a:spcPts val="0"/>
              </a:spcBef>
              <a:spcAft>
                <a:spcPts val="0"/>
              </a:spcAft>
            </a:pPr>
            <a:r>
              <a:rPr lang="zh-CN" altLang="en-US" sz="1200" kern="100" dirty="0" smtClean="0">
                <a:effectLst/>
                <a:latin typeface="宋体" panose="02010600030101010101" pitchFamily="2" charset="-122"/>
                <a:ea typeface="宋体" panose="02010600030101010101" pitchFamily="2" charset="-122"/>
                <a:cs typeface="Times New Roman" panose="02020603050405020304"/>
              </a:rPr>
              <a:t>此外</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Calibri" panose="020F0502020204030204"/>
                <a:ea typeface="宋体" panose="02010600030101010101" pitchFamily="2" charset="-122"/>
                <a:cs typeface="Times New Roman" panose="02020603050405020304"/>
              </a:rPr>
              <a:t>取代烷基的大小也会对被取代碳的化学位移产生影响</a:t>
            </a:r>
            <a:endParaRPr lang="en-US" altLang="zh-CN" sz="1200" kern="100" dirty="0" smtClean="0">
              <a:effectLst/>
              <a:latin typeface="Calibri" panose="020F0502020204030204"/>
              <a:ea typeface="宋体" panose="02010600030101010101" pitchFamily="2" charset="-122"/>
              <a:cs typeface="Times New Roman" panose="02020603050405020304"/>
            </a:endParaRPr>
          </a:p>
          <a:p>
            <a:pPr marL="0" marR="0" algn="just">
              <a:spcBef>
                <a:spcPts val="0"/>
              </a:spcBef>
              <a:spcAft>
                <a:spcPts val="0"/>
              </a:spcAft>
            </a:pPr>
            <a:r>
              <a:rPr lang="zh-CN" altLang="en-US" sz="1200" kern="100" dirty="0" smtClean="0">
                <a:effectLst/>
                <a:latin typeface="宋体" panose="02010600030101010101" pitchFamily="2" charset="-122"/>
                <a:ea typeface="宋体" panose="02010600030101010101" pitchFamily="2" charset="-122"/>
                <a:cs typeface="Times New Roman" panose="02020603050405020304"/>
              </a:rPr>
              <a:t>取代的烷基越大</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越具有分支结构</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被取代的碳原子的化学位移也越大</a:t>
            </a:r>
            <a:r>
              <a:rPr lang="en-US" altLang="zh-CN" sz="1200" kern="100" dirty="0" smtClean="0">
                <a:effectLst/>
                <a:latin typeface="Calibri" panose="020F0502020204030204"/>
                <a:ea typeface="宋体" panose="02010600030101010101" pitchFamily="2" charset="-122"/>
                <a:cs typeface="Times New Roman" panose="02020603050405020304"/>
              </a:rPr>
              <a:t>.</a:t>
            </a:r>
          </a:p>
          <a:p>
            <a:pPr marL="0" marR="0" algn="just">
              <a:spcBef>
                <a:spcPts val="0"/>
              </a:spcBef>
              <a:spcAft>
                <a:spcPts val="0"/>
              </a:spcAft>
            </a:pPr>
            <a:r>
              <a:rPr lang="zh-CN" altLang="en-US" sz="1200" kern="100" dirty="0" smtClean="0">
                <a:effectLst/>
                <a:latin typeface="宋体" panose="02010600030101010101" pitchFamily="2" charset="-122"/>
                <a:ea typeface="宋体" panose="02010600030101010101" pitchFamily="2" charset="-122"/>
                <a:cs typeface="Times New Roman" panose="02020603050405020304"/>
              </a:rPr>
              <a:t>可以看出，从左至右</a:t>
            </a:r>
            <a:r>
              <a:rPr lang="en-US" altLang="zh-CN" sz="1200" kern="100" dirty="0" smtClean="0">
                <a:effectLst/>
                <a:latin typeface="宋体" panose="02010600030101010101" pitchFamily="2" charset="-122"/>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随着取代烷基的增大</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目标碳</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Calibri" panose="020F0502020204030204"/>
                <a:ea typeface="宋体" panose="02010600030101010101" pitchFamily="2" charset="-122"/>
                <a:cs typeface="Times New Roman" panose="02020603050405020304"/>
              </a:rPr>
              <a:t>用</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星号标记的碳</a:t>
            </a:r>
            <a:r>
              <a:rPr lang="en-US" altLang="zh-CN" sz="1200" kern="100" dirty="0" smtClean="0">
                <a:effectLst/>
                <a:latin typeface="Calibri" panose="020F0502020204030204"/>
                <a:ea typeface="宋体" panose="02010600030101010101" pitchFamily="2" charset="-122"/>
                <a:cs typeface="Times New Roman" panose="02020603050405020304"/>
              </a:rPr>
              <a:t>)</a:t>
            </a:r>
            <a:r>
              <a:rPr lang="zh-CN" altLang="en-US" sz="1200" kern="100" dirty="0" smtClean="0">
                <a:effectLst/>
                <a:latin typeface="宋体" panose="02010600030101010101" pitchFamily="2" charset="-122"/>
                <a:ea typeface="宋体" panose="02010600030101010101" pitchFamily="2" charset="-122"/>
                <a:cs typeface="Times New Roman" panose="02020603050405020304"/>
              </a:rPr>
              <a:t>化学位移逐渐增大</a:t>
            </a:r>
            <a:r>
              <a:rPr lang="en-US" altLang="zh-CN" sz="1200" kern="100" dirty="0" smtClean="0">
                <a:effectLst/>
                <a:latin typeface="Calibri" panose="020F0502020204030204"/>
                <a:ea typeface="宋体" panose="02010600030101010101" pitchFamily="2" charset="-122"/>
                <a:cs typeface="Times New Roman" panose="02020603050405020304"/>
              </a:rPr>
              <a:t>.</a:t>
            </a:r>
          </a:p>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just" defTabSz="914400" rtl="0" eaLnBrk="0" fontAlgn="base" latinLnBrk="0" hangingPunct="0">
              <a:lnSpc>
                <a:spcPct val="100000"/>
              </a:lnSpc>
              <a:spcBef>
                <a:spcPts val="0"/>
              </a:spcBef>
              <a:spcAft>
                <a:spcPts val="0"/>
              </a:spcAft>
              <a:buClrTx/>
              <a:buSzTx/>
              <a:buFontTx/>
              <a:buNone/>
              <a:defRPr/>
            </a:pPr>
            <a:endParaRPr kumimoji="0" lang="en-US" altLang="zh-CN" sz="1200" b="0" i="0" u="none" strike="noStrike" kern="1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just" defTabSz="914400" rtl="0" eaLnBrk="0" fontAlgn="base" latinLnBrk="0" hangingPunct="0">
              <a:lnSpc>
                <a:spcPct val="100000"/>
              </a:lnSpc>
              <a:spcBef>
                <a:spcPts val="0"/>
              </a:spcBef>
              <a:spcAft>
                <a:spcPts val="0"/>
              </a:spcAft>
              <a:buClrTx/>
              <a:buSzTx/>
              <a:buFontTx/>
              <a:buNone/>
              <a:tabLst/>
              <a:defRPr/>
            </a:pP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xfrm>
            <a:off x="381000" y="685800"/>
            <a:ext cx="6096000" cy="3429000"/>
          </a:xfrm>
        </p:spPr>
      </p:sp>
      <p:sp>
        <p:nvSpPr>
          <p:cNvPr id="3" name="备注占位符 2"/>
          <p:cNvSpPr>
            <a:spLocks noGrp="1"/>
          </p:cNvSpPr>
          <p:nvPr>
            <p:ph type="body" idx="1"/>
          </p:nvPr>
        </p:nvSpPr>
        <p:spPr/>
        <p:txBody>
          <a:bodyPr/>
          <a:lstStyle/>
          <a:p>
            <a:pPr>
              <a:defRPr/>
            </a:pPr>
            <a:endParaRPr lang="zh-CN" altLang="en-US" dirty="0"/>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220DA2EF-6D81-43D3-BF9A-32E503D4F110}" type="slidenum">
              <a:rPr lang="en-US" altLang="zh-CN">
                <a:solidFill>
                  <a:prstClr val="black"/>
                </a:solidFill>
                <a:latin typeface="Arial" panose="020B0604020202020204" pitchFamily="34" charset="0"/>
              </a:rPr>
              <a:t>17</a:t>
            </a:fld>
            <a:endParaRPr lang="en-US" altLang="zh-CN">
              <a:solidFill>
                <a:prstClr val="black"/>
              </a:solidFill>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xfrm>
            <a:off x="381000" y="685800"/>
            <a:ext cx="6096000" cy="3429000"/>
          </a:xfrm>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89C33426-984A-4684-AE9E-456550A5ECE2}" type="slidenum">
              <a:rPr lang="en-US" altLang="zh-CN">
                <a:solidFill>
                  <a:prstClr val="black"/>
                </a:solidFill>
                <a:latin typeface="Arial" panose="020B0604020202020204" pitchFamily="34" charset="0"/>
              </a:rPr>
              <a:t>18</a:t>
            </a:fld>
            <a:endParaRPr lang="en-US" altLang="zh-CN">
              <a:solidFill>
                <a:prstClr val="black"/>
              </a:solidFill>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xfrm>
            <a:off x="381000" y="685800"/>
            <a:ext cx="6096000" cy="3429000"/>
          </a:xfrm>
        </p:spPr>
      </p:sp>
      <p:sp>
        <p:nvSpPr>
          <p:cNvPr id="645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b="0" dirty="0" smtClean="0"/>
          </a:p>
        </p:txBody>
      </p:sp>
      <p:sp>
        <p:nvSpPr>
          <p:cNvPr id="645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2B3524CC-66EB-4129-B173-A2533693C875}" type="slidenum">
              <a:rPr lang="en-US" altLang="zh-CN">
                <a:solidFill>
                  <a:prstClr val="black"/>
                </a:solidFill>
                <a:latin typeface="Arial" panose="020B0604020202020204" pitchFamily="34" charset="0"/>
              </a:rPr>
              <a:t>19</a:t>
            </a:fld>
            <a:endParaRPr lang="en-US" altLang="zh-CN">
              <a:solidFill>
                <a:prstClr val="black"/>
              </a:solidFill>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342900" indent="-342900" algn="just" eaLnBrk="1" hangingPunct="1">
              <a:lnSpc>
                <a:spcPct val="120000"/>
              </a:lnSpc>
              <a:spcBef>
                <a:spcPct val="20000"/>
              </a:spcBef>
              <a:defRPr/>
            </a:pPr>
            <a:endParaRPr lang="zh-CN" altLang="en-US" b="0" dirty="0"/>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23622C89-0249-4D44-B8C6-CC2A94F8669B}" type="slidenum">
              <a:rPr lang="en-US" altLang="zh-CN">
                <a:solidFill>
                  <a:prstClr val="black"/>
                </a:solidFill>
                <a:latin typeface="Arial" panose="020B0604020202020204" pitchFamily="34" charset="0"/>
              </a:rPr>
              <a:t>20</a:t>
            </a:fld>
            <a:endParaRPr lang="en-US" altLang="zh-CN">
              <a:solidFill>
                <a:prstClr val="black"/>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p:nvPr/>
        </p:nvSpPr>
        <p:spPr bwMode="blackWhite">
          <a:xfrm>
            <a:off x="20638" y="9525"/>
            <a:ext cx="8896350" cy="5085160"/>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5" name="Group 8"/>
          <p:cNvGrpSpPr/>
          <p:nvPr/>
        </p:nvGrpSpPr>
        <p:grpSpPr bwMode="auto">
          <a:xfrm>
            <a:off x="195264" y="176213"/>
            <a:ext cx="3787775" cy="1333500"/>
            <a:chOff x="123" y="148"/>
            <a:chExt cx="2386" cy="1120"/>
          </a:xfrm>
        </p:grpSpPr>
        <p:sp>
          <p:nvSpPr>
            <p:cNvPr id="6" name="Freeform 9"/>
            <p:cNvSpPr/>
            <p:nvPr userDrawn="1"/>
          </p:nvSpPr>
          <p:spPr bwMode="auto">
            <a:xfrm>
              <a:off x="177" y="177"/>
              <a:ext cx="2250" cy="1017"/>
            </a:xfrm>
            <a:custGeom>
              <a:avLst/>
              <a:gdLst>
                <a:gd name="T0" fmla="*/ 2147483647 w 794"/>
                <a:gd name="T1" fmla="*/ 2147483647 h 414"/>
                <a:gd name="T2" fmla="*/ 2147483647 w 794"/>
                <a:gd name="T3" fmla="*/ 2147483647 h 414"/>
                <a:gd name="T4" fmla="*/ 2147483647 w 794"/>
                <a:gd name="T5" fmla="*/ 2147483647 h 414"/>
                <a:gd name="T6" fmla="*/ 2147483647 w 794"/>
                <a:gd name="T7" fmla="*/ 0 h 414"/>
                <a:gd name="T8" fmla="*/ 2147483647 w 794"/>
                <a:gd name="T9" fmla="*/ 211255195 h 414"/>
                <a:gd name="T10" fmla="*/ 0 w 794"/>
                <a:gd name="T11" fmla="*/ 881282726 h 414"/>
                <a:gd name="T12" fmla="*/ 2147483647 w 794"/>
                <a:gd name="T13" fmla="*/ 1645774107 h 414"/>
                <a:gd name="T14" fmla="*/ 2147483647 w 794"/>
                <a:gd name="T15" fmla="*/ 2147483647 h 414"/>
                <a:gd name="T16" fmla="*/ 2147483647 w 794"/>
                <a:gd name="T17" fmla="*/ 2147483647 h 414"/>
                <a:gd name="T18" fmla="*/ 2147483647 w 794"/>
                <a:gd name="T19" fmla="*/ 2147483647 h 414"/>
                <a:gd name="T20" fmla="*/ 2147483647 w 794"/>
                <a:gd name="T21" fmla="*/ 2147483647 h 414"/>
                <a:gd name="T22" fmla="*/ 2147483647 w 794"/>
                <a:gd name="T23" fmla="*/ 2147483647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7" name="Freeform 10"/>
            <p:cNvSpPr/>
            <p:nvPr userDrawn="1"/>
          </p:nvSpPr>
          <p:spPr bwMode="auto">
            <a:xfrm>
              <a:off x="166" y="261"/>
              <a:ext cx="2244" cy="1007"/>
            </a:xfrm>
            <a:custGeom>
              <a:avLst/>
              <a:gdLst>
                <a:gd name="T0" fmla="*/ 70755 w 1586"/>
                <a:gd name="T1" fmla="*/ 0 h 821"/>
                <a:gd name="T2" fmla="*/ 687227 w 1586"/>
                <a:gd name="T3" fmla="*/ 20486 h 821"/>
                <a:gd name="T4" fmla="*/ 737270 w 1586"/>
                <a:gd name="T5" fmla="*/ 25184 h 821"/>
                <a:gd name="T6" fmla="*/ 818958 w 1586"/>
                <a:gd name="T7" fmla="*/ 31259 h 821"/>
                <a:gd name="T8" fmla="*/ 808123 w 1586"/>
                <a:gd name="T9" fmla="*/ 32408 h 821"/>
                <a:gd name="T10" fmla="*/ 696912 w 1586"/>
                <a:gd name="T11" fmla="*/ 31062 h 821"/>
                <a:gd name="T12" fmla="*/ 591104 w 1586"/>
                <a:gd name="T13" fmla="*/ 32015 h 821"/>
                <a:gd name="T14" fmla="*/ 21375 w 1586"/>
                <a:gd name="T15" fmla="*/ 11796 h 821"/>
                <a:gd name="T16" fmla="*/ 0 w 1586"/>
                <a:gd name="T17" fmla="*/ 5923 h 821"/>
                <a:gd name="T18" fmla="*/ 23702 w 1586"/>
                <a:gd name="T19" fmla="*/ 1249 h 821"/>
                <a:gd name="T20" fmla="*/ 70755 w 1586"/>
                <a:gd name="T21" fmla="*/ 0 h 821"/>
                <a:gd name="T22" fmla="*/ 707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8" name="Freeform 11"/>
            <p:cNvSpPr/>
            <p:nvPr userDrawn="1"/>
          </p:nvSpPr>
          <p:spPr bwMode="auto">
            <a:xfrm>
              <a:off x="474" y="344"/>
              <a:ext cx="1488" cy="919"/>
            </a:xfrm>
            <a:custGeom>
              <a:avLst/>
              <a:gdLst>
                <a:gd name="T0" fmla="*/ 0 w 1049"/>
                <a:gd name="T1" fmla="*/ 13536 h 747"/>
                <a:gd name="T2" fmla="*/ 498381 w 1049"/>
                <a:gd name="T3" fmla="*/ 31139 h 747"/>
                <a:gd name="T4" fmla="*/ 507651 w 1049"/>
                <a:gd name="T5" fmla="*/ 22263 h 747"/>
                <a:gd name="T6" fmla="*/ 567101 w 1049"/>
                <a:gd name="T7" fmla="*/ 17599 h 747"/>
                <a:gd name="T8" fmla="*/ 42160 w 1049"/>
                <a:gd name="T9" fmla="*/ 0 h 747"/>
                <a:gd name="T10" fmla="*/ 0 w 1049"/>
                <a:gd name="T11" fmla="*/ 5273 h 747"/>
                <a:gd name="T12" fmla="*/ 0 w 1049"/>
                <a:gd name="T13" fmla="*/ 13536 h 747"/>
                <a:gd name="T14" fmla="*/ 0 w 1049"/>
                <a:gd name="T15" fmla="*/ 13536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9" name="Group 12"/>
            <p:cNvGrpSpPr/>
            <p:nvPr userDrawn="1"/>
          </p:nvGrpSpPr>
          <p:grpSpPr bwMode="auto">
            <a:xfrm>
              <a:off x="123" y="148"/>
              <a:ext cx="2386" cy="1081"/>
              <a:chOff x="123" y="148"/>
              <a:chExt cx="2386" cy="1081"/>
            </a:xfrm>
          </p:grpSpPr>
          <p:sp>
            <p:nvSpPr>
              <p:cNvPr id="10" name="Freeform 13"/>
              <p:cNvSpPr/>
              <p:nvPr userDrawn="1"/>
            </p:nvSpPr>
            <p:spPr bwMode="auto">
              <a:xfrm>
                <a:off x="2005" y="934"/>
                <a:ext cx="212" cy="214"/>
              </a:xfrm>
              <a:custGeom>
                <a:avLst/>
                <a:gdLst>
                  <a:gd name="T0" fmla="*/ 55592 w 150"/>
                  <a:gd name="T1" fmla="*/ 0 h 173"/>
                  <a:gd name="T2" fmla="*/ 20462 w 150"/>
                  <a:gd name="T3" fmla="*/ 3053 h 173"/>
                  <a:gd name="T4" fmla="*/ 0 w 150"/>
                  <a:gd name="T5" fmla="*/ 7965 h 173"/>
                  <a:gd name="T6" fmla="*/ 40450 w 150"/>
                  <a:gd name="T7" fmla="*/ 7361 h 173"/>
                  <a:gd name="T8" fmla="*/ 52107 w 150"/>
                  <a:gd name="T9" fmla="*/ 3889 h 173"/>
                  <a:gd name="T10" fmla="*/ 76033 w 150"/>
                  <a:gd name="T11" fmla="*/ 1235 h 173"/>
                  <a:gd name="T12" fmla="*/ 55592 w 150"/>
                  <a:gd name="T13" fmla="*/ 0 h 173"/>
                  <a:gd name="T14" fmla="*/ 55592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1" name="Freeform 14"/>
              <p:cNvSpPr/>
              <p:nvPr userDrawn="1"/>
            </p:nvSpPr>
            <p:spPr bwMode="auto">
              <a:xfrm>
                <a:off x="123" y="148"/>
                <a:ext cx="2386" cy="1081"/>
              </a:xfrm>
              <a:custGeom>
                <a:avLst/>
                <a:gdLst>
                  <a:gd name="T0" fmla="*/ 82572 w 1684"/>
                  <a:gd name="T1" fmla="*/ 0 h 880"/>
                  <a:gd name="T2" fmla="*/ 33384 w 1684"/>
                  <a:gd name="T3" fmla="*/ 2112 h 880"/>
                  <a:gd name="T4" fmla="*/ 0 w 1684"/>
                  <a:gd name="T5" fmla="*/ 8442 h 880"/>
                  <a:gd name="T6" fmla="*/ 35609 w 1684"/>
                  <a:gd name="T7" fmla="*/ 14559 h 880"/>
                  <a:gd name="T8" fmla="*/ 625882 w 1684"/>
                  <a:gd name="T9" fmla="*/ 35171 h 880"/>
                  <a:gd name="T10" fmla="*/ 753039 w 1684"/>
                  <a:gd name="T11" fmla="*/ 33887 h 880"/>
                  <a:gd name="T12" fmla="*/ 856077 w 1684"/>
                  <a:gd name="T13" fmla="*/ 35701 h 880"/>
                  <a:gd name="T14" fmla="*/ 891828 w 1684"/>
                  <a:gd name="T15" fmla="*/ 32819 h 880"/>
                  <a:gd name="T16" fmla="*/ 795351 w 1684"/>
                  <a:gd name="T17" fmla="*/ 26928 h 880"/>
                  <a:gd name="T18" fmla="*/ 756151 w 1684"/>
                  <a:gd name="T19" fmla="*/ 20793 h 880"/>
                  <a:gd name="T20" fmla="*/ 725214 w 1684"/>
                  <a:gd name="T21" fmla="*/ 21383 h 880"/>
                  <a:gd name="T22" fmla="*/ 761971 w 1684"/>
                  <a:gd name="T23" fmla="*/ 26928 h 880"/>
                  <a:gd name="T24" fmla="*/ 835667 w 1684"/>
                  <a:gd name="T25" fmla="*/ 32842 h 880"/>
                  <a:gd name="T26" fmla="*/ 748369 w 1684"/>
                  <a:gd name="T27" fmla="*/ 31934 h 880"/>
                  <a:gd name="T28" fmla="*/ 645437 w 1684"/>
                  <a:gd name="T29" fmla="*/ 32989 h 880"/>
                  <a:gd name="T30" fmla="*/ 664487 w 1684"/>
                  <a:gd name="T31" fmla="*/ 26352 h 880"/>
                  <a:gd name="T32" fmla="*/ 708621 w 1684"/>
                  <a:gd name="T33" fmla="*/ 21830 h 880"/>
                  <a:gd name="T34" fmla="*/ 656955 w 1684"/>
                  <a:gd name="T35" fmla="*/ 22394 h 880"/>
                  <a:gd name="T36" fmla="*/ 616900 w 1684"/>
                  <a:gd name="T37" fmla="*/ 26717 h 880"/>
                  <a:gd name="T38" fmla="*/ 603287 w 1684"/>
                  <a:gd name="T39" fmla="*/ 32102 h 880"/>
                  <a:gd name="T40" fmla="*/ 56730 w 1684"/>
                  <a:gd name="T41" fmla="*/ 12573 h 880"/>
                  <a:gd name="T42" fmla="*/ 42238 w 1684"/>
                  <a:gd name="T43" fmla="*/ 8709 h 880"/>
                  <a:gd name="T44" fmla="*/ 54518 w 1684"/>
                  <a:gd name="T45" fmla="*/ 3878 h 880"/>
                  <a:gd name="T46" fmla="*/ 114733 w 1684"/>
                  <a:gd name="T47" fmla="*/ 0 h 880"/>
                  <a:gd name="T48" fmla="*/ 82572 w 1684"/>
                  <a:gd name="T49" fmla="*/ 0 h 880"/>
                  <a:gd name="T50" fmla="*/ 82572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2" name="Freeform 15"/>
              <p:cNvSpPr/>
              <p:nvPr userDrawn="1"/>
            </p:nvSpPr>
            <p:spPr bwMode="auto">
              <a:xfrm>
                <a:off x="324" y="158"/>
                <a:ext cx="1686" cy="614"/>
              </a:xfrm>
              <a:custGeom>
                <a:avLst/>
                <a:gdLst>
                  <a:gd name="T0" fmla="*/ 52990 w 1190"/>
                  <a:gd name="T1" fmla="*/ 0 h 500"/>
                  <a:gd name="T2" fmla="*/ 629836 w 1190"/>
                  <a:gd name="T3" fmla="*/ 19757 h 500"/>
                  <a:gd name="T4" fmla="*/ 569110 w 1190"/>
                  <a:gd name="T5" fmla="*/ 20158 h 500"/>
                  <a:gd name="T6" fmla="*/ 0 w 1190"/>
                  <a:gd name="T7" fmla="*/ 1087 h 500"/>
                  <a:gd name="T8" fmla="*/ 52990 w 1190"/>
                  <a:gd name="T9" fmla="*/ 0 h 500"/>
                  <a:gd name="T10" fmla="*/ 5299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3" name="Freeform 16"/>
              <p:cNvSpPr/>
              <p:nvPr userDrawn="1"/>
            </p:nvSpPr>
            <p:spPr bwMode="auto">
              <a:xfrm>
                <a:off x="409" y="251"/>
                <a:ext cx="227" cy="410"/>
              </a:xfrm>
              <a:custGeom>
                <a:avLst/>
                <a:gdLst>
                  <a:gd name="T0" fmla="*/ 63046 w 160"/>
                  <a:gd name="T1" fmla="*/ 0 h 335"/>
                  <a:gd name="T2" fmla="*/ 10324 w 160"/>
                  <a:gd name="T3" fmla="*/ 4047 h 335"/>
                  <a:gd name="T4" fmla="*/ 0 w 160"/>
                  <a:gd name="T5" fmla="*/ 8718 h 335"/>
                  <a:gd name="T6" fmla="*/ 18092 w 160"/>
                  <a:gd name="T7" fmla="*/ 11917 h 335"/>
                  <a:gd name="T8" fmla="*/ 50835 w 160"/>
                  <a:gd name="T9" fmla="*/ 12706 h 335"/>
                  <a:gd name="T10" fmla="*/ 41273 w 160"/>
                  <a:gd name="T11" fmla="*/ 5820 h 335"/>
                  <a:gd name="T12" fmla="*/ 86724 w 160"/>
                  <a:gd name="T13" fmla="*/ 663 h 335"/>
                  <a:gd name="T14" fmla="*/ 63046 w 160"/>
                  <a:gd name="T15" fmla="*/ 0 h 335"/>
                  <a:gd name="T16" fmla="*/ 63046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4" name="Freeform 17"/>
              <p:cNvSpPr/>
              <p:nvPr userDrawn="1"/>
            </p:nvSpPr>
            <p:spPr bwMode="auto">
              <a:xfrm>
                <a:off x="846" y="536"/>
                <a:ext cx="691" cy="364"/>
              </a:xfrm>
              <a:custGeom>
                <a:avLst/>
                <a:gdLst>
                  <a:gd name="T0" fmla="*/ 7232 w 489"/>
                  <a:gd name="T1" fmla="*/ 1422 h 296"/>
                  <a:gd name="T2" fmla="*/ 80597 w 489"/>
                  <a:gd name="T3" fmla="*/ 2745 h 296"/>
                  <a:gd name="T4" fmla="*/ 163541 w 489"/>
                  <a:gd name="T5" fmla="*/ 5676 h 296"/>
                  <a:gd name="T6" fmla="*/ 222108 w 489"/>
                  <a:gd name="T7" fmla="*/ 10067 h 296"/>
                  <a:gd name="T8" fmla="*/ 164531 w 489"/>
                  <a:gd name="T9" fmla="*/ 9519 h 296"/>
                  <a:gd name="T10" fmla="*/ 69961 w 489"/>
                  <a:gd name="T11" fmla="*/ 6049 h 296"/>
                  <a:gd name="T12" fmla="*/ 25176 w 489"/>
                  <a:gd name="T13" fmla="*/ 3309 h 296"/>
                  <a:gd name="T14" fmla="*/ 53849 w 489"/>
                  <a:gd name="T15" fmla="*/ 6743 h 296"/>
                  <a:gd name="T16" fmla="*/ 137248 w 489"/>
                  <a:gd name="T17" fmla="*/ 11160 h 296"/>
                  <a:gd name="T18" fmla="*/ 235083 w 489"/>
                  <a:gd name="T19" fmla="*/ 12278 h 296"/>
                  <a:gd name="T20" fmla="*/ 246741 w 489"/>
                  <a:gd name="T21" fmla="*/ 9268 h 296"/>
                  <a:gd name="T22" fmla="*/ 198870 w 489"/>
                  <a:gd name="T23" fmla="*/ 4984 h 296"/>
                  <a:gd name="T24" fmla="*/ 85694 w 489"/>
                  <a:gd name="T25" fmla="*/ 718 h 296"/>
                  <a:gd name="T26" fmla="*/ 0 w 489"/>
                  <a:gd name="T27" fmla="*/ 0 h 296"/>
                  <a:gd name="T28" fmla="*/ 7232 w 489"/>
                  <a:gd name="T29" fmla="*/ 1422 h 296"/>
                  <a:gd name="T30" fmla="*/ 7232 w 489"/>
                  <a:gd name="T31" fmla="*/ 1422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grpSp>
      <p:grpSp>
        <p:nvGrpSpPr>
          <p:cNvPr id="15" name="Group 18"/>
          <p:cNvGrpSpPr/>
          <p:nvPr/>
        </p:nvGrpSpPr>
        <p:grpSpPr bwMode="auto">
          <a:xfrm>
            <a:off x="7915275" y="3276601"/>
            <a:ext cx="742950" cy="794147"/>
            <a:chOff x="4986" y="2752"/>
            <a:chExt cx="468" cy="667"/>
          </a:xfrm>
        </p:grpSpPr>
        <p:sp>
          <p:nvSpPr>
            <p:cNvPr id="16" name="Freeform 19"/>
            <p:cNvSpPr/>
            <p:nvPr userDrawn="1"/>
          </p:nvSpPr>
          <p:spPr bwMode="auto">
            <a:xfrm rot="7320404">
              <a:off x="4909" y="2936"/>
              <a:ext cx="629" cy="293"/>
            </a:xfrm>
            <a:custGeom>
              <a:avLst/>
              <a:gdLst>
                <a:gd name="T0" fmla="*/ 12 w 794"/>
                <a:gd name="T1" fmla="*/ 1 h 414"/>
                <a:gd name="T2" fmla="*/ 10 w 794"/>
                <a:gd name="T3" fmla="*/ 1 h 414"/>
                <a:gd name="T4" fmla="*/ 8 w 794"/>
                <a:gd name="T5" fmla="*/ 1 h 414"/>
                <a:gd name="T6" fmla="*/ 2 w 794"/>
                <a:gd name="T7" fmla="*/ 0 h 414"/>
                <a:gd name="T8" fmla="*/ 2 w 794"/>
                <a:gd name="T9" fmla="*/ 1 h 414"/>
                <a:gd name="T10" fmla="*/ 0 w 794"/>
                <a:gd name="T11" fmla="*/ 1 h 414"/>
                <a:gd name="T12" fmla="*/ 2 w 794"/>
                <a:gd name="T13" fmla="*/ 1 h 414"/>
                <a:gd name="T14" fmla="*/ 8 w 794"/>
                <a:gd name="T15" fmla="*/ 1 h 414"/>
                <a:gd name="T16" fmla="*/ 10 w 794"/>
                <a:gd name="T17" fmla="*/ 1 h 414"/>
                <a:gd name="T18" fmla="*/ 12 w 794"/>
                <a:gd name="T19" fmla="*/ 1 h 414"/>
                <a:gd name="T20" fmla="*/ 12 w 794"/>
                <a:gd name="T21" fmla="*/ 1 h 414"/>
                <a:gd name="T22" fmla="*/ 12 w 794"/>
                <a:gd name="T23" fmla="*/ 1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7" name="Freeform 20"/>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8" name="Freeform 21"/>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19" name="Group 22"/>
            <p:cNvGrpSpPr/>
            <p:nvPr userDrawn="1"/>
          </p:nvGrpSpPr>
          <p:grpSpPr bwMode="auto">
            <a:xfrm>
              <a:off x="4986" y="2752"/>
              <a:ext cx="469" cy="667"/>
              <a:chOff x="4986" y="2752"/>
              <a:chExt cx="469" cy="667"/>
            </a:xfrm>
          </p:grpSpPr>
          <p:sp>
            <p:nvSpPr>
              <p:cNvPr id="20" name="Freeform 23"/>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21" name="Freeform 24"/>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22" name="Freeform 25"/>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23" name="Freeform 26"/>
              <p:cNvSpPr/>
              <p:nvPr userDrawn="1"/>
            </p:nvSpPr>
            <p:spPr bwMode="auto">
              <a:xfrm rot="7320404">
                <a:off x="5364"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24" name="Freeform 27"/>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grpSp>
      <p:sp>
        <p:nvSpPr>
          <p:cNvPr id="25" name="Freeform 28"/>
          <p:cNvSpPr/>
          <p:nvPr/>
        </p:nvSpPr>
        <p:spPr bwMode="auto">
          <a:xfrm>
            <a:off x="901700" y="3790951"/>
            <a:ext cx="6807200" cy="546497"/>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26" name="Freeform 29"/>
          <p:cNvSpPr/>
          <p:nvPr/>
        </p:nvSpPr>
        <p:spPr bwMode="auto">
          <a:xfrm>
            <a:off x="4076700" y="1447800"/>
            <a:ext cx="889000" cy="28575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32771" name="Rectangle 3"/>
          <p:cNvSpPr>
            <a:spLocks noGrp="1" noChangeArrowheads="1"/>
          </p:cNvSpPr>
          <p:nvPr>
            <p:ph type="ctrTitle"/>
          </p:nvPr>
        </p:nvSpPr>
        <p:spPr>
          <a:xfrm>
            <a:off x="1371600" y="1133475"/>
            <a:ext cx="6400800" cy="1704975"/>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r>
              <a:rPr lang="zh-CN" altLang="en-US"/>
              <a:t>单击此处编辑母版标题样式</a:t>
            </a:r>
          </a:p>
        </p:txBody>
      </p:sp>
      <p:sp>
        <p:nvSpPr>
          <p:cNvPr id="32772" name="Rectangle 4"/>
          <p:cNvSpPr>
            <a:spLocks noGrp="1" noChangeArrowheads="1"/>
          </p:cNvSpPr>
          <p:nvPr>
            <p:ph type="subTitle" idx="1"/>
          </p:nvPr>
        </p:nvSpPr>
        <p:spPr>
          <a:xfrm>
            <a:off x="1549400" y="3038475"/>
            <a:ext cx="6032500" cy="752475"/>
          </a:xfrm>
        </p:spPr>
        <p:txBody>
          <a:bodyPr/>
          <a:lstStyle>
            <a:lvl1pPr marL="0" indent="0" algn="ctr">
              <a:buFontTx/>
              <a:buNone/>
              <a:defRPr sz="2800">
                <a:effectLst>
                  <a:outerShdw blurRad="38100" dist="38100" dir="2700000" algn="tl">
                    <a:srgbClr val="C0C0C0"/>
                  </a:outerShdw>
                </a:effectLst>
              </a:defRPr>
            </a:lvl1pPr>
          </a:lstStyle>
          <a:p>
            <a:r>
              <a:rPr lang="zh-CN" altLang="en-US"/>
              <a:t>单击此处编辑母版副标题样式</a:t>
            </a:r>
          </a:p>
        </p:txBody>
      </p:sp>
      <p:sp>
        <p:nvSpPr>
          <p:cNvPr id="27" name="Rectangle 5"/>
          <p:cNvSpPr>
            <a:spLocks noGrp="1" noChangeArrowheads="1"/>
          </p:cNvSpPr>
          <p:nvPr>
            <p:ph type="dt" sz="half" idx="10"/>
          </p:nvPr>
        </p:nvSpPr>
        <p:spPr>
          <a:xfrm>
            <a:off x="685800" y="4686300"/>
            <a:ext cx="1905000" cy="342900"/>
          </a:xfrm>
        </p:spPr>
        <p:txBody>
          <a:bodyPr/>
          <a:lstStyle>
            <a:lvl1pPr>
              <a:defRPr/>
            </a:lvl1pPr>
          </a:lstStyle>
          <a:p>
            <a:pPr>
              <a:defRPr/>
            </a:pPr>
            <a:fld id="{18481912-DC2F-4AD2-90AE-6D3C4E8E9772}" type="datetime10">
              <a:rPr lang="zh-CN" altLang="en-US">
                <a:solidFill>
                  <a:srgbClr val="000000"/>
                </a:solidFill>
              </a:rPr>
              <a:t>12:58</a:t>
            </a:fld>
            <a:endParaRPr lang="en-US" altLang="zh-CN">
              <a:solidFill>
                <a:srgbClr val="000000"/>
              </a:solidFill>
            </a:endParaRPr>
          </a:p>
        </p:txBody>
      </p:sp>
      <p:sp>
        <p:nvSpPr>
          <p:cNvPr id="28" name="Rectangle 6"/>
          <p:cNvSpPr>
            <a:spLocks noGrp="1" noChangeArrowheads="1"/>
          </p:cNvSpPr>
          <p:nvPr>
            <p:ph type="ftr" sz="quarter" idx="11"/>
          </p:nvPr>
        </p:nvSpPr>
        <p:spPr>
          <a:xfrm>
            <a:off x="3124200" y="4686300"/>
            <a:ext cx="2895600" cy="342900"/>
          </a:xfrm>
        </p:spPr>
        <p:txBody>
          <a:bodyPr/>
          <a:lstStyle>
            <a:lvl1pPr>
              <a:defRPr/>
            </a:lvl1pPr>
          </a:lstStyle>
          <a:p>
            <a:pPr>
              <a:defRPr/>
            </a:pPr>
            <a:endParaRPr lang="en-US" altLang="zh-CN">
              <a:solidFill>
                <a:srgbClr val="000000"/>
              </a:solidFill>
            </a:endParaRPr>
          </a:p>
        </p:txBody>
      </p:sp>
      <p:sp>
        <p:nvSpPr>
          <p:cNvPr id="29" name="Rectangle 7"/>
          <p:cNvSpPr>
            <a:spLocks noGrp="1" noChangeArrowheads="1"/>
          </p:cNvSpPr>
          <p:nvPr>
            <p:ph type="sldNum" sz="quarter" idx="12"/>
          </p:nvPr>
        </p:nvSpPr>
        <p:spPr>
          <a:xfrm>
            <a:off x="6553200" y="4686300"/>
            <a:ext cx="1905000" cy="342900"/>
          </a:xfrm>
        </p:spPr>
        <p:txBody>
          <a:bodyPr/>
          <a:lstStyle>
            <a:lvl1pPr>
              <a:defRPr/>
            </a:lvl1pPr>
          </a:lstStyle>
          <a:p>
            <a:pPr>
              <a:defRPr/>
            </a:pPr>
            <a:fld id="{82FD546A-0929-4E7E-8B3D-7EFDD4DE2F0C}"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0C35B8CA-1F22-4435-A5D3-28286EF487A3}" type="datetime10">
              <a:rPr lang="zh-CN" altLang="en-US">
                <a:solidFill>
                  <a:srgbClr val="000000"/>
                </a:solidFill>
              </a:rPr>
              <a:t>12:58</a:t>
            </a:fld>
            <a:endParaRPr lang="en-US" altLang="zh-CN">
              <a:solidFill>
                <a:srgbClr val="000000"/>
              </a:solidFill>
            </a:endParaRPr>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p:txBody>
          <a:bodyPr/>
          <a:lstStyle>
            <a:lvl1pPr>
              <a:defRPr/>
            </a:lvl1pPr>
          </a:lstStyle>
          <a:p>
            <a:pPr>
              <a:defRPr/>
            </a:pPr>
            <a:fld id="{4961CDDE-619A-4197-AF8E-2A4A38504A2E}"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fld id="{21479FF4-5659-4594-AF1E-6BA2593A43C6}" type="datetime10">
              <a:rPr lang="zh-CN" altLang="en-US">
                <a:solidFill>
                  <a:srgbClr val="000000"/>
                </a:solidFill>
              </a:rPr>
              <a:t>12:58</a:t>
            </a:fld>
            <a:endParaRPr lang="en-US" altLang="zh-CN">
              <a:solidFill>
                <a:srgbClr val="000000"/>
              </a:solidFill>
            </a:endParaRPr>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p:txBody>
          <a:bodyPr/>
          <a:lstStyle>
            <a:lvl1pPr>
              <a:defRPr/>
            </a:lvl1pPr>
          </a:lstStyle>
          <a:p>
            <a:pPr>
              <a:defRPr/>
            </a:pPr>
            <a:fld id="{116832C6-7097-4C0A-AE02-E8ED6C4FE30F}"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371600"/>
            <a:ext cx="3771900" cy="2743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0100" y="1371600"/>
            <a:ext cx="3771900" cy="2743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433D2F29-96BA-408E-8A0A-2F5D31D9D2F5}" type="datetime10">
              <a:rPr lang="zh-CN" altLang="en-US">
                <a:solidFill>
                  <a:srgbClr val="000000"/>
                </a:solidFill>
              </a:rPr>
              <a:t>12:58</a:t>
            </a:fld>
            <a:endParaRPr lang="en-US" altLang="zh-CN">
              <a:solidFill>
                <a:srgbClr val="000000"/>
              </a:solidFill>
            </a:endParaRPr>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p:txBody>
          <a:bodyPr/>
          <a:lstStyle>
            <a:lvl1pPr>
              <a:defRPr/>
            </a:lvl1pPr>
          </a:lstStyle>
          <a:p>
            <a:pPr>
              <a:defRPr/>
            </a:pPr>
            <a:fld id="{B77FEEB1-CD75-4A59-BA17-C1FD9B3DFDA2}"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6B68CA6C-4C2E-4086-B9C4-BD42C0AA4829}" type="datetime10">
              <a:rPr lang="zh-CN" altLang="en-US">
                <a:solidFill>
                  <a:srgbClr val="000000"/>
                </a:solidFill>
              </a:rPr>
              <a:t>12:58</a:t>
            </a:fld>
            <a:endParaRPr lang="en-US" altLang="zh-CN">
              <a:solidFill>
                <a:srgbClr val="000000"/>
              </a:solidFill>
            </a:endParaRPr>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7"/>
          <p:cNvSpPr>
            <a:spLocks noGrp="1" noChangeArrowheads="1"/>
          </p:cNvSpPr>
          <p:nvPr>
            <p:ph type="sldNum" sz="quarter" idx="12"/>
          </p:nvPr>
        </p:nvSpPr>
        <p:spPr/>
        <p:txBody>
          <a:bodyPr/>
          <a:lstStyle>
            <a:lvl1pPr>
              <a:defRPr/>
            </a:lvl1pPr>
          </a:lstStyle>
          <a:p>
            <a:pPr>
              <a:defRPr/>
            </a:pPr>
            <a:fld id="{8F760350-21DC-4B39-815D-B4B97B4CA865}"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17D7E795-B7C4-472F-A3FF-885D375C8AC3}" type="datetime10">
              <a:rPr lang="zh-CN" altLang="en-US">
                <a:solidFill>
                  <a:srgbClr val="000000"/>
                </a:solidFill>
              </a:rPr>
              <a:t>12:58</a:t>
            </a:fld>
            <a:endParaRPr lang="en-US" altLang="zh-CN">
              <a:solidFill>
                <a:srgbClr val="000000"/>
              </a:solidFill>
            </a:endParaRPr>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7"/>
          <p:cNvSpPr>
            <a:spLocks noGrp="1" noChangeArrowheads="1"/>
          </p:cNvSpPr>
          <p:nvPr>
            <p:ph type="sldNum" sz="quarter" idx="12"/>
          </p:nvPr>
        </p:nvSpPr>
        <p:spPr/>
        <p:txBody>
          <a:bodyPr/>
          <a:lstStyle>
            <a:lvl1pPr>
              <a:defRPr/>
            </a:lvl1pPr>
          </a:lstStyle>
          <a:p>
            <a:pPr>
              <a:defRPr/>
            </a:pPr>
            <a:fld id="{D3305451-B55C-4980-A542-B180880A40A2}"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2BA5DDF9-1C30-4FB5-B907-54406C6BFEFA}" type="datetime10">
              <a:rPr lang="zh-CN" altLang="en-US">
                <a:solidFill>
                  <a:srgbClr val="000000"/>
                </a:solidFill>
              </a:rPr>
              <a:t>12:58</a:t>
            </a:fld>
            <a:endParaRPr lang="en-US" altLang="zh-CN">
              <a:solidFill>
                <a:srgbClr val="000000"/>
              </a:solidFill>
            </a:endParaRPr>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4" name="Rectangle 7"/>
          <p:cNvSpPr>
            <a:spLocks noGrp="1" noChangeArrowheads="1"/>
          </p:cNvSpPr>
          <p:nvPr>
            <p:ph type="sldNum" sz="quarter" idx="12"/>
          </p:nvPr>
        </p:nvSpPr>
        <p:spPr/>
        <p:txBody>
          <a:bodyPr/>
          <a:lstStyle>
            <a:lvl1pPr>
              <a:defRPr/>
            </a:lvl1pPr>
          </a:lstStyle>
          <a:p>
            <a:pPr>
              <a:defRPr/>
            </a:pPr>
            <a:fld id="{E2CAE06F-9411-4E11-B14D-28024352F36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EAC0EE5B-95B2-4374-B0B3-6DA485AC6EC5}" type="datetime10">
              <a:rPr lang="zh-CN" altLang="en-US">
                <a:solidFill>
                  <a:srgbClr val="000000"/>
                </a:solidFill>
              </a:rPr>
              <a:t>12:58</a:t>
            </a:fld>
            <a:endParaRPr lang="en-US" altLang="zh-CN">
              <a:solidFill>
                <a:srgbClr val="000000"/>
              </a:solidFill>
            </a:endParaRPr>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p:txBody>
          <a:bodyPr/>
          <a:lstStyle>
            <a:lvl1pPr>
              <a:defRPr/>
            </a:lvl1pPr>
          </a:lstStyle>
          <a:p>
            <a:pPr>
              <a:defRPr/>
            </a:pPr>
            <a:fld id="{21C2E051-CBDF-404C-A708-BD955E264B0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89C18A07-95B3-43E2-976D-2A2C99176A28}" type="datetime10">
              <a:rPr lang="zh-CN" altLang="en-US">
                <a:solidFill>
                  <a:srgbClr val="000000"/>
                </a:solidFill>
              </a:rPr>
              <a:t>12:58</a:t>
            </a:fld>
            <a:endParaRPr lang="en-US" altLang="zh-CN">
              <a:solidFill>
                <a:srgbClr val="000000"/>
              </a:solidFill>
            </a:endParaRPr>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7"/>
          <p:cNvSpPr>
            <a:spLocks noGrp="1" noChangeArrowheads="1"/>
          </p:cNvSpPr>
          <p:nvPr>
            <p:ph type="sldNum" sz="quarter" idx="12"/>
          </p:nvPr>
        </p:nvSpPr>
        <p:spPr/>
        <p:txBody>
          <a:bodyPr/>
          <a:lstStyle>
            <a:lvl1pPr>
              <a:defRPr/>
            </a:lvl1pPr>
          </a:lstStyle>
          <a:p>
            <a:pPr>
              <a:defRPr/>
            </a:pPr>
            <a:fld id="{90752FE6-656A-4DD6-AB37-64D09EF542DF}"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C550C719-2B21-4A53-8158-1AB24E25983E}" type="datetime10">
              <a:rPr lang="zh-CN" altLang="en-US">
                <a:solidFill>
                  <a:srgbClr val="000000"/>
                </a:solidFill>
              </a:rPr>
              <a:t>12:58</a:t>
            </a:fld>
            <a:endParaRPr lang="en-US" altLang="zh-CN">
              <a:solidFill>
                <a:srgbClr val="000000"/>
              </a:solidFill>
            </a:endParaRPr>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p:txBody>
          <a:bodyPr/>
          <a:lstStyle>
            <a:lvl1pPr>
              <a:defRPr/>
            </a:lvl1pPr>
          </a:lstStyle>
          <a:p>
            <a:pPr>
              <a:defRPr/>
            </a:pPr>
            <a:fld id="{6D6CA1A1-0FD4-4883-99E7-4D566085893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14300"/>
            <a:ext cx="1924050" cy="4000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114300"/>
            <a:ext cx="5619750" cy="40005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0B7D3B83-0AE7-407E-88C3-83CC528FEE90}" type="datetime10">
              <a:rPr lang="zh-CN" altLang="en-US">
                <a:solidFill>
                  <a:srgbClr val="000000"/>
                </a:solidFill>
              </a:rPr>
              <a:t>12:58</a:t>
            </a:fld>
            <a:endParaRPr lang="en-US" altLang="zh-CN">
              <a:solidFill>
                <a:srgbClr val="000000"/>
              </a:solidFill>
            </a:endParaRPr>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7"/>
          <p:cNvSpPr>
            <a:spLocks noGrp="1" noChangeArrowheads="1"/>
          </p:cNvSpPr>
          <p:nvPr>
            <p:ph type="sldNum" sz="quarter" idx="12"/>
          </p:nvPr>
        </p:nvSpPr>
        <p:spPr/>
        <p:txBody>
          <a:bodyPr/>
          <a:lstStyle>
            <a:lvl1pPr>
              <a:defRPr/>
            </a:lvl1pPr>
          </a:lstStyle>
          <a:p>
            <a:pPr>
              <a:defRPr/>
            </a:pPr>
            <a:fld id="{3F55A8C2-C0AC-4C30-A746-B20E99B03A1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18481912-DC2F-4AD2-90AE-6D3C4E8E9772}" type="datetime10">
              <a:rPr lang="zh-CN" altLang="en-US" smtClean="0">
                <a:solidFill>
                  <a:srgbClr val="000000"/>
                </a:solidFill>
              </a:r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pPr>
              <a:defRPr/>
            </a:pPr>
            <a:fld id="{82FD546A-0929-4E7E-8B3D-7EFDD4DE2F0C}"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4029718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C35B8CA-1F22-4435-A5D3-28286EF487A3}" type="datetime10">
              <a:rPr lang="zh-CN" altLang="en-US" smtClean="0">
                <a:solidFill>
                  <a:srgbClr val="000000"/>
                </a:solidFill>
              </a:r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pPr>
              <a:defRPr/>
            </a:pPr>
            <a:fld id="{4961CDDE-619A-4197-AF8E-2A4A38504A2E}"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204630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1479FF4-5659-4594-AF1E-6BA2593A43C6}" type="datetime10">
              <a:rPr lang="zh-CN" altLang="en-US" smtClean="0">
                <a:solidFill>
                  <a:srgbClr val="000000"/>
                </a:solidFill>
              </a:r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pPr>
              <a:defRPr/>
            </a:pPr>
            <a:fld id="{116832C6-7097-4C0A-AE02-E8ED6C4FE30F}"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30333251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433D2F29-96BA-408E-8A0A-2F5D31D9D2F5}" type="datetime10">
              <a:rPr lang="zh-CN" altLang="en-US" smtClean="0">
                <a:solidFill>
                  <a:srgbClr val="000000"/>
                </a:solidFill>
              </a:rPr>
              <a:t>12:58</a:t>
            </a:fld>
            <a:endParaRPr lang="en-US" altLang="zh-CN">
              <a:solidFill>
                <a:srgbClr val="000000"/>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7" name="灯片编号占位符 5"/>
          <p:cNvSpPr>
            <a:spLocks noGrp="1"/>
          </p:cNvSpPr>
          <p:nvPr>
            <p:ph type="sldNum" sz="quarter" idx="12"/>
          </p:nvPr>
        </p:nvSpPr>
        <p:spPr/>
        <p:txBody>
          <a:bodyPr/>
          <a:lstStyle>
            <a:lvl1pPr>
              <a:defRPr/>
            </a:lvl1pPr>
          </a:lstStyle>
          <a:p>
            <a:pPr>
              <a:defRPr/>
            </a:pPr>
            <a:fld id="{B77FEEB1-CD75-4A59-BA17-C1FD9B3DFDA2}"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2937106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6B68CA6C-4C2E-4086-B9C4-BD42C0AA4829}" type="datetime10">
              <a:rPr lang="zh-CN" altLang="en-US" smtClean="0">
                <a:solidFill>
                  <a:srgbClr val="000000"/>
                </a:solidFill>
              </a:rPr>
              <a:t>12:58</a:t>
            </a:fld>
            <a:endParaRPr lang="en-US" altLang="zh-CN">
              <a:solidFill>
                <a:srgbClr val="000000"/>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9" name="灯片编号占位符 5"/>
          <p:cNvSpPr>
            <a:spLocks noGrp="1"/>
          </p:cNvSpPr>
          <p:nvPr>
            <p:ph type="sldNum" sz="quarter" idx="12"/>
          </p:nvPr>
        </p:nvSpPr>
        <p:spPr/>
        <p:txBody>
          <a:bodyPr/>
          <a:lstStyle>
            <a:lvl1pPr>
              <a:defRPr/>
            </a:lvl1pPr>
          </a:lstStyle>
          <a:p>
            <a:pPr>
              <a:defRPr/>
            </a:pPr>
            <a:fld id="{8F760350-21DC-4B39-815D-B4B97B4CA865}"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1926781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17D7E795-B7C4-472F-A3FF-885D375C8AC3}" type="datetime10">
              <a:rPr lang="zh-CN" altLang="en-US" smtClean="0">
                <a:solidFill>
                  <a:srgbClr val="000000"/>
                </a:solidFill>
              </a:rPr>
              <a:t>12:58</a:t>
            </a:fld>
            <a:endParaRPr lang="en-US" altLang="zh-CN">
              <a:solidFill>
                <a:srgbClr val="000000"/>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5" name="灯片编号占位符 5"/>
          <p:cNvSpPr>
            <a:spLocks noGrp="1"/>
          </p:cNvSpPr>
          <p:nvPr>
            <p:ph type="sldNum" sz="quarter" idx="12"/>
          </p:nvPr>
        </p:nvSpPr>
        <p:spPr/>
        <p:txBody>
          <a:bodyPr/>
          <a:lstStyle>
            <a:lvl1pPr>
              <a:defRPr/>
            </a:lvl1pPr>
          </a:lstStyle>
          <a:p>
            <a:pPr>
              <a:defRPr/>
            </a:pPr>
            <a:fld id="{D3305451-B55C-4980-A542-B180880A40A2}"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2329818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BA5DDF9-1C30-4FB5-B907-54406C6BFEFA}" type="datetime10">
              <a:rPr lang="zh-CN" altLang="en-US" smtClean="0">
                <a:solidFill>
                  <a:srgbClr val="000000"/>
                </a:solidFill>
              </a:rPr>
              <a:t>12:58</a:t>
            </a:fld>
            <a:endParaRPr lang="en-US" altLang="zh-CN">
              <a:solidFill>
                <a:srgbClr val="000000"/>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4" name="灯片编号占位符 5"/>
          <p:cNvSpPr>
            <a:spLocks noGrp="1"/>
          </p:cNvSpPr>
          <p:nvPr>
            <p:ph type="sldNum" sz="quarter" idx="12"/>
          </p:nvPr>
        </p:nvSpPr>
        <p:spPr/>
        <p:txBody>
          <a:bodyPr/>
          <a:lstStyle>
            <a:lvl1pPr>
              <a:defRPr/>
            </a:lvl1pPr>
          </a:lstStyle>
          <a:p>
            <a:pPr>
              <a:defRPr/>
            </a:pPr>
            <a:fld id="{E2CAE06F-9411-4E11-B14D-28024352F36A}"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29697516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AC0EE5B-95B2-4374-B0B3-6DA485AC6EC5}" type="datetime10">
              <a:rPr lang="zh-CN" altLang="en-US" smtClean="0">
                <a:solidFill>
                  <a:srgbClr val="000000"/>
                </a:solidFill>
              </a:rPr>
              <a:t>12:58</a:t>
            </a:fld>
            <a:endParaRPr lang="en-US" altLang="zh-CN">
              <a:solidFill>
                <a:srgbClr val="000000"/>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7" name="灯片编号占位符 5"/>
          <p:cNvSpPr>
            <a:spLocks noGrp="1"/>
          </p:cNvSpPr>
          <p:nvPr>
            <p:ph type="sldNum" sz="quarter" idx="12"/>
          </p:nvPr>
        </p:nvSpPr>
        <p:spPr/>
        <p:txBody>
          <a:bodyPr/>
          <a:lstStyle>
            <a:lvl1pPr>
              <a:defRPr/>
            </a:lvl1pPr>
          </a:lstStyle>
          <a:p>
            <a:pPr>
              <a:defRPr/>
            </a:pPr>
            <a:fld id="{21C2E051-CBDF-404C-A708-BD955E264B00}"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7258609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9C18A07-95B3-43E2-976D-2A2C99176A28}" type="datetime10">
              <a:rPr lang="zh-CN" altLang="en-US" smtClean="0">
                <a:solidFill>
                  <a:srgbClr val="000000"/>
                </a:solidFill>
              </a:rPr>
              <a:t>12:58</a:t>
            </a:fld>
            <a:endParaRPr lang="en-US" altLang="zh-CN">
              <a:solidFill>
                <a:srgbClr val="000000"/>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7" name="灯片编号占位符 5"/>
          <p:cNvSpPr>
            <a:spLocks noGrp="1"/>
          </p:cNvSpPr>
          <p:nvPr>
            <p:ph type="sldNum" sz="quarter" idx="12"/>
          </p:nvPr>
        </p:nvSpPr>
        <p:spPr/>
        <p:txBody>
          <a:bodyPr/>
          <a:lstStyle>
            <a:lvl1pPr>
              <a:defRPr/>
            </a:lvl1pPr>
          </a:lstStyle>
          <a:p>
            <a:pPr>
              <a:defRPr/>
            </a:pPr>
            <a:fld id="{90752FE6-656A-4DD6-AB37-64D09EF542DF}"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1726595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550C719-2B21-4A53-8158-1AB24E25983E}" type="datetime10">
              <a:rPr lang="zh-CN" altLang="en-US" smtClean="0">
                <a:solidFill>
                  <a:srgbClr val="000000"/>
                </a:solidFill>
              </a:r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pPr>
              <a:defRPr/>
            </a:pPr>
            <a:fld id="{6D6CA1A1-0FD4-4883-99E7-4D5660858930}"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41117656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B7D3B83-0AE7-407E-88C3-83CC528FEE90}" type="datetime10">
              <a:rPr lang="zh-CN" altLang="en-US" smtClean="0">
                <a:solidFill>
                  <a:srgbClr val="000000"/>
                </a:solidFill>
              </a:r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pPr>
              <a:defRPr/>
            </a:pPr>
            <a:fld id="{3F55A8C2-C0AC-4C30-A746-B20E99B03A17}"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1607820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fontAlgn="base">
              <a:spcBef>
                <a:spcPct val="0"/>
              </a:spcBef>
              <a:spcAft>
                <a:spcPct val="0"/>
              </a:spcAft>
              <a:defRPr/>
            </a:pPr>
            <a:fld id="{ABD4E55C-19D1-42FB-BD6D-6EB8D36CD872}" type="datetime10">
              <a:rPr lang="zh-CN" altLang="en-US" smtClean="0">
                <a:solidFill>
                  <a:srgbClr val="000000"/>
                </a:solidFill>
              </a:rPr>
              <a:t>12:58</a:t>
            </a:fld>
            <a:endParaRPr lang="en-US" altLang="zh-CN">
              <a:solidFill>
                <a:srgbClr val="000000"/>
              </a:solidFill>
            </a:endParaRPr>
          </a:p>
        </p:txBody>
      </p:sp>
      <p:sp>
        <p:nvSpPr>
          <p:cNvPr id="7" name="页脚占位符 6"/>
          <p:cNvSpPr>
            <a:spLocks noGrp="1"/>
          </p:cNvSpPr>
          <p:nvPr>
            <p:ph type="ftr" sz="quarter" idx="11"/>
          </p:nvPr>
        </p:nvSpPr>
        <p:spPr/>
        <p:txBody>
          <a:bodyPr/>
          <a:lstStyle>
            <a:lvl1pPr>
              <a:defRPr/>
            </a:lvl1pPr>
          </a:lstStyle>
          <a:p>
            <a:pPr fontAlgn="base">
              <a:spcBef>
                <a:spcPct val="0"/>
              </a:spcBef>
              <a:spcAft>
                <a:spcPct val="0"/>
              </a:spcAft>
              <a:defRPr/>
            </a:pPr>
            <a:endParaRPr lang="en-US" altLang="zh-CN">
              <a:solidFill>
                <a:srgbClr val="000000"/>
              </a:solidFill>
            </a:endParaRPr>
          </a:p>
        </p:txBody>
      </p:sp>
      <p:sp>
        <p:nvSpPr>
          <p:cNvPr id="8" name="灯片编号占位符 7"/>
          <p:cNvSpPr>
            <a:spLocks noGrp="1"/>
          </p:cNvSpPr>
          <p:nvPr>
            <p:ph type="sldNum" sz="quarter" idx="12"/>
          </p:nvPr>
        </p:nvSpPr>
        <p:spPr>
          <a:xfrm>
            <a:off x="6553200" y="4686300"/>
            <a:ext cx="1905000" cy="342900"/>
          </a:xfrm>
        </p:spPr>
        <p:txBody>
          <a:bodyPr/>
          <a:lstStyle>
            <a:lvl1pPr>
              <a:defRPr smtClean="0"/>
            </a:lvl1pPr>
          </a:lstStyle>
          <a:p>
            <a:pPr fontAlgn="base">
              <a:spcBef>
                <a:spcPct val="0"/>
              </a:spcBef>
              <a:spcAft>
                <a:spcPct val="0"/>
              </a:spcAft>
              <a:defRPr/>
            </a:pPr>
            <a:fld id="{810B21A7-4BE2-4CF0-B11D-4036BE6B9099}" type="slidenum">
              <a:rPr lang="en-US" altLang="zh-CN" smtClean="0">
                <a:solidFill>
                  <a:srgbClr val="000000"/>
                </a:solidFill>
              </a:rPr>
              <a:t>‹#›</a:t>
            </a:fld>
            <a:endParaRPr lang="en-US" altLang="zh-CN">
              <a:solidFill>
                <a:srgbClr val="000000"/>
              </a:solidFill>
            </a:endParaRPr>
          </a:p>
        </p:txBody>
      </p:sp>
    </p:spTree>
    <p:extLst>
      <p:ext uri="{BB962C8B-B14F-4D97-AF65-F5344CB8AC3E}">
        <p14:creationId xmlns:p14="http://schemas.microsoft.com/office/powerpoint/2010/main" val="1969936904"/>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800100"/>
            <a:ext cx="0" cy="3371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grpSp>
        <p:nvGrpSpPr>
          <p:cNvPr id="5" name="Group 8"/>
          <p:cNvGrpSpPr>
            <a:grpSpLocks/>
          </p:cNvGrpSpPr>
          <p:nvPr/>
        </p:nvGrpSpPr>
        <p:grpSpPr bwMode="auto">
          <a:xfrm>
            <a:off x="7493000" y="2244725"/>
            <a:ext cx="1338263" cy="1641475"/>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3" name="Oval 16"/>
            <p:cNvSpPr>
              <a:spLocks noChangeArrowheads="1"/>
            </p:cNvSpPr>
            <p:nvPr/>
          </p:nvSpPr>
          <p:spPr bwMode="auto">
            <a:xfrm>
              <a:off x="4704" y="2242"/>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4" name="Oval 17"/>
            <p:cNvSpPr>
              <a:spLocks noChangeArrowheads="1"/>
            </p:cNvSpPr>
            <p:nvPr/>
          </p:nvSpPr>
          <p:spPr bwMode="auto">
            <a:xfrm>
              <a:off x="4883" y="2242"/>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5" name="Oval 18"/>
            <p:cNvSpPr>
              <a:spLocks noChangeArrowheads="1"/>
            </p:cNvSpPr>
            <p:nvPr/>
          </p:nvSpPr>
          <p:spPr bwMode="auto">
            <a:xfrm>
              <a:off x="5062" y="2242"/>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6" name="Oval 19"/>
            <p:cNvSpPr>
              <a:spLocks noChangeArrowheads="1"/>
            </p:cNvSpPr>
            <p:nvPr/>
          </p:nvSpPr>
          <p:spPr bwMode="auto">
            <a:xfrm>
              <a:off x="5241" y="2242"/>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7" name="Oval 20"/>
            <p:cNvSpPr>
              <a:spLocks noChangeArrowheads="1"/>
            </p:cNvSpPr>
            <p:nvPr/>
          </p:nvSpPr>
          <p:spPr bwMode="auto">
            <a:xfrm>
              <a:off x="5420" y="2242"/>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7" name="Oval 30"/>
            <p:cNvSpPr>
              <a:spLocks noChangeArrowheads="1"/>
            </p:cNvSpPr>
            <p:nvPr/>
          </p:nvSpPr>
          <p:spPr bwMode="auto">
            <a:xfrm>
              <a:off x="4704" y="2779"/>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8" name="Oval 31"/>
            <p:cNvSpPr>
              <a:spLocks noChangeArrowheads="1"/>
            </p:cNvSpPr>
            <p:nvPr/>
          </p:nvSpPr>
          <p:spPr bwMode="auto">
            <a:xfrm>
              <a:off x="4883" y="277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9" name="Oval 32"/>
            <p:cNvSpPr>
              <a:spLocks noChangeArrowheads="1"/>
            </p:cNvSpPr>
            <p:nvPr/>
          </p:nvSpPr>
          <p:spPr bwMode="auto">
            <a:xfrm>
              <a:off x="5062" y="277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0" name="Oval 33"/>
            <p:cNvSpPr>
              <a:spLocks noChangeArrowheads="1"/>
            </p:cNvSpPr>
            <p:nvPr/>
          </p:nvSpPr>
          <p:spPr bwMode="auto">
            <a:xfrm>
              <a:off x="5241" y="277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1" name="Oval 34"/>
            <p:cNvSpPr>
              <a:spLocks noChangeArrowheads="1"/>
            </p:cNvSpPr>
            <p:nvPr/>
          </p:nvSpPr>
          <p:spPr bwMode="auto">
            <a:xfrm>
              <a:off x="4704" y="295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2" name="Oval 35"/>
            <p:cNvSpPr>
              <a:spLocks noChangeArrowheads="1"/>
            </p:cNvSpPr>
            <p:nvPr/>
          </p:nvSpPr>
          <p:spPr bwMode="auto">
            <a:xfrm>
              <a:off x="4883" y="295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3" name="Oval 36"/>
            <p:cNvSpPr>
              <a:spLocks noChangeArrowheads="1"/>
            </p:cNvSpPr>
            <p:nvPr/>
          </p:nvSpPr>
          <p:spPr bwMode="auto">
            <a:xfrm>
              <a:off x="5062" y="295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4" name="Oval 37"/>
            <p:cNvSpPr>
              <a:spLocks noChangeArrowheads="1"/>
            </p:cNvSpPr>
            <p:nvPr/>
          </p:nvSpPr>
          <p:spPr bwMode="auto">
            <a:xfrm>
              <a:off x="5241" y="295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grpSp>
      <p:sp>
        <p:nvSpPr>
          <p:cNvPr id="37" name="Line 40"/>
          <p:cNvSpPr>
            <a:spLocks noChangeShapeType="1"/>
          </p:cNvSpPr>
          <p:nvPr/>
        </p:nvSpPr>
        <p:spPr bwMode="auto">
          <a:xfrm>
            <a:off x="304800" y="211455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146435" name="Rectangle 3"/>
          <p:cNvSpPr>
            <a:spLocks noGrp="1" noChangeArrowheads="1"/>
          </p:cNvSpPr>
          <p:nvPr>
            <p:ph type="ctrTitle"/>
          </p:nvPr>
        </p:nvSpPr>
        <p:spPr>
          <a:xfrm>
            <a:off x="315913" y="350044"/>
            <a:ext cx="6781800" cy="1600200"/>
          </a:xfrm>
        </p:spPr>
        <p:txBody>
          <a:bodyPr/>
          <a:lstStyle>
            <a:lvl1pPr algn="r">
              <a:defRPr sz="4800"/>
            </a:lvl1pPr>
          </a:lstStyle>
          <a:p>
            <a:pPr lvl="0"/>
            <a:r>
              <a:rPr lang="zh-CN" altLang="en-US" noProof="0" smtClean="0"/>
              <a:t>单击此处编辑母版标题样式</a:t>
            </a:r>
          </a:p>
        </p:txBody>
      </p:sp>
      <p:sp>
        <p:nvSpPr>
          <p:cNvPr id="146436" name="Rectangle 4"/>
          <p:cNvSpPr>
            <a:spLocks noGrp="1" noChangeArrowheads="1"/>
          </p:cNvSpPr>
          <p:nvPr>
            <p:ph type="subTitle" idx="1"/>
          </p:nvPr>
        </p:nvSpPr>
        <p:spPr>
          <a:xfrm>
            <a:off x="849313" y="2287191"/>
            <a:ext cx="6248400" cy="1771650"/>
          </a:xfrm>
        </p:spPr>
        <p:txBody>
          <a:bodyPr/>
          <a:lstStyle>
            <a:lvl1pPr marL="0" indent="0" algn="r">
              <a:buFont typeface="Wingdings" panose="05000000000000000000" pitchFamily="2" charset="2"/>
              <a:buNone/>
              <a:defRPr sz="3200"/>
            </a:lvl1pPr>
          </a:lstStyle>
          <a:p>
            <a:pPr lvl="0"/>
            <a:r>
              <a:rPr lang="zh-CN" altLang="en-US" noProof="0" smtClean="0"/>
              <a:t>单击此处编辑母版副标题样式</a:t>
            </a:r>
          </a:p>
        </p:txBody>
      </p:sp>
      <p:sp>
        <p:nvSpPr>
          <p:cNvPr id="38" name="Rectangle 5"/>
          <p:cNvSpPr>
            <a:spLocks noGrp="1" noChangeArrowheads="1"/>
          </p:cNvSpPr>
          <p:nvPr>
            <p:ph type="dt" sz="half" idx="10"/>
          </p:nvPr>
        </p:nvSpPr>
        <p:spPr/>
        <p:txBody>
          <a:bodyPr/>
          <a:lstStyle>
            <a:lvl1pPr>
              <a:defRPr>
                <a:latin typeface="Comic Sans MS" pitchFamily="66" charset="0"/>
              </a:defRPr>
            </a:lvl1pPr>
          </a:lstStyle>
          <a:p>
            <a:pPr>
              <a:defRPr/>
            </a:pPr>
            <a:fld id="{9D764619-9B74-4204-9D8E-B0918C5B285B}" type="datetime10">
              <a:rPr lang="zh-CN" altLang="en-US"/>
              <a:pPr>
                <a:defRPr/>
              </a:pPr>
              <a:t>12:58</a:t>
            </a:fld>
            <a:endParaRPr lang="en-US" altLang="zh-CN"/>
          </a:p>
        </p:txBody>
      </p:sp>
      <p:sp>
        <p:nvSpPr>
          <p:cNvPr id="39" name="Rectangle 6"/>
          <p:cNvSpPr>
            <a:spLocks noGrp="1" noChangeArrowheads="1"/>
          </p:cNvSpPr>
          <p:nvPr>
            <p:ph type="ftr" sz="quarter" idx="11"/>
          </p:nvPr>
        </p:nvSpPr>
        <p:spPr/>
        <p:txBody>
          <a:bodyPr/>
          <a:lstStyle>
            <a:lvl1pPr>
              <a:defRPr>
                <a:latin typeface="Comic Sans MS" pitchFamily="66" charset="0"/>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atin typeface="Comic Sans MS" pitchFamily="66" charset="0"/>
              </a:defRPr>
            </a:lvl1pPr>
          </a:lstStyle>
          <a:p>
            <a:pPr>
              <a:defRPr/>
            </a:pPr>
            <a:fld id="{934FACB4-7D29-4E20-A509-EF2E12682EBD}" type="slidenum">
              <a:rPr lang="en-US" altLang="zh-CN"/>
              <a:pPr>
                <a:defRPr/>
              </a:pPr>
              <a:t>‹#›</a:t>
            </a:fld>
            <a:endParaRPr lang="en-US" altLang="zh-CN"/>
          </a:p>
        </p:txBody>
      </p:sp>
    </p:spTree>
    <p:extLst>
      <p:ext uri="{BB962C8B-B14F-4D97-AF65-F5344CB8AC3E}">
        <p14:creationId xmlns:p14="http://schemas.microsoft.com/office/powerpoint/2010/main" val="4207874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9FBF7C75-5814-44CF-A5B0-74627A8821D6}"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8FA30292-5E48-4D71-BD17-E39EFCA1F268}" type="slidenum">
              <a:rPr lang="en-US" altLang="zh-CN"/>
              <a:pPr>
                <a:defRPr/>
              </a:pPr>
              <a:t>‹#›</a:t>
            </a:fld>
            <a:endParaRPr lang="en-US" altLang="zh-CN"/>
          </a:p>
        </p:txBody>
      </p:sp>
    </p:spTree>
    <p:extLst>
      <p:ext uri="{BB962C8B-B14F-4D97-AF65-F5344CB8AC3E}">
        <p14:creationId xmlns:p14="http://schemas.microsoft.com/office/powerpoint/2010/main" val="38900659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4074FB05-5F83-424A-9657-92F76BD63B7C}"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879573FC-FB65-4B41-9E84-755F828744C3}" type="slidenum">
              <a:rPr lang="en-US" altLang="zh-CN"/>
              <a:pPr>
                <a:defRPr/>
              </a:pPr>
              <a:t>‹#›</a:t>
            </a:fld>
            <a:endParaRPr lang="en-US" altLang="zh-CN"/>
          </a:p>
        </p:txBody>
      </p:sp>
    </p:spTree>
    <p:extLst>
      <p:ext uri="{BB962C8B-B14F-4D97-AF65-F5344CB8AC3E}">
        <p14:creationId xmlns:p14="http://schemas.microsoft.com/office/powerpoint/2010/main" val="1689102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89447"/>
            <a:ext cx="4038600" cy="33087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54286B9F-7E17-4591-A1A4-F477729ACDDC}"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15831276-3ACF-4400-9E62-BBD7CEC4A3BD}" type="slidenum">
              <a:rPr lang="en-US" altLang="zh-CN"/>
              <a:pPr>
                <a:defRPr/>
              </a:pPr>
              <a:t>‹#›</a:t>
            </a:fld>
            <a:endParaRPr lang="en-US" altLang="zh-CN"/>
          </a:p>
        </p:txBody>
      </p:sp>
    </p:spTree>
    <p:extLst>
      <p:ext uri="{BB962C8B-B14F-4D97-AF65-F5344CB8AC3E}">
        <p14:creationId xmlns:p14="http://schemas.microsoft.com/office/powerpoint/2010/main" val="41113625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lvl1pPr>
              <a:defRPr>
                <a:latin typeface="Comic Sans MS" pitchFamily="66" charset="0"/>
              </a:defRPr>
            </a:lvl1pPr>
          </a:lstStyle>
          <a:p>
            <a:pPr>
              <a:defRPr/>
            </a:pPr>
            <a:fld id="{3A25672D-2126-4BC3-B920-8B60D9A8CF23}" type="datetime10">
              <a:rPr lang="zh-CN" altLang="en-US"/>
              <a:pPr>
                <a:defRPr/>
              </a:pPr>
              <a:t>12:58</a:t>
            </a:fld>
            <a:endParaRPr lang="en-US" altLang="zh-CN"/>
          </a:p>
        </p:txBody>
      </p:sp>
      <p:sp>
        <p:nvSpPr>
          <p:cNvPr id="8" name="页脚占位符 7"/>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atin typeface="Comic Sans MS" pitchFamily="66" charset="0"/>
              </a:defRPr>
            </a:lvl1pPr>
          </a:lstStyle>
          <a:p>
            <a:pPr>
              <a:defRPr/>
            </a:pPr>
            <a:fld id="{69F9C92D-C4B4-456E-BF30-A40C58B073D6}" type="slidenum">
              <a:rPr lang="en-US" altLang="zh-CN"/>
              <a:pPr>
                <a:defRPr/>
              </a:pPr>
              <a:t>‹#›</a:t>
            </a:fld>
            <a:endParaRPr lang="en-US" altLang="zh-CN"/>
          </a:p>
        </p:txBody>
      </p:sp>
    </p:spTree>
    <p:extLst>
      <p:ext uri="{BB962C8B-B14F-4D97-AF65-F5344CB8AC3E}">
        <p14:creationId xmlns:p14="http://schemas.microsoft.com/office/powerpoint/2010/main" val="14477467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lvl1pPr>
              <a:defRPr>
                <a:latin typeface="Comic Sans MS" pitchFamily="66" charset="0"/>
              </a:defRPr>
            </a:lvl1pPr>
          </a:lstStyle>
          <a:p>
            <a:pPr>
              <a:defRPr/>
            </a:pPr>
            <a:fld id="{07D0C78B-EB9E-4D6D-A7E7-02E70B559546}" type="datetime10">
              <a:rPr lang="zh-CN" altLang="en-US"/>
              <a:pPr>
                <a:defRPr/>
              </a:pPr>
              <a:t>12:58</a:t>
            </a:fld>
            <a:endParaRPr lang="en-US" altLang="zh-CN"/>
          </a:p>
        </p:txBody>
      </p:sp>
      <p:sp>
        <p:nvSpPr>
          <p:cNvPr id="4" name="页脚占位符 3"/>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Comic Sans MS" pitchFamily="66" charset="0"/>
              </a:defRPr>
            </a:lvl1pPr>
          </a:lstStyle>
          <a:p>
            <a:pPr>
              <a:defRPr/>
            </a:pPr>
            <a:fld id="{3906328F-8EE4-4712-97A3-3DD1F6228B6A}" type="slidenum">
              <a:rPr lang="en-US" altLang="zh-CN"/>
              <a:pPr>
                <a:defRPr/>
              </a:pPr>
              <a:t>‹#›</a:t>
            </a:fld>
            <a:endParaRPr lang="en-US" altLang="zh-CN"/>
          </a:p>
        </p:txBody>
      </p:sp>
    </p:spTree>
    <p:extLst>
      <p:ext uri="{BB962C8B-B14F-4D97-AF65-F5344CB8AC3E}">
        <p14:creationId xmlns:p14="http://schemas.microsoft.com/office/powerpoint/2010/main" val="14292072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Comic Sans MS" pitchFamily="66" charset="0"/>
              </a:defRPr>
            </a:lvl1pPr>
          </a:lstStyle>
          <a:p>
            <a:pPr>
              <a:defRPr/>
            </a:pPr>
            <a:fld id="{E8757BFF-4CFE-4F9C-A87F-C56C1A17EB7F}" type="datetime10">
              <a:rPr lang="zh-CN" altLang="en-US"/>
              <a:pPr>
                <a:defRPr/>
              </a:pPr>
              <a:t>12:58</a:t>
            </a:fld>
            <a:endParaRPr lang="en-US" altLang="zh-CN"/>
          </a:p>
        </p:txBody>
      </p:sp>
      <p:sp>
        <p:nvSpPr>
          <p:cNvPr id="3" name="页脚占位符 2"/>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atin typeface="Comic Sans MS" pitchFamily="66" charset="0"/>
              </a:defRPr>
            </a:lvl1pPr>
          </a:lstStyle>
          <a:p>
            <a:pPr>
              <a:defRPr/>
            </a:pPr>
            <a:fld id="{058AE0E2-F8B5-4301-A585-6D794982FD49}" type="slidenum">
              <a:rPr lang="en-US" altLang="zh-CN"/>
              <a:pPr>
                <a:defRPr/>
              </a:pPr>
              <a:t>‹#›</a:t>
            </a:fld>
            <a:endParaRPr lang="en-US" altLang="zh-CN"/>
          </a:p>
        </p:txBody>
      </p:sp>
    </p:spTree>
    <p:extLst>
      <p:ext uri="{BB962C8B-B14F-4D97-AF65-F5344CB8AC3E}">
        <p14:creationId xmlns:p14="http://schemas.microsoft.com/office/powerpoint/2010/main" val="16209136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620295B5-E67F-4EDC-96A0-838A9AD0EF0B}"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0536DEB3-AFCE-40DF-B2F0-2881FD80C4BF}" type="slidenum">
              <a:rPr lang="en-US" altLang="zh-CN"/>
              <a:pPr>
                <a:defRPr/>
              </a:pPr>
              <a:t>‹#›</a:t>
            </a:fld>
            <a:endParaRPr lang="en-US" altLang="zh-CN"/>
          </a:p>
        </p:txBody>
      </p:sp>
    </p:spTree>
    <p:extLst>
      <p:ext uri="{BB962C8B-B14F-4D97-AF65-F5344CB8AC3E}">
        <p14:creationId xmlns:p14="http://schemas.microsoft.com/office/powerpoint/2010/main" val="19465011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66187018-22C1-41B1-A752-2592CEB370A4}"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14F393F4-7131-40D7-B500-98B86683981C}" type="slidenum">
              <a:rPr lang="en-US" altLang="zh-CN"/>
              <a:pPr>
                <a:defRPr/>
              </a:pPr>
              <a:t>‹#›</a:t>
            </a:fld>
            <a:endParaRPr lang="en-US" altLang="zh-CN"/>
          </a:p>
        </p:txBody>
      </p:sp>
    </p:spTree>
    <p:extLst>
      <p:ext uri="{BB962C8B-B14F-4D97-AF65-F5344CB8AC3E}">
        <p14:creationId xmlns:p14="http://schemas.microsoft.com/office/powerpoint/2010/main" val="904166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F88FD0AF-AD7E-493F-9176-41ACC967C410}"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E2E36391-49C0-4ACF-904E-08C364741D56}" type="slidenum">
              <a:rPr lang="en-US" altLang="zh-CN"/>
              <a:pPr>
                <a:defRPr/>
              </a:pPr>
              <a:t>‹#›</a:t>
            </a:fld>
            <a:endParaRPr lang="en-US" altLang="zh-CN"/>
          </a:p>
        </p:txBody>
      </p:sp>
    </p:spTree>
    <p:extLst>
      <p:ext uri="{BB962C8B-B14F-4D97-AF65-F5344CB8AC3E}">
        <p14:creationId xmlns:p14="http://schemas.microsoft.com/office/powerpoint/2010/main" val="30833689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679"/>
            <a:ext cx="2057400" cy="450651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91679"/>
            <a:ext cx="6019800" cy="4506515"/>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A3A8984B-AF77-4C33-80D1-1AB719DBB62C}"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C353CDB9-4169-4CF9-95FC-50D2B16ACBCA}" type="slidenum">
              <a:rPr lang="en-US" altLang="zh-CN"/>
              <a:pPr>
                <a:defRPr/>
              </a:pPr>
              <a:t>‹#›</a:t>
            </a:fld>
            <a:endParaRPr lang="en-US" altLang="zh-CN"/>
          </a:p>
        </p:txBody>
      </p:sp>
    </p:spTree>
    <p:extLst>
      <p:ext uri="{BB962C8B-B14F-4D97-AF65-F5344CB8AC3E}">
        <p14:creationId xmlns:p14="http://schemas.microsoft.com/office/powerpoint/2010/main" val="41704153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4F6DB2C2-5E16-4C3B-A0A1-CD80E06A722F}"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25F95E7E-4216-436A-ADCB-B655D058AFEC}" type="slidenum">
              <a:rPr lang="en-US" altLang="zh-CN"/>
              <a:pPr>
                <a:defRPr/>
              </a:pPr>
              <a:t>‹#›</a:t>
            </a:fld>
            <a:endParaRPr lang="en-US" altLang="zh-CN"/>
          </a:p>
        </p:txBody>
      </p:sp>
    </p:spTree>
    <p:extLst>
      <p:ext uri="{BB962C8B-B14F-4D97-AF65-F5344CB8AC3E}">
        <p14:creationId xmlns:p14="http://schemas.microsoft.com/office/powerpoint/2010/main" val="10699409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85800" y="1485900"/>
            <a:ext cx="3810000" cy="30861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0861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Rectangle 4"/>
          <p:cNvSpPr>
            <a:spLocks noGrp="1" noChangeArrowheads="1"/>
          </p:cNvSpPr>
          <p:nvPr>
            <p:ph type="dt" sz="half" idx="10"/>
          </p:nvPr>
        </p:nvSpPr>
        <p:spPr/>
        <p:txBody>
          <a:bodyPr/>
          <a:lstStyle>
            <a:lvl1pPr>
              <a:defRPr>
                <a:latin typeface="Comic Sans MS" pitchFamily="66" charset="0"/>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atin typeface="Comic Sans MS" pitchFamily="66" charset="0"/>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atin typeface="Comic Sans MS" pitchFamily="66" charset="0"/>
              </a:defRPr>
            </a:lvl1pPr>
          </a:lstStyle>
          <a:p>
            <a:pPr>
              <a:defRPr/>
            </a:pPr>
            <a:fld id="{F068E1F5-E25D-48D5-ACC0-2429614F2F6F}" type="slidenum">
              <a:rPr lang="en-US" altLang="zh-CN"/>
              <a:pPr>
                <a:defRPr/>
              </a:pPr>
              <a:t>‹#›</a:t>
            </a:fld>
            <a:endParaRPr lang="en-US" altLang="zh-CN"/>
          </a:p>
        </p:txBody>
      </p:sp>
    </p:spTree>
    <p:extLst>
      <p:ext uri="{BB962C8B-B14F-4D97-AF65-F5344CB8AC3E}">
        <p14:creationId xmlns:p14="http://schemas.microsoft.com/office/powerpoint/2010/main" val="42726489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EE2FC947-A34A-4949-817D-66018DA17E7C}" type="datetime10">
              <a:rPr lang="zh-CN" altLang="en-US" smtClean="0">
                <a:solidFill>
                  <a:srgbClr val="000000"/>
                </a:solidFill>
              </a:rPr>
              <a:pPr>
                <a:defRPr/>
              </a:p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4029718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046303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30333251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937106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9"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19267817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5"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329818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4"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9697516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7258609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17265954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41117656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mtClean="0">
                <a:solidFill>
                  <a:srgbClr val="000000"/>
                </a:solidFill>
              </a:rPr>
              <a:pPr>
                <a:defRPr/>
              </a:pPr>
              <a:t>12:58</a:t>
            </a:fld>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16078201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a:defRPr/>
            </a:pPr>
            <a:fld id="{BBED5795-ABC6-4AFE-A17B-DB737F69BD2D}" type="datetime10">
              <a:rPr lang="zh-CN" altLang="en-US" smtClean="0">
                <a:solidFill>
                  <a:srgbClr val="000000"/>
                </a:solidFill>
                <a:latin typeface="Arial" panose="020B0604020202020204" pitchFamily="34" charset="0"/>
              </a:rPr>
              <a:pPr>
                <a:defRPr/>
              </a:pPr>
              <a:t>12:58</a:t>
            </a:fld>
            <a:endParaRPr lang="en-US" altLang="zh-CN">
              <a:solidFill>
                <a:srgbClr val="000000"/>
              </a:solidFill>
              <a:latin typeface="Arial" panose="020B0604020202020204" pitchFamily="34" charset="0"/>
            </a:endParaRPr>
          </a:p>
        </p:txBody>
      </p:sp>
      <p:sp>
        <p:nvSpPr>
          <p:cNvPr id="7" name="页脚占位符 6"/>
          <p:cNvSpPr>
            <a:spLocks noGrp="1"/>
          </p:cNvSpPr>
          <p:nvPr>
            <p:ph type="ftr" sz="quarter" idx="11"/>
          </p:nvPr>
        </p:nvSpPr>
        <p:spPr/>
        <p:txBody>
          <a:bodyPr/>
          <a:lstStyle>
            <a:lvl1pPr>
              <a:defRPr/>
            </a:lvl1pPr>
          </a:lstStyle>
          <a:p>
            <a:pPr>
              <a:defRPr/>
            </a:pPr>
            <a:endParaRPr lang="en-US" altLang="zh-CN">
              <a:solidFill>
                <a:srgbClr val="000000"/>
              </a:solidFill>
              <a:latin typeface="Arial" panose="020B0604020202020204" pitchFamily="34" charset="0"/>
            </a:endParaRPr>
          </a:p>
        </p:txBody>
      </p:sp>
      <p:sp>
        <p:nvSpPr>
          <p:cNvPr id="8" name="灯片编号占位符 7"/>
          <p:cNvSpPr>
            <a:spLocks noGrp="1"/>
          </p:cNvSpPr>
          <p:nvPr>
            <p:ph type="sldNum" sz="quarter" idx="12"/>
          </p:nvPr>
        </p:nvSpPr>
        <p:spPr>
          <a:xfrm>
            <a:off x="6553200" y="4686300"/>
            <a:ext cx="1905000" cy="342900"/>
          </a:xfrm>
        </p:spPr>
        <p:txBody>
          <a:bodyPr/>
          <a:lstStyle>
            <a:lvl1pPr>
              <a:defRPr smtClean="0"/>
            </a:lvl1pPr>
          </a:lstStyle>
          <a:p>
            <a:fld id="{9A0DB2DC-4C9A-4742-B13C-FB6460FD3503}" type="slidenum">
              <a:rPr lang="en-US" altLang="zh-CN" smtClean="0">
                <a:solidFill>
                  <a:srgbClr val="000000"/>
                </a:solidFill>
                <a:latin typeface="Arial" panose="020B0604020202020204" pitchFamily="34" charset="0"/>
              </a:rPr>
              <a:pPr/>
              <a:t>‹#›</a:t>
            </a:fld>
            <a:endParaRPr lang="en-US" altLang="zh-CN" dirty="0">
              <a:solidFill>
                <a:srgbClr val="000000"/>
              </a:solidFill>
              <a:latin typeface="Arial" panose="020B0604020202020204" pitchFamily="34" charset="0"/>
            </a:endParaRPr>
          </a:p>
        </p:txBody>
      </p:sp>
    </p:spTree>
    <p:extLst>
      <p:ext uri="{BB962C8B-B14F-4D97-AF65-F5344CB8AC3E}">
        <p14:creationId xmlns:p14="http://schemas.microsoft.com/office/powerpoint/2010/main" val="1969936904"/>
      </p:ext>
    </p:extLst>
  </p:cSld>
  <p:clrMapOvr>
    <a:masterClrMapping/>
  </p:clrMapOvr>
  <p:hf sldNum="0"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800100"/>
            <a:ext cx="0" cy="3371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grpSp>
        <p:nvGrpSpPr>
          <p:cNvPr id="5" name="Group 8"/>
          <p:cNvGrpSpPr>
            <a:grpSpLocks/>
          </p:cNvGrpSpPr>
          <p:nvPr/>
        </p:nvGrpSpPr>
        <p:grpSpPr bwMode="auto">
          <a:xfrm>
            <a:off x="7493000" y="2244725"/>
            <a:ext cx="1338263" cy="1641475"/>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3" name="Oval 16"/>
            <p:cNvSpPr>
              <a:spLocks noChangeArrowheads="1"/>
            </p:cNvSpPr>
            <p:nvPr/>
          </p:nvSpPr>
          <p:spPr bwMode="auto">
            <a:xfrm>
              <a:off x="4704" y="2242"/>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4" name="Oval 17"/>
            <p:cNvSpPr>
              <a:spLocks noChangeArrowheads="1"/>
            </p:cNvSpPr>
            <p:nvPr/>
          </p:nvSpPr>
          <p:spPr bwMode="auto">
            <a:xfrm>
              <a:off x="4883" y="2242"/>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5" name="Oval 18"/>
            <p:cNvSpPr>
              <a:spLocks noChangeArrowheads="1"/>
            </p:cNvSpPr>
            <p:nvPr/>
          </p:nvSpPr>
          <p:spPr bwMode="auto">
            <a:xfrm>
              <a:off x="5062" y="2242"/>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6" name="Oval 19"/>
            <p:cNvSpPr>
              <a:spLocks noChangeArrowheads="1"/>
            </p:cNvSpPr>
            <p:nvPr/>
          </p:nvSpPr>
          <p:spPr bwMode="auto">
            <a:xfrm>
              <a:off x="5241" y="2242"/>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7" name="Oval 20"/>
            <p:cNvSpPr>
              <a:spLocks noChangeArrowheads="1"/>
            </p:cNvSpPr>
            <p:nvPr/>
          </p:nvSpPr>
          <p:spPr bwMode="auto">
            <a:xfrm>
              <a:off x="5420" y="2242"/>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7" name="Oval 30"/>
            <p:cNvSpPr>
              <a:spLocks noChangeArrowheads="1"/>
            </p:cNvSpPr>
            <p:nvPr/>
          </p:nvSpPr>
          <p:spPr bwMode="auto">
            <a:xfrm>
              <a:off x="4704" y="2779"/>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8" name="Oval 31"/>
            <p:cNvSpPr>
              <a:spLocks noChangeArrowheads="1"/>
            </p:cNvSpPr>
            <p:nvPr/>
          </p:nvSpPr>
          <p:spPr bwMode="auto">
            <a:xfrm>
              <a:off x="4883" y="277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9" name="Oval 32"/>
            <p:cNvSpPr>
              <a:spLocks noChangeArrowheads="1"/>
            </p:cNvSpPr>
            <p:nvPr/>
          </p:nvSpPr>
          <p:spPr bwMode="auto">
            <a:xfrm>
              <a:off x="5062" y="277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0" name="Oval 33"/>
            <p:cNvSpPr>
              <a:spLocks noChangeArrowheads="1"/>
            </p:cNvSpPr>
            <p:nvPr/>
          </p:nvSpPr>
          <p:spPr bwMode="auto">
            <a:xfrm>
              <a:off x="5241" y="277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1" name="Oval 34"/>
            <p:cNvSpPr>
              <a:spLocks noChangeArrowheads="1"/>
            </p:cNvSpPr>
            <p:nvPr/>
          </p:nvSpPr>
          <p:spPr bwMode="auto">
            <a:xfrm>
              <a:off x="4704" y="295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2" name="Oval 35"/>
            <p:cNvSpPr>
              <a:spLocks noChangeArrowheads="1"/>
            </p:cNvSpPr>
            <p:nvPr/>
          </p:nvSpPr>
          <p:spPr bwMode="auto">
            <a:xfrm>
              <a:off x="4883" y="295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3" name="Oval 36"/>
            <p:cNvSpPr>
              <a:spLocks noChangeArrowheads="1"/>
            </p:cNvSpPr>
            <p:nvPr/>
          </p:nvSpPr>
          <p:spPr bwMode="auto">
            <a:xfrm>
              <a:off x="5062" y="295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4" name="Oval 37"/>
            <p:cNvSpPr>
              <a:spLocks noChangeArrowheads="1"/>
            </p:cNvSpPr>
            <p:nvPr/>
          </p:nvSpPr>
          <p:spPr bwMode="auto">
            <a:xfrm>
              <a:off x="5241" y="295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grpSp>
      <p:sp>
        <p:nvSpPr>
          <p:cNvPr id="37" name="Line 40"/>
          <p:cNvSpPr>
            <a:spLocks noChangeShapeType="1"/>
          </p:cNvSpPr>
          <p:nvPr/>
        </p:nvSpPr>
        <p:spPr bwMode="auto">
          <a:xfrm>
            <a:off x="304800" y="211455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146435" name="Rectangle 3"/>
          <p:cNvSpPr>
            <a:spLocks noGrp="1" noChangeArrowheads="1"/>
          </p:cNvSpPr>
          <p:nvPr>
            <p:ph type="ctrTitle"/>
          </p:nvPr>
        </p:nvSpPr>
        <p:spPr>
          <a:xfrm>
            <a:off x="315913" y="350044"/>
            <a:ext cx="6781800" cy="1600200"/>
          </a:xfrm>
        </p:spPr>
        <p:txBody>
          <a:bodyPr/>
          <a:lstStyle>
            <a:lvl1pPr algn="r">
              <a:defRPr sz="4800"/>
            </a:lvl1pPr>
          </a:lstStyle>
          <a:p>
            <a:pPr lvl="0"/>
            <a:r>
              <a:rPr lang="zh-CN" altLang="en-US" noProof="0" smtClean="0"/>
              <a:t>单击此处编辑母版标题样式</a:t>
            </a:r>
          </a:p>
        </p:txBody>
      </p:sp>
      <p:sp>
        <p:nvSpPr>
          <p:cNvPr id="146436" name="Rectangle 4"/>
          <p:cNvSpPr>
            <a:spLocks noGrp="1" noChangeArrowheads="1"/>
          </p:cNvSpPr>
          <p:nvPr>
            <p:ph type="subTitle" idx="1"/>
          </p:nvPr>
        </p:nvSpPr>
        <p:spPr>
          <a:xfrm>
            <a:off x="849313" y="2287191"/>
            <a:ext cx="6248400" cy="1771650"/>
          </a:xfrm>
        </p:spPr>
        <p:txBody>
          <a:bodyPr/>
          <a:lstStyle>
            <a:lvl1pPr marL="0" indent="0" algn="r">
              <a:buFont typeface="Wingdings" panose="05000000000000000000" pitchFamily="2" charset="2"/>
              <a:buNone/>
              <a:defRPr sz="3200"/>
            </a:lvl1pPr>
          </a:lstStyle>
          <a:p>
            <a:pPr lvl="0"/>
            <a:r>
              <a:rPr lang="zh-CN" altLang="en-US" noProof="0" smtClean="0"/>
              <a:t>单击此处编辑母版副标题样式</a:t>
            </a:r>
          </a:p>
        </p:txBody>
      </p:sp>
      <p:sp>
        <p:nvSpPr>
          <p:cNvPr id="38" name="Rectangle 5"/>
          <p:cNvSpPr>
            <a:spLocks noGrp="1" noChangeArrowheads="1"/>
          </p:cNvSpPr>
          <p:nvPr>
            <p:ph type="dt" sz="half" idx="10"/>
          </p:nvPr>
        </p:nvSpPr>
        <p:spPr/>
        <p:txBody>
          <a:bodyPr/>
          <a:lstStyle>
            <a:lvl1pPr>
              <a:defRPr>
                <a:latin typeface="Comic Sans MS" pitchFamily="66" charset="0"/>
              </a:defRPr>
            </a:lvl1pPr>
          </a:lstStyle>
          <a:p>
            <a:pPr>
              <a:defRPr/>
            </a:pPr>
            <a:fld id="{9D764619-9B74-4204-9D8E-B0918C5B285B}" type="datetime10">
              <a:rPr lang="zh-CN" altLang="en-US"/>
              <a:pPr>
                <a:defRPr/>
              </a:pPr>
              <a:t>12:58</a:t>
            </a:fld>
            <a:endParaRPr lang="en-US" altLang="zh-CN"/>
          </a:p>
        </p:txBody>
      </p:sp>
      <p:sp>
        <p:nvSpPr>
          <p:cNvPr id="39" name="Rectangle 6"/>
          <p:cNvSpPr>
            <a:spLocks noGrp="1" noChangeArrowheads="1"/>
          </p:cNvSpPr>
          <p:nvPr>
            <p:ph type="ftr" sz="quarter" idx="11"/>
          </p:nvPr>
        </p:nvSpPr>
        <p:spPr/>
        <p:txBody>
          <a:bodyPr/>
          <a:lstStyle>
            <a:lvl1pPr>
              <a:defRPr>
                <a:latin typeface="Comic Sans MS" pitchFamily="66" charset="0"/>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atin typeface="Comic Sans MS" pitchFamily="66" charset="0"/>
              </a:defRPr>
            </a:lvl1pPr>
          </a:lstStyle>
          <a:p>
            <a:pPr>
              <a:defRPr/>
            </a:pPr>
            <a:fld id="{934FACB4-7D29-4E20-A509-EF2E12682EBD}" type="slidenum">
              <a:rPr lang="en-US" altLang="zh-CN"/>
              <a:pPr>
                <a:defRPr/>
              </a:pPr>
              <a:t>‹#›</a:t>
            </a:fld>
            <a:endParaRPr lang="en-US" altLang="zh-CN"/>
          </a:p>
        </p:txBody>
      </p:sp>
    </p:spTree>
    <p:extLst>
      <p:ext uri="{BB962C8B-B14F-4D97-AF65-F5344CB8AC3E}">
        <p14:creationId xmlns:p14="http://schemas.microsoft.com/office/powerpoint/2010/main" val="4207874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9FBF7C75-5814-44CF-A5B0-74627A8821D6}"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8FA30292-5E48-4D71-BD17-E39EFCA1F268}" type="slidenum">
              <a:rPr lang="en-US" altLang="zh-CN"/>
              <a:pPr>
                <a:defRPr/>
              </a:pPr>
              <a:t>‹#›</a:t>
            </a:fld>
            <a:endParaRPr lang="en-US" altLang="zh-CN"/>
          </a:p>
        </p:txBody>
      </p:sp>
    </p:spTree>
    <p:extLst>
      <p:ext uri="{BB962C8B-B14F-4D97-AF65-F5344CB8AC3E}">
        <p14:creationId xmlns:p14="http://schemas.microsoft.com/office/powerpoint/2010/main" val="38900659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4074FB05-5F83-424A-9657-92F76BD63B7C}"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879573FC-FB65-4B41-9E84-755F828744C3}" type="slidenum">
              <a:rPr lang="en-US" altLang="zh-CN"/>
              <a:pPr>
                <a:defRPr/>
              </a:pPr>
              <a:t>‹#›</a:t>
            </a:fld>
            <a:endParaRPr lang="en-US" altLang="zh-CN"/>
          </a:p>
        </p:txBody>
      </p:sp>
    </p:spTree>
    <p:extLst>
      <p:ext uri="{BB962C8B-B14F-4D97-AF65-F5344CB8AC3E}">
        <p14:creationId xmlns:p14="http://schemas.microsoft.com/office/powerpoint/2010/main" val="16891024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89447"/>
            <a:ext cx="4038600" cy="33087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54286B9F-7E17-4591-A1A4-F477729ACDDC}"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15831276-3ACF-4400-9E62-BBD7CEC4A3BD}" type="slidenum">
              <a:rPr lang="en-US" altLang="zh-CN"/>
              <a:pPr>
                <a:defRPr/>
              </a:pPr>
              <a:t>‹#›</a:t>
            </a:fld>
            <a:endParaRPr lang="en-US" altLang="zh-CN"/>
          </a:p>
        </p:txBody>
      </p:sp>
    </p:spTree>
    <p:extLst>
      <p:ext uri="{BB962C8B-B14F-4D97-AF65-F5344CB8AC3E}">
        <p14:creationId xmlns:p14="http://schemas.microsoft.com/office/powerpoint/2010/main" val="41113625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lvl1pPr>
              <a:defRPr>
                <a:latin typeface="Comic Sans MS" pitchFamily="66" charset="0"/>
              </a:defRPr>
            </a:lvl1pPr>
          </a:lstStyle>
          <a:p>
            <a:pPr>
              <a:defRPr/>
            </a:pPr>
            <a:fld id="{3A25672D-2126-4BC3-B920-8B60D9A8CF23}" type="datetime10">
              <a:rPr lang="zh-CN" altLang="en-US"/>
              <a:pPr>
                <a:defRPr/>
              </a:pPr>
              <a:t>12:58</a:t>
            </a:fld>
            <a:endParaRPr lang="en-US" altLang="zh-CN"/>
          </a:p>
        </p:txBody>
      </p:sp>
      <p:sp>
        <p:nvSpPr>
          <p:cNvPr id="8" name="页脚占位符 7"/>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atin typeface="Comic Sans MS" pitchFamily="66" charset="0"/>
              </a:defRPr>
            </a:lvl1pPr>
          </a:lstStyle>
          <a:p>
            <a:pPr>
              <a:defRPr/>
            </a:pPr>
            <a:fld id="{69F9C92D-C4B4-456E-BF30-A40C58B073D6}" type="slidenum">
              <a:rPr lang="en-US" altLang="zh-CN"/>
              <a:pPr>
                <a:defRPr/>
              </a:pPr>
              <a:t>‹#›</a:t>
            </a:fld>
            <a:endParaRPr lang="en-US" altLang="zh-CN"/>
          </a:p>
        </p:txBody>
      </p:sp>
    </p:spTree>
    <p:extLst>
      <p:ext uri="{BB962C8B-B14F-4D97-AF65-F5344CB8AC3E}">
        <p14:creationId xmlns:p14="http://schemas.microsoft.com/office/powerpoint/2010/main" val="14477467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lvl1pPr>
              <a:defRPr>
                <a:latin typeface="Comic Sans MS" pitchFamily="66" charset="0"/>
              </a:defRPr>
            </a:lvl1pPr>
          </a:lstStyle>
          <a:p>
            <a:pPr>
              <a:defRPr/>
            </a:pPr>
            <a:fld id="{07D0C78B-EB9E-4D6D-A7E7-02E70B559546}" type="datetime10">
              <a:rPr lang="zh-CN" altLang="en-US"/>
              <a:pPr>
                <a:defRPr/>
              </a:pPr>
              <a:t>12:58</a:t>
            </a:fld>
            <a:endParaRPr lang="en-US" altLang="zh-CN"/>
          </a:p>
        </p:txBody>
      </p:sp>
      <p:sp>
        <p:nvSpPr>
          <p:cNvPr id="4" name="页脚占位符 3"/>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Comic Sans MS" pitchFamily="66" charset="0"/>
              </a:defRPr>
            </a:lvl1pPr>
          </a:lstStyle>
          <a:p>
            <a:pPr>
              <a:defRPr/>
            </a:pPr>
            <a:fld id="{3906328F-8EE4-4712-97A3-3DD1F6228B6A}" type="slidenum">
              <a:rPr lang="en-US" altLang="zh-CN"/>
              <a:pPr>
                <a:defRPr/>
              </a:pPr>
              <a:t>‹#›</a:t>
            </a:fld>
            <a:endParaRPr lang="en-US" altLang="zh-CN"/>
          </a:p>
        </p:txBody>
      </p:sp>
    </p:spTree>
    <p:extLst>
      <p:ext uri="{BB962C8B-B14F-4D97-AF65-F5344CB8AC3E}">
        <p14:creationId xmlns:p14="http://schemas.microsoft.com/office/powerpoint/2010/main" val="14292072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Comic Sans MS" pitchFamily="66" charset="0"/>
              </a:defRPr>
            </a:lvl1pPr>
          </a:lstStyle>
          <a:p>
            <a:pPr>
              <a:defRPr/>
            </a:pPr>
            <a:fld id="{E8757BFF-4CFE-4F9C-A87F-C56C1A17EB7F}" type="datetime10">
              <a:rPr lang="zh-CN" altLang="en-US"/>
              <a:pPr>
                <a:defRPr/>
              </a:pPr>
              <a:t>12:58</a:t>
            </a:fld>
            <a:endParaRPr lang="en-US" altLang="zh-CN"/>
          </a:p>
        </p:txBody>
      </p:sp>
      <p:sp>
        <p:nvSpPr>
          <p:cNvPr id="3" name="页脚占位符 2"/>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atin typeface="Comic Sans MS" pitchFamily="66" charset="0"/>
              </a:defRPr>
            </a:lvl1pPr>
          </a:lstStyle>
          <a:p>
            <a:pPr>
              <a:defRPr/>
            </a:pPr>
            <a:fld id="{058AE0E2-F8B5-4301-A585-6D794982FD49}" type="slidenum">
              <a:rPr lang="en-US" altLang="zh-CN"/>
              <a:pPr>
                <a:defRPr/>
              </a:pPr>
              <a:t>‹#›</a:t>
            </a:fld>
            <a:endParaRPr lang="en-US" altLang="zh-CN"/>
          </a:p>
        </p:txBody>
      </p:sp>
    </p:spTree>
    <p:extLst>
      <p:ext uri="{BB962C8B-B14F-4D97-AF65-F5344CB8AC3E}">
        <p14:creationId xmlns:p14="http://schemas.microsoft.com/office/powerpoint/2010/main" val="16209136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620295B5-E67F-4EDC-96A0-838A9AD0EF0B}"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0536DEB3-AFCE-40DF-B2F0-2881FD80C4BF}" type="slidenum">
              <a:rPr lang="en-US" altLang="zh-CN"/>
              <a:pPr>
                <a:defRPr/>
              </a:pPr>
              <a:t>‹#›</a:t>
            </a:fld>
            <a:endParaRPr lang="en-US" altLang="zh-CN"/>
          </a:p>
        </p:txBody>
      </p:sp>
    </p:spTree>
    <p:extLst>
      <p:ext uri="{BB962C8B-B14F-4D97-AF65-F5344CB8AC3E}">
        <p14:creationId xmlns:p14="http://schemas.microsoft.com/office/powerpoint/2010/main" val="19465011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66187018-22C1-41B1-A752-2592CEB370A4}"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14F393F4-7131-40D7-B500-98B86683981C}" type="slidenum">
              <a:rPr lang="en-US" altLang="zh-CN"/>
              <a:pPr>
                <a:defRPr/>
              </a:pPr>
              <a:t>‹#›</a:t>
            </a:fld>
            <a:endParaRPr lang="en-US" altLang="zh-CN"/>
          </a:p>
        </p:txBody>
      </p:sp>
    </p:spTree>
    <p:extLst>
      <p:ext uri="{BB962C8B-B14F-4D97-AF65-F5344CB8AC3E}">
        <p14:creationId xmlns:p14="http://schemas.microsoft.com/office/powerpoint/2010/main" val="904166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F88FD0AF-AD7E-493F-9176-41ACC967C410}"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E2E36391-49C0-4ACF-904E-08C364741D56}" type="slidenum">
              <a:rPr lang="en-US" altLang="zh-CN"/>
              <a:pPr>
                <a:defRPr/>
              </a:pPr>
              <a:t>‹#›</a:t>
            </a:fld>
            <a:endParaRPr lang="en-US" altLang="zh-CN"/>
          </a:p>
        </p:txBody>
      </p:sp>
    </p:spTree>
    <p:extLst>
      <p:ext uri="{BB962C8B-B14F-4D97-AF65-F5344CB8AC3E}">
        <p14:creationId xmlns:p14="http://schemas.microsoft.com/office/powerpoint/2010/main" val="30833689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679"/>
            <a:ext cx="2057400" cy="450651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91679"/>
            <a:ext cx="6019800" cy="4506515"/>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A3A8984B-AF77-4C33-80D1-1AB719DBB62C}"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C353CDB9-4169-4CF9-95FC-50D2B16ACBCA}" type="slidenum">
              <a:rPr lang="en-US" altLang="zh-CN"/>
              <a:pPr>
                <a:defRPr/>
              </a:pPr>
              <a:t>‹#›</a:t>
            </a:fld>
            <a:endParaRPr lang="en-US" altLang="zh-CN"/>
          </a:p>
        </p:txBody>
      </p:sp>
    </p:spTree>
    <p:extLst>
      <p:ext uri="{BB962C8B-B14F-4D97-AF65-F5344CB8AC3E}">
        <p14:creationId xmlns:p14="http://schemas.microsoft.com/office/powerpoint/2010/main" val="41704153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4F6DB2C2-5E16-4C3B-A0A1-CD80E06A722F}"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25F95E7E-4216-436A-ADCB-B655D058AFEC}" type="slidenum">
              <a:rPr lang="en-US" altLang="zh-CN"/>
              <a:pPr>
                <a:defRPr/>
              </a:pPr>
              <a:t>‹#›</a:t>
            </a:fld>
            <a:endParaRPr lang="en-US" altLang="zh-CN"/>
          </a:p>
        </p:txBody>
      </p:sp>
    </p:spTree>
    <p:extLst>
      <p:ext uri="{BB962C8B-B14F-4D97-AF65-F5344CB8AC3E}">
        <p14:creationId xmlns:p14="http://schemas.microsoft.com/office/powerpoint/2010/main" val="10699409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85800" y="1485900"/>
            <a:ext cx="3810000" cy="30861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0861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Rectangle 4"/>
          <p:cNvSpPr>
            <a:spLocks noGrp="1" noChangeArrowheads="1"/>
          </p:cNvSpPr>
          <p:nvPr>
            <p:ph type="dt" sz="half" idx="10"/>
          </p:nvPr>
        </p:nvSpPr>
        <p:spPr/>
        <p:txBody>
          <a:bodyPr/>
          <a:lstStyle>
            <a:lvl1pPr>
              <a:defRPr>
                <a:latin typeface="Comic Sans MS" pitchFamily="66" charset="0"/>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atin typeface="Comic Sans MS" pitchFamily="66" charset="0"/>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atin typeface="Comic Sans MS" pitchFamily="66" charset="0"/>
              </a:defRPr>
            </a:lvl1pPr>
          </a:lstStyle>
          <a:p>
            <a:pPr>
              <a:defRPr/>
            </a:pPr>
            <a:fld id="{F068E1F5-E25D-48D5-ACC0-2429614F2F6F}" type="slidenum">
              <a:rPr lang="en-US" altLang="zh-CN"/>
              <a:pPr>
                <a:defRPr/>
              </a:pPr>
              <a:t>‹#›</a:t>
            </a:fld>
            <a:endParaRPr lang="en-US" altLang="zh-CN"/>
          </a:p>
        </p:txBody>
      </p:sp>
    </p:spTree>
    <p:extLst>
      <p:ext uri="{BB962C8B-B14F-4D97-AF65-F5344CB8AC3E}">
        <p14:creationId xmlns:p14="http://schemas.microsoft.com/office/powerpoint/2010/main" val="42726489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2E7FE144-5DF3-4A99-ABAA-9BF626918507}"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algn="r">
              <a:buNone/>
            </a:pPr>
            <a:fld id="{9A0DB2DC-4C9A-4742-B13C-FB6460FD3503}" type="slidenum">
              <a:rPr lang="en-US" altLang="zh-CN" smtClean="0"/>
              <a:t>‹#›</a:t>
            </a:fld>
            <a:endParaRPr lang="en-US" altLang="zh-CN" dirty="0"/>
          </a:p>
        </p:txBody>
      </p:sp>
    </p:spTree>
    <p:extLst>
      <p:ext uri="{BB962C8B-B14F-4D97-AF65-F5344CB8AC3E}">
        <p14:creationId xmlns:p14="http://schemas.microsoft.com/office/powerpoint/2010/main" val="40297181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2046303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30333251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29371067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19267817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23298188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296975163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72586097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172659545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411176569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16078201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灯片编号占位符 7"/>
          <p:cNvSpPr>
            <a:spLocks noGrp="1"/>
          </p:cNvSpPr>
          <p:nvPr>
            <p:ph type="sldNum" sz="quarter" idx="12"/>
          </p:nvPr>
        </p:nvSpPr>
        <p:spPr>
          <a:xfrm>
            <a:off x="6553200" y="4686300"/>
            <a:ext cx="1905000" cy="342900"/>
          </a:xfrm>
        </p:spPr>
        <p:txBody>
          <a:bodyPr/>
          <a:lstStyle>
            <a:lvl1pPr>
              <a:defRPr smtClean="0"/>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extLst>
      <p:ext uri="{BB962C8B-B14F-4D97-AF65-F5344CB8AC3E}">
        <p14:creationId xmlns:p14="http://schemas.microsoft.com/office/powerpoint/2010/main" val="1969936904"/>
      </p:ext>
    </p:extLst>
  </p:cSld>
  <p:clrMapOvr>
    <a:masterClrMapping/>
  </p:clrMapOvr>
  <p:hf sldNum="0"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800100"/>
            <a:ext cx="0" cy="3371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grpSp>
        <p:nvGrpSpPr>
          <p:cNvPr id="5" name="Group 8"/>
          <p:cNvGrpSpPr>
            <a:grpSpLocks/>
          </p:cNvGrpSpPr>
          <p:nvPr/>
        </p:nvGrpSpPr>
        <p:grpSpPr bwMode="auto">
          <a:xfrm>
            <a:off x="7493000" y="2244725"/>
            <a:ext cx="1338263" cy="1641475"/>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3" name="Oval 16"/>
            <p:cNvSpPr>
              <a:spLocks noChangeArrowheads="1"/>
            </p:cNvSpPr>
            <p:nvPr/>
          </p:nvSpPr>
          <p:spPr bwMode="auto">
            <a:xfrm>
              <a:off x="4704" y="2242"/>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4" name="Oval 17"/>
            <p:cNvSpPr>
              <a:spLocks noChangeArrowheads="1"/>
            </p:cNvSpPr>
            <p:nvPr/>
          </p:nvSpPr>
          <p:spPr bwMode="auto">
            <a:xfrm>
              <a:off x="4883" y="2242"/>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5" name="Oval 18"/>
            <p:cNvSpPr>
              <a:spLocks noChangeArrowheads="1"/>
            </p:cNvSpPr>
            <p:nvPr/>
          </p:nvSpPr>
          <p:spPr bwMode="auto">
            <a:xfrm>
              <a:off x="5062" y="2242"/>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6" name="Oval 19"/>
            <p:cNvSpPr>
              <a:spLocks noChangeArrowheads="1"/>
            </p:cNvSpPr>
            <p:nvPr/>
          </p:nvSpPr>
          <p:spPr bwMode="auto">
            <a:xfrm>
              <a:off x="5241" y="2242"/>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7" name="Oval 20"/>
            <p:cNvSpPr>
              <a:spLocks noChangeArrowheads="1"/>
            </p:cNvSpPr>
            <p:nvPr/>
          </p:nvSpPr>
          <p:spPr bwMode="auto">
            <a:xfrm>
              <a:off x="5420" y="2242"/>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7" name="Oval 30"/>
            <p:cNvSpPr>
              <a:spLocks noChangeArrowheads="1"/>
            </p:cNvSpPr>
            <p:nvPr/>
          </p:nvSpPr>
          <p:spPr bwMode="auto">
            <a:xfrm>
              <a:off x="4704" y="2779"/>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8" name="Oval 31"/>
            <p:cNvSpPr>
              <a:spLocks noChangeArrowheads="1"/>
            </p:cNvSpPr>
            <p:nvPr/>
          </p:nvSpPr>
          <p:spPr bwMode="auto">
            <a:xfrm>
              <a:off x="4883" y="277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29" name="Oval 32"/>
            <p:cNvSpPr>
              <a:spLocks noChangeArrowheads="1"/>
            </p:cNvSpPr>
            <p:nvPr/>
          </p:nvSpPr>
          <p:spPr bwMode="auto">
            <a:xfrm>
              <a:off x="5062" y="277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0" name="Oval 33"/>
            <p:cNvSpPr>
              <a:spLocks noChangeArrowheads="1"/>
            </p:cNvSpPr>
            <p:nvPr/>
          </p:nvSpPr>
          <p:spPr bwMode="auto">
            <a:xfrm>
              <a:off x="5241" y="277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1" name="Oval 34"/>
            <p:cNvSpPr>
              <a:spLocks noChangeArrowheads="1"/>
            </p:cNvSpPr>
            <p:nvPr/>
          </p:nvSpPr>
          <p:spPr bwMode="auto">
            <a:xfrm>
              <a:off x="4704" y="295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2" name="Oval 35"/>
            <p:cNvSpPr>
              <a:spLocks noChangeArrowheads="1"/>
            </p:cNvSpPr>
            <p:nvPr/>
          </p:nvSpPr>
          <p:spPr bwMode="auto">
            <a:xfrm>
              <a:off x="4883" y="2959"/>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3" name="Oval 36"/>
            <p:cNvSpPr>
              <a:spLocks noChangeArrowheads="1"/>
            </p:cNvSpPr>
            <p:nvPr/>
          </p:nvSpPr>
          <p:spPr bwMode="auto">
            <a:xfrm>
              <a:off x="5062" y="295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4" name="Oval 37"/>
            <p:cNvSpPr>
              <a:spLocks noChangeArrowheads="1"/>
            </p:cNvSpPr>
            <p:nvPr/>
          </p:nvSpPr>
          <p:spPr bwMode="auto">
            <a:xfrm>
              <a:off x="5241" y="2959"/>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grpSp>
      <p:sp>
        <p:nvSpPr>
          <p:cNvPr id="37" name="Line 40"/>
          <p:cNvSpPr>
            <a:spLocks noChangeShapeType="1"/>
          </p:cNvSpPr>
          <p:nvPr/>
        </p:nvSpPr>
        <p:spPr bwMode="auto">
          <a:xfrm>
            <a:off x="304800" y="211455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146435" name="Rectangle 3"/>
          <p:cNvSpPr>
            <a:spLocks noGrp="1" noChangeArrowheads="1"/>
          </p:cNvSpPr>
          <p:nvPr>
            <p:ph type="ctrTitle"/>
          </p:nvPr>
        </p:nvSpPr>
        <p:spPr>
          <a:xfrm>
            <a:off x="315913" y="350044"/>
            <a:ext cx="6781800" cy="1600200"/>
          </a:xfrm>
        </p:spPr>
        <p:txBody>
          <a:bodyPr/>
          <a:lstStyle>
            <a:lvl1pPr algn="r">
              <a:defRPr sz="4800"/>
            </a:lvl1pPr>
          </a:lstStyle>
          <a:p>
            <a:pPr lvl="0"/>
            <a:r>
              <a:rPr lang="zh-CN" altLang="en-US" noProof="0" smtClean="0"/>
              <a:t>单击此处编辑母版标题样式</a:t>
            </a:r>
          </a:p>
        </p:txBody>
      </p:sp>
      <p:sp>
        <p:nvSpPr>
          <p:cNvPr id="146436" name="Rectangle 4"/>
          <p:cNvSpPr>
            <a:spLocks noGrp="1" noChangeArrowheads="1"/>
          </p:cNvSpPr>
          <p:nvPr>
            <p:ph type="subTitle" idx="1"/>
          </p:nvPr>
        </p:nvSpPr>
        <p:spPr>
          <a:xfrm>
            <a:off x="849313" y="2287191"/>
            <a:ext cx="6248400" cy="1771650"/>
          </a:xfrm>
        </p:spPr>
        <p:txBody>
          <a:bodyPr/>
          <a:lstStyle>
            <a:lvl1pPr marL="0" indent="0" algn="r">
              <a:buFont typeface="Wingdings" panose="05000000000000000000" pitchFamily="2" charset="2"/>
              <a:buNone/>
              <a:defRPr sz="3200"/>
            </a:lvl1pPr>
          </a:lstStyle>
          <a:p>
            <a:pPr lvl="0"/>
            <a:r>
              <a:rPr lang="zh-CN" altLang="en-US" noProof="0" smtClean="0"/>
              <a:t>单击此处编辑母版副标题样式</a:t>
            </a:r>
          </a:p>
        </p:txBody>
      </p:sp>
      <p:sp>
        <p:nvSpPr>
          <p:cNvPr id="38" name="Rectangle 5"/>
          <p:cNvSpPr>
            <a:spLocks noGrp="1" noChangeArrowheads="1"/>
          </p:cNvSpPr>
          <p:nvPr>
            <p:ph type="dt" sz="half" idx="10"/>
          </p:nvPr>
        </p:nvSpPr>
        <p:spPr/>
        <p:txBody>
          <a:bodyPr/>
          <a:lstStyle>
            <a:lvl1pPr>
              <a:defRPr>
                <a:latin typeface="Comic Sans MS" pitchFamily="66" charset="0"/>
              </a:defRPr>
            </a:lvl1pPr>
          </a:lstStyle>
          <a:p>
            <a:pPr>
              <a:defRPr/>
            </a:pPr>
            <a:fld id="{9D764619-9B74-4204-9D8E-B0918C5B285B}" type="datetime10">
              <a:rPr lang="zh-CN" altLang="en-US"/>
              <a:pPr>
                <a:defRPr/>
              </a:pPr>
              <a:t>12:58</a:t>
            </a:fld>
            <a:endParaRPr lang="en-US" altLang="zh-CN"/>
          </a:p>
        </p:txBody>
      </p:sp>
      <p:sp>
        <p:nvSpPr>
          <p:cNvPr id="39" name="Rectangle 6"/>
          <p:cNvSpPr>
            <a:spLocks noGrp="1" noChangeArrowheads="1"/>
          </p:cNvSpPr>
          <p:nvPr>
            <p:ph type="ftr" sz="quarter" idx="11"/>
          </p:nvPr>
        </p:nvSpPr>
        <p:spPr/>
        <p:txBody>
          <a:bodyPr/>
          <a:lstStyle>
            <a:lvl1pPr>
              <a:defRPr>
                <a:latin typeface="Comic Sans MS" pitchFamily="66" charset="0"/>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atin typeface="Comic Sans MS" pitchFamily="66" charset="0"/>
              </a:defRPr>
            </a:lvl1pPr>
          </a:lstStyle>
          <a:p>
            <a:pPr>
              <a:defRPr/>
            </a:pPr>
            <a:fld id="{934FACB4-7D29-4E20-A509-EF2E12682EBD}" type="slidenum">
              <a:rPr lang="en-US" altLang="zh-CN"/>
              <a:pPr>
                <a:defRPr/>
              </a:pPr>
              <a:t>‹#›</a:t>
            </a:fld>
            <a:endParaRPr lang="en-US" altLang="zh-CN"/>
          </a:p>
        </p:txBody>
      </p:sp>
    </p:spTree>
    <p:extLst>
      <p:ext uri="{BB962C8B-B14F-4D97-AF65-F5344CB8AC3E}">
        <p14:creationId xmlns:p14="http://schemas.microsoft.com/office/powerpoint/2010/main" val="4207874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9FBF7C75-5814-44CF-A5B0-74627A8821D6}"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8FA30292-5E48-4D71-BD17-E39EFCA1F268}" type="slidenum">
              <a:rPr lang="en-US" altLang="zh-CN"/>
              <a:pPr>
                <a:defRPr/>
              </a:pPr>
              <a:t>‹#›</a:t>
            </a:fld>
            <a:endParaRPr lang="en-US" altLang="zh-CN"/>
          </a:p>
        </p:txBody>
      </p:sp>
    </p:spTree>
    <p:extLst>
      <p:ext uri="{BB962C8B-B14F-4D97-AF65-F5344CB8AC3E}">
        <p14:creationId xmlns:p14="http://schemas.microsoft.com/office/powerpoint/2010/main" val="389006594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4074FB05-5F83-424A-9657-92F76BD63B7C}"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879573FC-FB65-4B41-9E84-755F828744C3}" type="slidenum">
              <a:rPr lang="en-US" altLang="zh-CN"/>
              <a:pPr>
                <a:defRPr/>
              </a:pPr>
              <a:t>‹#›</a:t>
            </a:fld>
            <a:endParaRPr lang="en-US" altLang="zh-CN"/>
          </a:p>
        </p:txBody>
      </p:sp>
    </p:spTree>
    <p:extLst>
      <p:ext uri="{BB962C8B-B14F-4D97-AF65-F5344CB8AC3E}">
        <p14:creationId xmlns:p14="http://schemas.microsoft.com/office/powerpoint/2010/main" val="16891024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89447"/>
            <a:ext cx="4038600" cy="33087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54286B9F-7E17-4591-A1A4-F477729ACDDC}"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15831276-3ACF-4400-9E62-BBD7CEC4A3BD}" type="slidenum">
              <a:rPr lang="en-US" altLang="zh-CN"/>
              <a:pPr>
                <a:defRPr/>
              </a:pPr>
              <a:t>‹#›</a:t>
            </a:fld>
            <a:endParaRPr lang="en-US" altLang="zh-CN"/>
          </a:p>
        </p:txBody>
      </p:sp>
    </p:spTree>
    <p:extLst>
      <p:ext uri="{BB962C8B-B14F-4D97-AF65-F5344CB8AC3E}">
        <p14:creationId xmlns:p14="http://schemas.microsoft.com/office/powerpoint/2010/main" val="41113625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lvl1pPr>
              <a:defRPr>
                <a:latin typeface="Comic Sans MS" pitchFamily="66" charset="0"/>
              </a:defRPr>
            </a:lvl1pPr>
          </a:lstStyle>
          <a:p>
            <a:pPr>
              <a:defRPr/>
            </a:pPr>
            <a:fld id="{3A25672D-2126-4BC3-B920-8B60D9A8CF23}" type="datetime10">
              <a:rPr lang="zh-CN" altLang="en-US"/>
              <a:pPr>
                <a:defRPr/>
              </a:pPr>
              <a:t>12:58</a:t>
            </a:fld>
            <a:endParaRPr lang="en-US" altLang="zh-CN"/>
          </a:p>
        </p:txBody>
      </p:sp>
      <p:sp>
        <p:nvSpPr>
          <p:cNvPr id="8" name="页脚占位符 7"/>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atin typeface="Comic Sans MS" pitchFamily="66" charset="0"/>
              </a:defRPr>
            </a:lvl1pPr>
          </a:lstStyle>
          <a:p>
            <a:pPr>
              <a:defRPr/>
            </a:pPr>
            <a:fld id="{69F9C92D-C4B4-456E-BF30-A40C58B073D6}" type="slidenum">
              <a:rPr lang="en-US" altLang="zh-CN"/>
              <a:pPr>
                <a:defRPr/>
              </a:pPr>
              <a:t>‹#›</a:t>
            </a:fld>
            <a:endParaRPr lang="en-US" altLang="zh-CN"/>
          </a:p>
        </p:txBody>
      </p:sp>
    </p:spTree>
    <p:extLst>
      <p:ext uri="{BB962C8B-B14F-4D97-AF65-F5344CB8AC3E}">
        <p14:creationId xmlns:p14="http://schemas.microsoft.com/office/powerpoint/2010/main" val="144774676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lvl1pPr>
              <a:defRPr>
                <a:latin typeface="Comic Sans MS" pitchFamily="66" charset="0"/>
              </a:defRPr>
            </a:lvl1pPr>
          </a:lstStyle>
          <a:p>
            <a:pPr>
              <a:defRPr/>
            </a:pPr>
            <a:fld id="{07D0C78B-EB9E-4D6D-A7E7-02E70B559546}" type="datetime10">
              <a:rPr lang="zh-CN" altLang="en-US"/>
              <a:pPr>
                <a:defRPr/>
              </a:pPr>
              <a:t>12:58</a:t>
            </a:fld>
            <a:endParaRPr lang="en-US" altLang="zh-CN"/>
          </a:p>
        </p:txBody>
      </p:sp>
      <p:sp>
        <p:nvSpPr>
          <p:cNvPr id="4" name="页脚占位符 3"/>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atin typeface="Comic Sans MS" pitchFamily="66" charset="0"/>
              </a:defRPr>
            </a:lvl1pPr>
          </a:lstStyle>
          <a:p>
            <a:pPr>
              <a:defRPr/>
            </a:pPr>
            <a:fld id="{3906328F-8EE4-4712-97A3-3DD1F6228B6A}" type="slidenum">
              <a:rPr lang="en-US" altLang="zh-CN"/>
              <a:pPr>
                <a:defRPr/>
              </a:pPr>
              <a:t>‹#›</a:t>
            </a:fld>
            <a:endParaRPr lang="en-US" altLang="zh-CN"/>
          </a:p>
        </p:txBody>
      </p:sp>
    </p:spTree>
    <p:extLst>
      <p:ext uri="{BB962C8B-B14F-4D97-AF65-F5344CB8AC3E}">
        <p14:creationId xmlns:p14="http://schemas.microsoft.com/office/powerpoint/2010/main" val="14292072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Comic Sans MS" pitchFamily="66" charset="0"/>
              </a:defRPr>
            </a:lvl1pPr>
          </a:lstStyle>
          <a:p>
            <a:pPr>
              <a:defRPr/>
            </a:pPr>
            <a:fld id="{E8757BFF-4CFE-4F9C-A87F-C56C1A17EB7F}" type="datetime10">
              <a:rPr lang="zh-CN" altLang="en-US"/>
              <a:pPr>
                <a:defRPr/>
              </a:pPr>
              <a:t>12:58</a:t>
            </a:fld>
            <a:endParaRPr lang="en-US" altLang="zh-CN"/>
          </a:p>
        </p:txBody>
      </p:sp>
      <p:sp>
        <p:nvSpPr>
          <p:cNvPr id="3" name="页脚占位符 2"/>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atin typeface="Comic Sans MS" pitchFamily="66" charset="0"/>
              </a:defRPr>
            </a:lvl1pPr>
          </a:lstStyle>
          <a:p>
            <a:pPr>
              <a:defRPr/>
            </a:pPr>
            <a:fld id="{058AE0E2-F8B5-4301-A585-6D794982FD49}" type="slidenum">
              <a:rPr lang="en-US" altLang="zh-CN"/>
              <a:pPr>
                <a:defRPr/>
              </a:pPr>
              <a:t>‹#›</a:t>
            </a:fld>
            <a:endParaRPr lang="en-US" altLang="zh-CN"/>
          </a:p>
        </p:txBody>
      </p:sp>
    </p:spTree>
    <p:extLst>
      <p:ext uri="{BB962C8B-B14F-4D97-AF65-F5344CB8AC3E}">
        <p14:creationId xmlns:p14="http://schemas.microsoft.com/office/powerpoint/2010/main" val="16209136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620295B5-E67F-4EDC-96A0-838A9AD0EF0B}"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0536DEB3-AFCE-40DF-B2F0-2881FD80C4BF}" type="slidenum">
              <a:rPr lang="en-US" altLang="zh-CN"/>
              <a:pPr>
                <a:defRPr/>
              </a:pPr>
              <a:t>‹#›</a:t>
            </a:fld>
            <a:endParaRPr lang="en-US" altLang="zh-CN"/>
          </a:p>
        </p:txBody>
      </p:sp>
    </p:spTree>
    <p:extLst>
      <p:ext uri="{BB962C8B-B14F-4D97-AF65-F5344CB8AC3E}">
        <p14:creationId xmlns:p14="http://schemas.microsoft.com/office/powerpoint/2010/main" val="194650111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66187018-22C1-41B1-A752-2592CEB370A4}"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14F393F4-7131-40D7-B500-98B86683981C}" type="slidenum">
              <a:rPr lang="en-US" altLang="zh-CN"/>
              <a:pPr>
                <a:defRPr/>
              </a:pPr>
              <a:t>‹#›</a:t>
            </a:fld>
            <a:endParaRPr lang="en-US" altLang="zh-CN"/>
          </a:p>
        </p:txBody>
      </p:sp>
    </p:spTree>
    <p:extLst>
      <p:ext uri="{BB962C8B-B14F-4D97-AF65-F5344CB8AC3E}">
        <p14:creationId xmlns:p14="http://schemas.microsoft.com/office/powerpoint/2010/main" val="9041669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F88FD0AF-AD7E-493F-9176-41ACC967C410}"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E2E36391-49C0-4ACF-904E-08C364741D56}" type="slidenum">
              <a:rPr lang="en-US" altLang="zh-CN"/>
              <a:pPr>
                <a:defRPr/>
              </a:pPr>
              <a:t>‹#›</a:t>
            </a:fld>
            <a:endParaRPr lang="en-US" altLang="zh-CN"/>
          </a:p>
        </p:txBody>
      </p:sp>
    </p:spTree>
    <p:extLst>
      <p:ext uri="{BB962C8B-B14F-4D97-AF65-F5344CB8AC3E}">
        <p14:creationId xmlns:p14="http://schemas.microsoft.com/office/powerpoint/2010/main" val="308336892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679"/>
            <a:ext cx="2057400" cy="450651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91679"/>
            <a:ext cx="6019800" cy="4506515"/>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atin typeface="Comic Sans MS" pitchFamily="66" charset="0"/>
              </a:defRPr>
            </a:lvl1pPr>
          </a:lstStyle>
          <a:p>
            <a:pPr>
              <a:defRPr/>
            </a:pPr>
            <a:fld id="{A3A8984B-AF77-4C33-80D1-1AB719DBB62C}" type="datetime10">
              <a:rPr lang="zh-CN" altLang="en-US"/>
              <a:pPr>
                <a:defRPr/>
              </a:pPr>
              <a:t>12:58</a:t>
            </a:fld>
            <a:endParaRPr lang="en-US" altLang="zh-CN"/>
          </a:p>
        </p:txBody>
      </p:sp>
      <p:sp>
        <p:nvSpPr>
          <p:cNvPr id="5" name="页脚占位符 4"/>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atin typeface="Comic Sans MS" pitchFamily="66" charset="0"/>
              </a:defRPr>
            </a:lvl1pPr>
          </a:lstStyle>
          <a:p>
            <a:pPr>
              <a:defRPr/>
            </a:pPr>
            <a:fld id="{C353CDB9-4169-4CF9-95FC-50D2B16ACBCA}" type="slidenum">
              <a:rPr lang="en-US" altLang="zh-CN"/>
              <a:pPr>
                <a:defRPr/>
              </a:pPr>
              <a:t>‹#›</a:t>
            </a:fld>
            <a:endParaRPr lang="en-US" altLang="zh-CN"/>
          </a:p>
        </p:txBody>
      </p:sp>
    </p:spTree>
    <p:extLst>
      <p:ext uri="{BB962C8B-B14F-4D97-AF65-F5344CB8AC3E}">
        <p14:creationId xmlns:p14="http://schemas.microsoft.com/office/powerpoint/2010/main" val="417041532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lvl1pPr>
              <a:defRPr>
                <a:latin typeface="Comic Sans MS" pitchFamily="66" charset="0"/>
              </a:defRPr>
            </a:lvl1pPr>
          </a:lstStyle>
          <a:p>
            <a:pPr>
              <a:defRPr/>
            </a:pPr>
            <a:fld id="{4F6DB2C2-5E16-4C3B-A0A1-CD80E06A722F}" type="datetime10">
              <a:rPr lang="zh-CN" altLang="en-US"/>
              <a:pPr>
                <a:defRPr/>
              </a:pPr>
              <a:t>12:58</a:t>
            </a:fld>
            <a:endParaRPr lang="en-US" altLang="zh-CN"/>
          </a:p>
        </p:txBody>
      </p:sp>
      <p:sp>
        <p:nvSpPr>
          <p:cNvPr id="6" name="页脚占位符 5"/>
          <p:cNvSpPr>
            <a:spLocks noGrp="1"/>
          </p:cNvSpPr>
          <p:nvPr>
            <p:ph type="ftr" sz="quarter" idx="11"/>
          </p:nvPr>
        </p:nvSpPr>
        <p:spPr/>
        <p:txBody>
          <a:bodyPr/>
          <a:lstStyle>
            <a:lvl1pPr>
              <a:defRPr>
                <a:latin typeface="Comic Sans MS" pitchFamily="66" charset="0"/>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atin typeface="Comic Sans MS" pitchFamily="66" charset="0"/>
              </a:defRPr>
            </a:lvl1pPr>
          </a:lstStyle>
          <a:p>
            <a:pPr>
              <a:defRPr/>
            </a:pPr>
            <a:fld id="{25F95E7E-4216-436A-ADCB-B655D058AFEC}" type="slidenum">
              <a:rPr lang="en-US" altLang="zh-CN"/>
              <a:pPr>
                <a:defRPr/>
              </a:pPr>
              <a:t>‹#›</a:t>
            </a:fld>
            <a:endParaRPr lang="en-US" altLang="zh-CN"/>
          </a:p>
        </p:txBody>
      </p:sp>
    </p:spTree>
    <p:extLst>
      <p:ext uri="{BB962C8B-B14F-4D97-AF65-F5344CB8AC3E}">
        <p14:creationId xmlns:p14="http://schemas.microsoft.com/office/powerpoint/2010/main" val="10699409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85800" y="1485900"/>
            <a:ext cx="3810000" cy="30861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4859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086100"/>
            <a:ext cx="3810000" cy="14859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Rectangle 4"/>
          <p:cNvSpPr>
            <a:spLocks noGrp="1" noChangeArrowheads="1"/>
          </p:cNvSpPr>
          <p:nvPr>
            <p:ph type="dt" sz="half" idx="10"/>
          </p:nvPr>
        </p:nvSpPr>
        <p:spPr/>
        <p:txBody>
          <a:bodyPr/>
          <a:lstStyle>
            <a:lvl1pPr>
              <a:defRPr>
                <a:latin typeface="Comic Sans MS" pitchFamily="66" charset="0"/>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atin typeface="Comic Sans MS" pitchFamily="66" charset="0"/>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atin typeface="Comic Sans MS" pitchFamily="66" charset="0"/>
              </a:defRPr>
            </a:lvl1pPr>
          </a:lstStyle>
          <a:p>
            <a:pPr>
              <a:defRPr/>
            </a:pPr>
            <a:fld id="{F068E1F5-E25D-48D5-ACC0-2429614F2F6F}" type="slidenum">
              <a:rPr lang="en-US" altLang="zh-CN"/>
              <a:pPr>
                <a:defRPr/>
              </a:pPr>
              <a:t>‹#›</a:t>
            </a:fld>
            <a:endParaRPr lang="en-US" altLang="zh-CN"/>
          </a:p>
        </p:txBody>
      </p:sp>
    </p:spTree>
    <p:extLst>
      <p:ext uri="{BB962C8B-B14F-4D97-AF65-F5344CB8AC3E}">
        <p14:creationId xmlns:p14="http://schemas.microsoft.com/office/powerpoint/2010/main" val="4272648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theme" Target="../theme/theme6.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bwMode="auto">
          <a:xfrm rot="-3172564">
            <a:off x="7923213" y="-271859"/>
            <a:ext cx="871538"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27" name="Rectangle 3"/>
          <p:cNvSpPr>
            <a:spLocks noGrp="1" noChangeArrowheads="1"/>
          </p:cNvSpPr>
          <p:nvPr>
            <p:ph type="title"/>
          </p:nvPr>
        </p:nvSpPr>
        <p:spPr bwMode="auto">
          <a:xfrm>
            <a:off x="685800" y="114300"/>
            <a:ext cx="6870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685800" y="1371600"/>
            <a:ext cx="7696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1749" name="Rectangle 5"/>
          <p:cNvSpPr>
            <a:spLocks noGrp="1" noChangeArrowheads="1"/>
          </p:cNvSpPr>
          <p:nvPr>
            <p:ph type="dt" sz="half" idx="2"/>
          </p:nvPr>
        </p:nvSpPr>
        <p:spPr bwMode="auto">
          <a:xfrm>
            <a:off x="1371600" y="4686300"/>
            <a:ext cx="1905000" cy="342900"/>
          </a:xfrm>
          <a:prstGeom prst="rect">
            <a:avLst/>
          </a:prstGeom>
          <a:noFill/>
          <a:ln w="9525">
            <a:noFill/>
            <a:miter lim="800000"/>
          </a:ln>
        </p:spPr>
        <p:txBody>
          <a:bodyPr vert="horz" wrap="square" lIns="91440" tIns="45720" rIns="91440" bIns="45720" numCol="1" anchor="t" anchorCtr="0" compatLnSpc="1"/>
          <a:lstStyle>
            <a:lvl1pPr>
              <a:defRPr sz="1400">
                <a:ea typeface="宋体" panose="02010600030101010101" pitchFamily="2" charset="-122"/>
              </a:defRPr>
            </a:lvl1pPr>
          </a:lstStyle>
          <a:p>
            <a:pPr>
              <a:defRPr/>
            </a:pPr>
            <a:fld id="{ABD4E55C-19D1-42FB-BD6D-6EB8D36CD872}" type="datetime10">
              <a:rPr lang="zh-CN" altLang="en-US">
                <a:solidFill>
                  <a:srgbClr val="000000"/>
                </a:solidFill>
                <a:latin typeface="Comic Sans MS" panose="030F0702030302020204"/>
              </a:rPr>
              <a:t>12:58</a:t>
            </a:fld>
            <a:endParaRPr lang="en-US" altLang="zh-CN">
              <a:solidFill>
                <a:srgbClr val="000000"/>
              </a:solidFill>
              <a:latin typeface="Comic Sans MS" panose="030F0702030302020204"/>
            </a:endParaRPr>
          </a:p>
        </p:txBody>
      </p:sp>
      <p:sp>
        <p:nvSpPr>
          <p:cNvPr id="31750" name="Rectangle 6"/>
          <p:cNvSpPr>
            <a:spLocks noGrp="1" noChangeArrowheads="1"/>
          </p:cNvSpPr>
          <p:nvPr>
            <p:ph type="ftr" sz="quarter" idx="3"/>
          </p:nvPr>
        </p:nvSpPr>
        <p:spPr bwMode="auto">
          <a:xfrm>
            <a:off x="3556000" y="4686300"/>
            <a:ext cx="2895600" cy="342900"/>
          </a:xfrm>
          <a:prstGeom prst="rect">
            <a:avLst/>
          </a:prstGeom>
          <a:noFill/>
          <a:ln w="9525">
            <a:noFill/>
            <a:miter lim="800000"/>
          </a:ln>
        </p:spPr>
        <p:txBody>
          <a:bodyPr vert="horz" wrap="square" lIns="91440" tIns="45720" rIns="91440" bIns="45720" numCol="1" anchor="t" anchorCtr="0" compatLnSpc="1"/>
          <a:lstStyle>
            <a:lvl1pPr algn="ctr">
              <a:defRPr sz="1400">
                <a:ea typeface="宋体" panose="02010600030101010101" pitchFamily="2" charset="-122"/>
              </a:defRPr>
            </a:lvl1pPr>
          </a:lstStyle>
          <a:p>
            <a:pPr>
              <a:defRPr/>
            </a:pPr>
            <a:endParaRPr lang="en-US" altLang="zh-CN">
              <a:solidFill>
                <a:srgbClr val="000000"/>
              </a:solidFill>
              <a:latin typeface="Comic Sans MS" panose="030F0702030302020204"/>
            </a:endParaRPr>
          </a:p>
        </p:txBody>
      </p:sp>
      <p:sp>
        <p:nvSpPr>
          <p:cNvPr id="31751" name="Rectangle 7"/>
          <p:cNvSpPr>
            <a:spLocks noGrp="1" noChangeArrowheads="1"/>
          </p:cNvSpPr>
          <p:nvPr>
            <p:ph type="sldNum" sz="quarter" idx="4"/>
          </p:nvPr>
        </p:nvSpPr>
        <p:spPr bwMode="auto">
          <a:xfrm>
            <a:off x="6718300" y="4686300"/>
            <a:ext cx="1905000" cy="342900"/>
          </a:xfrm>
          <a:prstGeom prst="rect">
            <a:avLst/>
          </a:prstGeom>
          <a:noFill/>
          <a:ln w="9525">
            <a:noFill/>
            <a:miter lim="800000"/>
          </a:ln>
        </p:spPr>
        <p:txBody>
          <a:bodyPr vert="horz" wrap="square" lIns="91440" tIns="45720" rIns="91440" bIns="45720" numCol="1" anchor="t" anchorCtr="0" compatLnSpc="1"/>
          <a:lstStyle>
            <a:lvl1pPr algn="r">
              <a:defRPr sz="1400">
                <a:ea typeface="宋体" panose="02010600030101010101" pitchFamily="2" charset="-122"/>
              </a:defRPr>
            </a:lvl1pPr>
          </a:lstStyle>
          <a:p>
            <a:pPr>
              <a:defRPr/>
            </a:pPr>
            <a:fld id="{810B21A7-4BE2-4CF0-B11D-4036BE6B9099}" type="slidenum">
              <a:rPr lang="en-US" altLang="zh-CN">
                <a:solidFill>
                  <a:srgbClr val="000000"/>
                </a:solidFill>
                <a:latin typeface="Comic Sans MS" panose="030F0702030302020204"/>
              </a:rPr>
              <a:t>‹#›</a:t>
            </a:fld>
            <a:endParaRPr lang="en-US" altLang="zh-CN">
              <a:solidFill>
                <a:srgbClr val="000000"/>
              </a:solidFill>
              <a:latin typeface="Comic Sans MS" panose="030F0702030302020204"/>
            </a:endParaRPr>
          </a:p>
        </p:txBody>
      </p:sp>
      <p:sp>
        <p:nvSpPr>
          <p:cNvPr id="1032" name="Freeform 8"/>
          <p:cNvSpPr/>
          <p:nvPr/>
        </p:nvSpPr>
        <p:spPr bwMode="auto">
          <a:xfrm rot="-3172564">
            <a:off x="8010923" y="-243680"/>
            <a:ext cx="873919"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33" name="Freeform 9"/>
          <p:cNvSpPr/>
          <p:nvPr/>
        </p:nvSpPr>
        <p:spPr bwMode="auto">
          <a:xfrm rot="-3172564">
            <a:off x="7959329" y="-52387"/>
            <a:ext cx="769144"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1034" name="Group 10"/>
          <p:cNvGrpSpPr/>
          <p:nvPr/>
        </p:nvGrpSpPr>
        <p:grpSpPr bwMode="auto">
          <a:xfrm>
            <a:off x="7938" y="4155281"/>
            <a:ext cx="1784350" cy="934641"/>
            <a:chOff x="5" y="3490"/>
            <a:chExt cx="1124" cy="785"/>
          </a:xfrm>
        </p:grpSpPr>
        <p:sp>
          <p:nvSpPr>
            <p:cNvPr id="1051" name="Freeform 11"/>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2" name="Freeform 12"/>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3" name="Freeform 13"/>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4" name="Freeform 14"/>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5" name="Freeform 15"/>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6" name="Freeform 16"/>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7" name="Freeform 17"/>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8" name="Freeform 18"/>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9" name="Freeform 19"/>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1060" name="Group 20"/>
            <p:cNvGrpSpPr/>
            <p:nvPr userDrawn="1"/>
          </p:nvGrpSpPr>
          <p:grpSpPr bwMode="auto">
            <a:xfrm>
              <a:off x="5" y="3490"/>
              <a:ext cx="1124" cy="780"/>
              <a:chOff x="5" y="3490"/>
              <a:chExt cx="1124" cy="780"/>
            </a:xfrm>
          </p:grpSpPr>
          <p:grpSp>
            <p:nvGrpSpPr>
              <p:cNvPr id="1061" name="Group 21"/>
              <p:cNvGrpSpPr/>
              <p:nvPr userDrawn="1"/>
            </p:nvGrpSpPr>
            <p:grpSpPr bwMode="auto">
              <a:xfrm>
                <a:off x="499" y="3562"/>
                <a:ext cx="548" cy="708"/>
                <a:chOff x="499" y="3562"/>
                <a:chExt cx="548" cy="708"/>
              </a:xfrm>
            </p:grpSpPr>
            <p:sp>
              <p:nvSpPr>
                <p:cNvPr id="1074" name="Freeform 22"/>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75" name="Freeform 23"/>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76" name="Freeform 24"/>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sp>
            <p:nvSpPr>
              <p:cNvPr id="1062" name="Freeform 25"/>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63" name="Freeform 26"/>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64" name="Freeform 27"/>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1065" name="Group 28"/>
              <p:cNvGrpSpPr/>
              <p:nvPr userDrawn="1"/>
            </p:nvGrpSpPr>
            <p:grpSpPr bwMode="auto">
              <a:xfrm>
                <a:off x="5" y="3490"/>
                <a:ext cx="1124" cy="678"/>
                <a:chOff x="5" y="3490"/>
                <a:chExt cx="1124" cy="678"/>
              </a:xfrm>
            </p:grpSpPr>
            <p:sp>
              <p:nvSpPr>
                <p:cNvPr id="1066" name="Freeform 29"/>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67" name="Freeform 30"/>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68" name="Freeform 31"/>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69" name="Freeform 32"/>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70" name="Freeform 33"/>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71" name="Freeform 34"/>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72" name="Freeform 35"/>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73" name="Freeform 36"/>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grpSp>
      </p:grpSp>
      <p:grpSp>
        <p:nvGrpSpPr>
          <p:cNvPr id="1035" name="Group 37"/>
          <p:cNvGrpSpPr/>
          <p:nvPr/>
        </p:nvGrpSpPr>
        <p:grpSpPr bwMode="auto">
          <a:xfrm>
            <a:off x="8680451" y="1587104"/>
            <a:ext cx="385763" cy="3231356"/>
            <a:chOff x="5468" y="1333"/>
            <a:chExt cx="243" cy="2714"/>
          </a:xfrm>
        </p:grpSpPr>
        <p:sp>
          <p:nvSpPr>
            <p:cNvPr id="1049" name="Freeform 38"/>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50" name="Freeform 39"/>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grpSp>
        <p:nvGrpSpPr>
          <p:cNvPr id="1036" name="Group 40"/>
          <p:cNvGrpSpPr/>
          <p:nvPr/>
        </p:nvGrpSpPr>
        <p:grpSpPr bwMode="auto">
          <a:xfrm>
            <a:off x="7318375" y="67866"/>
            <a:ext cx="2133600" cy="1433513"/>
            <a:chOff x="4610" y="57"/>
            <a:chExt cx="1344" cy="1204"/>
          </a:xfrm>
        </p:grpSpPr>
        <p:grpSp>
          <p:nvGrpSpPr>
            <p:cNvPr id="1037" name="Group 41"/>
            <p:cNvGrpSpPr/>
            <p:nvPr userDrawn="1"/>
          </p:nvGrpSpPr>
          <p:grpSpPr bwMode="auto">
            <a:xfrm>
              <a:off x="4610" y="57"/>
              <a:ext cx="1344" cy="1204"/>
              <a:chOff x="4610" y="57"/>
              <a:chExt cx="1344" cy="1204"/>
            </a:xfrm>
          </p:grpSpPr>
          <p:sp>
            <p:nvSpPr>
              <p:cNvPr id="1039" name="Freeform 42"/>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nvGrpSpPr>
              <p:cNvPr id="1040" name="Group 43"/>
              <p:cNvGrpSpPr/>
              <p:nvPr userDrawn="1"/>
            </p:nvGrpSpPr>
            <p:grpSpPr bwMode="auto">
              <a:xfrm>
                <a:off x="4610" y="57"/>
                <a:ext cx="1344" cy="985"/>
                <a:chOff x="4610" y="57"/>
                <a:chExt cx="1344" cy="985"/>
              </a:xfrm>
            </p:grpSpPr>
            <p:sp>
              <p:nvSpPr>
                <p:cNvPr id="1041" name="Freeform 44"/>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2" name="Freeform 45"/>
                <p:cNvSpPr/>
                <p:nvPr userDrawn="1"/>
              </p:nvSpPr>
              <p:spPr bwMode="auto">
                <a:xfrm rot="-3172564">
                  <a:off x="5056" y="324"/>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3" name="Freeform 46"/>
                <p:cNvSpPr/>
                <p:nvPr userDrawn="1"/>
              </p:nvSpPr>
              <p:spPr bwMode="auto">
                <a:xfrm rot="-3172564">
                  <a:off x="4866" y="174"/>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4" name="Freeform 47"/>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5" name="Freeform 48"/>
                <p:cNvSpPr/>
                <p:nvPr userDrawn="1"/>
              </p:nvSpPr>
              <p:spPr bwMode="auto">
                <a:xfrm rot="-3172564">
                  <a:off x="5305" y="889"/>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6" name="Freeform 49"/>
                <p:cNvSpPr/>
                <p:nvPr userDrawn="1"/>
              </p:nvSpPr>
              <p:spPr bwMode="auto">
                <a:xfrm rot="-3172564">
                  <a:off x="5253" y="798"/>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7" name="Freeform 50"/>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sp>
              <p:nvSpPr>
                <p:cNvPr id="1048" name="Freeform 51"/>
                <p:cNvSpPr/>
                <p:nvPr userDrawn="1"/>
              </p:nvSpPr>
              <p:spPr bwMode="auto">
                <a:xfrm rot="-3172564">
                  <a:off x="4955" y="134"/>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grpSp>
        <p:sp>
          <p:nvSpPr>
            <p:cNvPr id="1038" name="Line 52"/>
            <p:cNvSpPr>
              <a:spLocks noChangeShapeType="1"/>
            </p:cNvSpPr>
            <p:nvPr userDrawn="1"/>
          </p:nvSpPr>
          <p:spPr bwMode="auto">
            <a:xfrm>
              <a:off x="4870" y="84"/>
              <a:ext cx="42" cy="96"/>
            </a:xfrm>
            <a:prstGeom prst="line">
              <a:avLst/>
            </a:prstGeom>
            <a:noFill/>
            <a:ln w="38100">
              <a:solidFill>
                <a:schemeClr val="accent2"/>
              </a:solidFill>
              <a:round/>
            </a:ln>
            <a:extLst>
              <a:ext uri="{909E8E84-426E-40DD-AFC4-6F175D3DCCD1}">
                <a14:hiddenFill xmlns:a14="http://schemas.microsoft.com/office/drawing/2010/main">
                  <a:noFill/>
                </a14:hiddenFill>
              </a:ext>
            </a:extLst>
          </p:spPr>
          <p:txBody>
            <a:bodyPr/>
            <a:lstStyle/>
            <a:p>
              <a:endParaRPr lang="zh-CN" altLang="en-US">
                <a:solidFill>
                  <a:srgbClr val="000000"/>
                </a:solidFill>
                <a:latin typeface="Comic Sans MS" panose="030F0702030302020204"/>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smtClean="0">
                <a:solidFill>
                  <a:srgbClr val="898989"/>
                </a:solidFill>
                <a:ea typeface="楷体_GB2312" pitchFamily="49" charset="-122"/>
                <a:cs typeface="+mn-cs"/>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p:nvSpPr>
        <p:spPr bwMode="auto">
          <a:xfrm>
            <a:off x="7962900" y="1143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2051" name="Rectangle 3"/>
          <p:cNvSpPr>
            <a:spLocks noGrp="1"/>
          </p:cNvSpPr>
          <p:nvPr>
            <p:ph type="title"/>
          </p:nvPr>
        </p:nvSpPr>
        <p:spPr bwMode="auto">
          <a:xfrm>
            <a:off x="457200" y="92075"/>
            <a:ext cx="75438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2" name="Rectangle 4"/>
          <p:cNvSpPr>
            <a:spLocks noGrp="1"/>
          </p:cNvSpPr>
          <p:nvPr>
            <p:ph type="body"/>
          </p:nvPr>
        </p:nvSpPr>
        <p:spPr bwMode="auto">
          <a:xfrm>
            <a:off x="457200" y="1289050"/>
            <a:ext cx="8229600" cy="330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5413" name="Rectangle 5"/>
          <p:cNvSpPr>
            <a:spLocks noGrp="1" noChangeArrowheads="1"/>
          </p:cNvSpPr>
          <p:nvPr>
            <p:ph type="dt" sz="half" idx="2"/>
          </p:nvPr>
        </p:nvSpPr>
        <p:spPr bwMode="auto">
          <a:xfrm>
            <a:off x="457200" y="4686300"/>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solidFill>
                  <a:srgbClr val="000000"/>
                </a:solidFill>
                <a:latin typeface="Arial" panose="020B0604020202020204" pitchFamily="34" charset="0"/>
                <a:ea typeface="宋体" panose="02010600030101010101" pitchFamily="2" charset="-122"/>
              </a:defRPr>
            </a:lvl1pPr>
          </a:lstStyle>
          <a:p>
            <a:pPr>
              <a:defRPr/>
            </a:pPr>
            <a:fld id="{7902147A-06D6-4673-8391-58B9A200DBCB}" type="datetime10">
              <a:rPr lang="zh-CN" altLang="en-US"/>
              <a:pPr>
                <a:defRPr/>
              </a:pPr>
              <a:t>12:58</a:t>
            </a:fld>
            <a:endParaRPr lang="en-US" altLang="zh-CN"/>
          </a:p>
        </p:txBody>
      </p:sp>
      <p:sp>
        <p:nvSpPr>
          <p:cNvPr id="145414" name="Rectangle 6"/>
          <p:cNvSpPr>
            <a:spLocks noGrp="1" noChangeArrowheads="1"/>
          </p:cNvSpPr>
          <p:nvPr>
            <p:ph type="ftr" sz="quarter" idx="3"/>
          </p:nvPr>
        </p:nvSpPr>
        <p:spPr bwMode="auto">
          <a:xfrm>
            <a:off x="3124200" y="46863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solidFill>
                  <a:srgbClr val="000000"/>
                </a:solidFill>
                <a:latin typeface="Arial" panose="020B0604020202020204" pitchFamily="34" charset="0"/>
                <a:ea typeface="宋体" panose="02010600030101010101" pitchFamily="2" charset="-122"/>
              </a:defRPr>
            </a:lvl1pPr>
          </a:lstStyle>
          <a:p>
            <a:pPr>
              <a:defRPr/>
            </a:pPr>
            <a:endParaRPr lang="en-US" altLang="zh-CN"/>
          </a:p>
        </p:txBody>
      </p:sp>
      <p:sp>
        <p:nvSpPr>
          <p:cNvPr id="145415" name="Rectangle 7"/>
          <p:cNvSpPr>
            <a:spLocks noGrp="1" noChangeArrowheads="1"/>
          </p:cNvSpPr>
          <p:nvPr>
            <p:ph type="sldNum" sz="quarter" idx="4"/>
          </p:nvPr>
        </p:nvSpPr>
        <p:spPr bwMode="auto">
          <a:xfrm>
            <a:off x="6553200" y="4686300"/>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rgbClr val="000000"/>
                </a:solidFill>
                <a:latin typeface="Arial" panose="020B0604020202020204" pitchFamily="34" charset="0"/>
              </a:defRPr>
            </a:lvl1pPr>
          </a:lstStyle>
          <a:p>
            <a:pPr>
              <a:defRPr/>
            </a:pPr>
            <a:fld id="{C00F0E12-73A7-490A-8348-7A074CACC788}" type="slidenum">
              <a:rPr lang="en-US" altLang="zh-CN"/>
              <a:pPr>
                <a:defRPr/>
              </a:pPr>
              <a:t>‹#›</a:t>
            </a:fld>
            <a:endParaRPr lang="en-US" altLang="zh-CN"/>
          </a:p>
        </p:txBody>
      </p:sp>
      <p:grpSp>
        <p:nvGrpSpPr>
          <p:cNvPr id="2056" name="Group 8"/>
          <p:cNvGrpSpPr>
            <a:grpSpLocks/>
          </p:cNvGrpSpPr>
          <p:nvPr/>
        </p:nvGrpSpPr>
        <p:grpSpPr bwMode="auto">
          <a:xfrm>
            <a:off x="8153400" y="114300"/>
            <a:ext cx="792163" cy="97155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6" name="Oval 12"/>
            <p:cNvSpPr>
              <a:spLocks noChangeArrowheads="1"/>
            </p:cNvSpPr>
            <p:nvPr/>
          </p:nvSpPr>
          <p:spPr bwMode="auto">
            <a:xfrm>
              <a:off x="5136" y="1072"/>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7" name="Oval 13"/>
            <p:cNvSpPr>
              <a:spLocks noChangeArrowheads="1"/>
            </p:cNvSpPr>
            <p:nvPr/>
          </p:nvSpPr>
          <p:spPr bwMode="auto">
            <a:xfrm>
              <a:off x="5248"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8" name="Oval 14"/>
            <p:cNvSpPr>
              <a:spLocks noChangeArrowheads="1"/>
            </p:cNvSpPr>
            <p:nvPr/>
          </p:nvSpPr>
          <p:spPr bwMode="auto">
            <a:xfrm>
              <a:off x="5360" y="1072"/>
              <a:ext cx="76"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9" name="Oval 15"/>
            <p:cNvSpPr>
              <a:spLocks noChangeArrowheads="1"/>
            </p:cNvSpPr>
            <p:nvPr/>
          </p:nvSpPr>
          <p:spPr bwMode="auto">
            <a:xfrm>
              <a:off x="5472" y="1072"/>
              <a:ext cx="73"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0" name="Oval 16"/>
            <p:cNvSpPr>
              <a:spLocks noChangeArrowheads="1"/>
            </p:cNvSpPr>
            <p:nvPr/>
          </p:nvSpPr>
          <p:spPr bwMode="auto">
            <a:xfrm>
              <a:off x="5136" y="1184"/>
              <a:ext cx="80" cy="72"/>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1" name="Oval 17"/>
            <p:cNvSpPr>
              <a:spLocks noChangeArrowheads="1"/>
            </p:cNvSpPr>
            <p:nvPr/>
          </p:nvSpPr>
          <p:spPr bwMode="auto">
            <a:xfrm>
              <a:off x="5248" y="1184"/>
              <a:ext cx="79" cy="72"/>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2" name="Oval 18"/>
            <p:cNvSpPr>
              <a:spLocks noChangeArrowheads="1"/>
            </p:cNvSpPr>
            <p:nvPr/>
          </p:nvSpPr>
          <p:spPr bwMode="auto">
            <a:xfrm>
              <a:off x="5360" y="1184"/>
              <a:ext cx="76" cy="72"/>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3" name="Oval 19"/>
            <p:cNvSpPr>
              <a:spLocks noChangeArrowheads="1"/>
            </p:cNvSpPr>
            <p:nvPr/>
          </p:nvSpPr>
          <p:spPr bwMode="auto">
            <a:xfrm>
              <a:off x="5472" y="1184"/>
              <a:ext cx="73" cy="72"/>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4" name="Oval 20"/>
            <p:cNvSpPr>
              <a:spLocks noChangeArrowheads="1"/>
            </p:cNvSpPr>
            <p:nvPr/>
          </p:nvSpPr>
          <p:spPr bwMode="auto">
            <a:xfrm>
              <a:off x="5584" y="1184"/>
              <a:ext cx="80" cy="72"/>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grpSp>
    </p:spTree>
    <p:extLst>
      <p:ext uri="{BB962C8B-B14F-4D97-AF65-F5344CB8AC3E}">
        <p14:creationId xmlns:p14="http://schemas.microsoft.com/office/powerpoint/2010/main" val="2836114662"/>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Lst>
  <p:hf sldNum="0" hdr="0" ftr="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1" fontAlgn="base" hangingPunct="1">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1" fontAlgn="base" hangingPunct="1">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smtClean="0">
                <a:solidFill>
                  <a:srgbClr val="898989"/>
                </a:solidFill>
                <a:ea typeface="楷体_GB2312" pitchFamily="49" charset="-122"/>
                <a:cs typeface="+mn-cs"/>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p:nvSpPr>
        <p:spPr bwMode="auto">
          <a:xfrm>
            <a:off x="7962900" y="1143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2051" name="Rectangle 3"/>
          <p:cNvSpPr>
            <a:spLocks noGrp="1"/>
          </p:cNvSpPr>
          <p:nvPr>
            <p:ph type="title"/>
          </p:nvPr>
        </p:nvSpPr>
        <p:spPr bwMode="auto">
          <a:xfrm>
            <a:off x="457200" y="92075"/>
            <a:ext cx="75438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2" name="Rectangle 4"/>
          <p:cNvSpPr>
            <a:spLocks noGrp="1"/>
          </p:cNvSpPr>
          <p:nvPr>
            <p:ph type="body"/>
          </p:nvPr>
        </p:nvSpPr>
        <p:spPr bwMode="auto">
          <a:xfrm>
            <a:off x="457200" y="1289050"/>
            <a:ext cx="8229600" cy="330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5413" name="Rectangle 5"/>
          <p:cNvSpPr>
            <a:spLocks noGrp="1" noChangeArrowheads="1"/>
          </p:cNvSpPr>
          <p:nvPr>
            <p:ph type="dt" sz="half" idx="2"/>
          </p:nvPr>
        </p:nvSpPr>
        <p:spPr bwMode="auto">
          <a:xfrm>
            <a:off x="457200" y="4686300"/>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solidFill>
                  <a:srgbClr val="000000"/>
                </a:solidFill>
                <a:latin typeface="Arial" panose="020B0604020202020204" pitchFamily="34" charset="0"/>
                <a:ea typeface="宋体" panose="02010600030101010101" pitchFamily="2" charset="-122"/>
              </a:defRPr>
            </a:lvl1pPr>
          </a:lstStyle>
          <a:p>
            <a:pPr>
              <a:defRPr/>
            </a:pPr>
            <a:fld id="{7902147A-06D6-4673-8391-58B9A200DBCB}" type="datetime10">
              <a:rPr lang="zh-CN" altLang="en-US"/>
              <a:pPr>
                <a:defRPr/>
              </a:pPr>
              <a:t>12:58</a:t>
            </a:fld>
            <a:endParaRPr lang="en-US" altLang="zh-CN"/>
          </a:p>
        </p:txBody>
      </p:sp>
      <p:sp>
        <p:nvSpPr>
          <p:cNvPr id="145414" name="Rectangle 6"/>
          <p:cNvSpPr>
            <a:spLocks noGrp="1" noChangeArrowheads="1"/>
          </p:cNvSpPr>
          <p:nvPr>
            <p:ph type="ftr" sz="quarter" idx="3"/>
          </p:nvPr>
        </p:nvSpPr>
        <p:spPr bwMode="auto">
          <a:xfrm>
            <a:off x="3124200" y="46863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solidFill>
                  <a:srgbClr val="000000"/>
                </a:solidFill>
                <a:latin typeface="Arial" panose="020B0604020202020204" pitchFamily="34" charset="0"/>
                <a:ea typeface="宋体" panose="02010600030101010101" pitchFamily="2" charset="-122"/>
              </a:defRPr>
            </a:lvl1pPr>
          </a:lstStyle>
          <a:p>
            <a:pPr>
              <a:defRPr/>
            </a:pPr>
            <a:endParaRPr lang="en-US" altLang="zh-CN"/>
          </a:p>
        </p:txBody>
      </p:sp>
      <p:sp>
        <p:nvSpPr>
          <p:cNvPr id="145415" name="Rectangle 7"/>
          <p:cNvSpPr>
            <a:spLocks noGrp="1" noChangeArrowheads="1"/>
          </p:cNvSpPr>
          <p:nvPr>
            <p:ph type="sldNum" sz="quarter" idx="4"/>
          </p:nvPr>
        </p:nvSpPr>
        <p:spPr bwMode="auto">
          <a:xfrm>
            <a:off x="6553200" y="4686300"/>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rgbClr val="000000"/>
                </a:solidFill>
                <a:latin typeface="Arial" panose="020B0604020202020204" pitchFamily="34" charset="0"/>
              </a:defRPr>
            </a:lvl1pPr>
          </a:lstStyle>
          <a:p>
            <a:pPr>
              <a:defRPr/>
            </a:pPr>
            <a:fld id="{C00F0E12-73A7-490A-8348-7A074CACC788}" type="slidenum">
              <a:rPr lang="en-US" altLang="zh-CN"/>
              <a:pPr>
                <a:defRPr/>
              </a:pPr>
              <a:t>‹#›</a:t>
            </a:fld>
            <a:endParaRPr lang="en-US" altLang="zh-CN"/>
          </a:p>
        </p:txBody>
      </p:sp>
      <p:grpSp>
        <p:nvGrpSpPr>
          <p:cNvPr id="2056" name="Group 8"/>
          <p:cNvGrpSpPr>
            <a:grpSpLocks/>
          </p:cNvGrpSpPr>
          <p:nvPr/>
        </p:nvGrpSpPr>
        <p:grpSpPr bwMode="auto">
          <a:xfrm>
            <a:off x="8153400" y="114300"/>
            <a:ext cx="792163" cy="97155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6" name="Oval 12"/>
            <p:cNvSpPr>
              <a:spLocks noChangeArrowheads="1"/>
            </p:cNvSpPr>
            <p:nvPr/>
          </p:nvSpPr>
          <p:spPr bwMode="auto">
            <a:xfrm>
              <a:off x="5136" y="1072"/>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7" name="Oval 13"/>
            <p:cNvSpPr>
              <a:spLocks noChangeArrowheads="1"/>
            </p:cNvSpPr>
            <p:nvPr/>
          </p:nvSpPr>
          <p:spPr bwMode="auto">
            <a:xfrm>
              <a:off x="5248"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8" name="Oval 14"/>
            <p:cNvSpPr>
              <a:spLocks noChangeArrowheads="1"/>
            </p:cNvSpPr>
            <p:nvPr/>
          </p:nvSpPr>
          <p:spPr bwMode="auto">
            <a:xfrm>
              <a:off x="5360" y="1072"/>
              <a:ext cx="76"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9" name="Oval 15"/>
            <p:cNvSpPr>
              <a:spLocks noChangeArrowheads="1"/>
            </p:cNvSpPr>
            <p:nvPr/>
          </p:nvSpPr>
          <p:spPr bwMode="auto">
            <a:xfrm>
              <a:off x="5472" y="1072"/>
              <a:ext cx="73"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0" name="Oval 16"/>
            <p:cNvSpPr>
              <a:spLocks noChangeArrowheads="1"/>
            </p:cNvSpPr>
            <p:nvPr/>
          </p:nvSpPr>
          <p:spPr bwMode="auto">
            <a:xfrm>
              <a:off x="5136" y="1184"/>
              <a:ext cx="80" cy="72"/>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1" name="Oval 17"/>
            <p:cNvSpPr>
              <a:spLocks noChangeArrowheads="1"/>
            </p:cNvSpPr>
            <p:nvPr/>
          </p:nvSpPr>
          <p:spPr bwMode="auto">
            <a:xfrm>
              <a:off x="5248" y="1184"/>
              <a:ext cx="79" cy="72"/>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2" name="Oval 18"/>
            <p:cNvSpPr>
              <a:spLocks noChangeArrowheads="1"/>
            </p:cNvSpPr>
            <p:nvPr/>
          </p:nvSpPr>
          <p:spPr bwMode="auto">
            <a:xfrm>
              <a:off x="5360" y="1184"/>
              <a:ext cx="76" cy="72"/>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3" name="Oval 19"/>
            <p:cNvSpPr>
              <a:spLocks noChangeArrowheads="1"/>
            </p:cNvSpPr>
            <p:nvPr/>
          </p:nvSpPr>
          <p:spPr bwMode="auto">
            <a:xfrm>
              <a:off x="5472" y="1184"/>
              <a:ext cx="73" cy="72"/>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4" name="Oval 20"/>
            <p:cNvSpPr>
              <a:spLocks noChangeArrowheads="1"/>
            </p:cNvSpPr>
            <p:nvPr/>
          </p:nvSpPr>
          <p:spPr bwMode="auto">
            <a:xfrm>
              <a:off x="5584" y="1184"/>
              <a:ext cx="80" cy="72"/>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grpSp>
    </p:spTree>
    <p:extLst>
      <p:ext uri="{BB962C8B-B14F-4D97-AF65-F5344CB8AC3E}">
        <p14:creationId xmlns:p14="http://schemas.microsoft.com/office/powerpoint/2010/main" val="2836114662"/>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sldNum="0" hdr="0" ftr="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1" fontAlgn="base" hangingPunct="1">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1" fontAlgn="base" hangingPunct="1">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4D396E5-C3EC-4B73-B8E0-C4A2465C294B}" type="datetime10">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t>12:58</a:t>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smtClean="0">
                <a:solidFill>
                  <a:srgbClr val="898989"/>
                </a:solidFill>
                <a:ea typeface="楷体_GB2312" pitchFamily="49" charset="-122"/>
                <a:cs typeface="+mn-cs"/>
              </a:defRPr>
            </a:lvl1pPr>
          </a:lstStyle>
          <a:p>
            <a:pPr lvl="0" eaLnBrk="1" hangingPunct="1">
              <a:buNone/>
            </a:pPr>
            <a:fld id="{9A0DB2DC-4C9A-4742-B13C-FB6460FD3503}" type="slidenum">
              <a:rPr lang="en-US" altLang="zh-CN" smtClean="0">
                <a:latin typeface="Comic Sans MS" panose="030F0702030302020204" pitchFamily="66" charset="0"/>
              </a:rPr>
              <a:t>‹#›</a:t>
            </a:fld>
            <a:endParaRPr lang="en-US" altLang="zh-CN" dirty="0">
              <a:latin typeface="Comic Sans MS" panose="030F0702030302020204" pitchFamily="66" charset="0"/>
            </a:endParaRPr>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Line 2"/>
          <p:cNvSpPr>
            <a:spLocks noChangeShapeType="1"/>
          </p:cNvSpPr>
          <p:nvPr/>
        </p:nvSpPr>
        <p:spPr bwMode="auto">
          <a:xfrm>
            <a:off x="7962900" y="1143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000000"/>
              </a:solidFill>
            </a:endParaRPr>
          </a:p>
        </p:txBody>
      </p:sp>
      <p:sp>
        <p:nvSpPr>
          <p:cNvPr id="2051" name="Rectangle 3"/>
          <p:cNvSpPr>
            <a:spLocks noGrp="1"/>
          </p:cNvSpPr>
          <p:nvPr>
            <p:ph type="title"/>
          </p:nvPr>
        </p:nvSpPr>
        <p:spPr bwMode="auto">
          <a:xfrm>
            <a:off x="457200" y="92075"/>
            <a:ext cx="75438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2" name="Rectangle 4"/>
          <p:cNvSpPr>
            <a:spLocks noGrp="1"/>
          </p:cNvSpPr>
          <p:nvPr>
            <p:ph type="body"/>
          </p:nvPr>
        </p:nvSpPr>
        <p:spPr bwMode="auto">
          <a:xfrm>
            <a:off x="457200" y="1289050"/>
            <a:ext cx="8229600" cy="330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5413" name="Rectangle 5"/>
          <p:cNvSpPr>
            <a:spLocks noGrp="1" noChangeArrowheads="1"/>
          </p:cNvSpPr>
          <p:nvPr>
            <p:ph type="dt" sz="half" idx="2"/>
          </p:nvPr>
        </p:nvSpPr>
        <p:spPr bwMode="auto">
          <a:xfrm>
            <a:off x="457200" y="4686300"/>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solidFill>
                  <a:srgbClr val="000000"/>
                </a:solidFill>
                <a:latin typeface="Arial" panose="020B0604020202020204" pitchFamily="34" charset="0"/>
                <a:ea typeface="宋体" panose="02010600030101010101" pitchFamily="2" charset="-122"/>
              </a:defRPr>
            </a:lvl1pPr>
          </a:lstStyle>
          <a:p>
            <a:pPr>
              <a:defRPr/>
            </a:pPr>
            <a:fld id="{7902147A-06D6-4673-8391-58B9A200DBCB}" type="datetime10">
              <a:rPr lang="zh-CN" altLang="en-US"/>
              <a:pPr>
                <a:defRPr/>
              </a:pPr>
              <a:t>12:58</a:t>
            </a:fld>
            <a:endParaRPr lang="en-US" altLang="zh-CN"/>
          </a:p>
        </p:txBody>
      </p:sp>
      <p:sp>
        <p:nvSpPr>
          <p:cNvPr id="145414" name="Rectangle 6"/>
          <p:cNvSpPr>
            <a:spLocks noGrp="1" noChangeArrowheads="1"/>
          </p:cNvSpPr>
          <p:nvPr>
            <p:ph type="ftr" sz="quarter" idx="3"/>
          </p:nvPr>
        </p:nvSpPr>
        <p:spPr bwMode="auto">
          <a:xfrm>
            <a:off x="3124200" y="4686300"/>
            <a:ext cx="2895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solidFill>
                  <a:srgbClr val="000000"/>
                </a:solidFill>
                <a:latin typeface="Arial" panose="020B0604020202020204" pitchFamily="34" charset="0"/>
                <a:ea typeface="宋体" panose="02010600030101010101" pitchFamily="2" charset="-122"/>
              </a:defRPr>
            </a:lvl1pPr>
          </a:lstStyle>
          <a:p>
            <a:pPr>
              <a:defRPr/>
            </a:pPr>
            <a:endParaRPr lang="en-US" altLang="zh-CN"/>
          </a:p>
        </p:txBody>
      </p:sp>
      <p:sp>
        <p:nvSpPr>
          <p:cNvPr id="145415" name="Rectangle 7"/>
          <p:cNvSpPr>
            <a:spLocks noGrp="1" noChangeArrowheads="1"/>
          </p:cNvSpPr>
          <p:nvPr>
            <p:ph type="sldNum" sz="quarter" idx="4"/>
          </p:nvPr>
        </p:nvSpPr>
        <p:spPr bwMode="auto">
          <a:xfrm>
            <a:off x="6553200" y="4686300"/>
            <a:ext cx="21336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rgbClr val="000000"/>
                </a:solidFill>
                <a:latin typeface="Arial" panose="020B0604020202020204" pitchFamily="34" charset="0"/>
              </a:defRPr>
            </a:lvl1pPr>
          </a:lstStyle>
          <a:p>
            <a:pPr>
              <a:defRPr/>
            </a:pPr>
            <a:fld id="{C00F0E12-73A7-490A-8348-7A074CACC788}" type="slidenum">
              <a:rPr lang="en-US" altLang="zh-CN"/>
              <a:pPr>
                <a:defRPr/>
              </a:pPr>
              <a:t>‹#›</a:t>
            </a:fld>
            <a:endParaRPr lang="en-US" altLang="zh-CN"/>
          </a:p>
        </p:txBody>
      </p:sp>
      <p:grpSp>
        <p:nvGrpSpPr>
          <p:cNvPr id="2056" name="Group 8"/>
          <p:cNvGrpSpPr>
            <a:grpSpLocks/>
          </p:cNvGrpSpPr>
          <p:nvPr/>
        </p:nvGrpSpPr>
        <p:grpSpPr bwMode="auto">
          <a:xfrm>
            <a:off x="8153400" y="114300"/>
            <a:ext cx="792163" cy="97155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6" name="Oval 12"/>
            <p:cNvSpPr>
              <a:spLocks noChangeArrowheads="1"/>
            </p:cNvSpPr>
            <p:nvPr/>
          </p:nvSpPr>
          <p:spPr bwMode="auto">
            <a:xfrm>
              <a:off x="5136" y="1072"/>
              <a:ext cx="80"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7" name="Oval 13"/>
            <p:cNvSpPr>
              <a:spLocks noChangeArrowheads="1"/>
            </p:cNvSpPr>
            <p:nvPr/>
          </p:nvSpPr>
          <p:spPr bwMode="auto">
            <a:xfrm>
              <a:off x="5248" y="1072"/>
              <a:ext cx="79"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8" name="Oval 14"/>
            <p:cNvSpPr>
              <a:spLocks noChangeArrowheads="1"/>
            </p:cNvSpPr>
            <p:nvPr/>
          </p:nvSpPr>
          <p:spPr bwMode="auto">
            <a:xfrm>
              <a:off x="5360" y="1072"/>
              <a:ext cx="76" cy="79"/>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39" name="Oval 15"/>
            <p:cNvSpPr>
              <a:spLocks noChangeArrowheads="1"/>
            </p:cNvSpPr>
            <p:nvPr/>
          </p:nvSpPr>
          <p:spPr bwMode="auto">
            <a:xfrm>
              <a:off x="5472" y="1072"/>
              <a:ext cx="73"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0" name="Oval 16"/>
            <p:cNvSpPr>
              <a:spLocks noChangeArrowheads="1"/>
            </p:cNvSpPr>
            <p:nvPr/>
          </p:nvSpPr>
          <p:spPr bwMode="auto">
            <a:xfrm>
              <a:off x="5136" y="1184"/>
              <a:ext cx="80" cy="72"/>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1" name="Oval 17"/>
            <p:cNvSpPr>
              <a:spLocks noChangeArrowheads="1"/>
            </p:cNvSpPr>
            <p:nvPr/>
          </p:nvSpPr>
          <p:spPr bwMode="auto">
            <a:xfrm>
              <a:off x="5248" y="1184"/>
              <a:ext cx="79" cy="72"/>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2" name="Oval 18"/>
            <p:cNvSpPr>
              <a:spLocks noChangeArrowheads="1"/>
            </p:cNvSpPr>
            <p:nvPr/>
          </p:nvSpPr>
          <p:spPr bwMode="auto">
            <a:xfrm>
              <a:off x="5360" y="1184"/>
              <a:ext cx="76" cy="72"/>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3" name="Oval 19"/>
            <p:cNvSpPr>
              <a:spLocks noChangeArrowheads="1"/>
            </p:cNvSpPr>
            <p:nvPr/>
          </p:nvSpPr>
          <p:spPr bwMode="auto">
            <a:xfrm>
              <a:off x="5472" y="1184"/>
              <a:ext cx="73" cy="72"/>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4" name="Oval 20"/>
            <p:cNvSpPr>
              <a:spLocks noChangeArrowheads="1"/>
            </p:cNvSpPr>
            <p:nvPr/>
          </p:nvSpPr>
          <p:spPr bwMode="auto">
            <a:xfrm>
              <a:off x="5584" y="1184"/>
              <a:ext cx="80" cy="72"/>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solidFill>
                  <a:srgbClr val="000000"/>
                </a:solidFill>
              </a:endParaRPr>
            </a:p>
          </p:txBody>
        </p:sp>
      </p:grpSp>
    </p:spTree>
    <p:extLst>
      <p:ext uri="{BB962C8B-B14F-4D97-AF65-F5344CB8AC3E}">
        <p14:creationId xmlns:p14="http://schemas.microsoft.com/office/powerpoint/2010/main" val="2836114662"/>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Lst>
  <p:hf sldNum="0" hdr="0" ftr="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1" fontAlgn="base" hangingPunct="1">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1" fontAlgn="base" hangingPunct="1">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8.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5.xml"/><Relationship Id="rId1" Type="http://schemas.openxmlformats.org/officeDocument/2006/relationships/slideLayout" Target="../slideLayouts/slideLayout68.xml"/><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8.png"/><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p:cNvSpPr>
          <p:nvPr>
            <p:ph type="title"/>
          </p:nvPr>
        </p:nvSpPr>
        <p:spPr>
          <a:xfrm>
            <a:off x="1043608" y="1923678"/>
            <a:ext cx="6084664" cy="647700"/>
          </a:xfrm>
        </p:spPr>
        <p:txBody>
          <a:bodyPr vert="horz" wrap="square" lIns="91440" tIns="45720" rIns="91440" bIns="45720" anchor="b"/>
          <a:lstStyle/>
          <a:p>
            <a:pPr eaLnBrk="1" hangingPunct="1"/>
            <a:r>
              <a:rPr lang="zh-CN" altLang="en-US" sz="3600" dirty="0">
                <a:solidFill>
                  <a:srgbClr val="0070C0"/>
                </a:solidFill>
                <a:latin typeface="微软雅黑" panose="020B0503020204020204" pitchFamily="34" charset="-122"/>
                <a:ea typeface="微软雅黑" panose="020B0503020204020204" pitchFamily="34" charset="-122"/>
              </a:rPr>
              <a:t> </a:t>
            </a:r>
            <a:r>
              <a:rPr lang="zh-CN" altLang="en-US" sz="3600" dirty="0" smtClean="0">
                <a:solidFill>
                  <a:srgbClr val="0070C0"/>
                </a:solidFill>
                <a:latin typeface="微软雅黑" panose="020B0503020204020204" pitchFamily="34" charset="-122"/>
                <a:ea typeface="微软雅黑" panose="020B0503020204020204" pitchFamily="34" charset="-122"/>
              </a:rPr>
              <a:t>       </a:t>
            </a:r>
            <a:r>
              <a:rPr lang="zh-CN" altLang="en-US" sz="3600" b="1" dirty="0" smtClean="0">
                <a:solidFill>
                  <a:srgbClr val="0070C0"/>
                </a:solidFill>
                <a:latin typeface="微软雅黑" panose="020B0503020204020204" pitchFamily="34" charset="-122"/>
                <a:ea typeface="微软雅黑" panose="020B0503020204020204" pitchFamily="34" charset="-122"/>
              </a:rPr>
              <a:t>第三节  核磁共振碳谱</a:t>
            </a:r>
          </a:p>
        </p:txBody>
      </p:sp>
      <p:sp>
        <p:nvSpPr>
          <p:cNvPr id="7170"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eaLnBrk="1" hangingPunct="1"/>
            <a:fld id="{BB962C8B-B14F-4D97-AF65-F5344CB8AC3E}" type="datetime10">
              <a:rPr lang="zh-CN" altLang="en-US" sz="1000" dirty="0">
                <a:solidFill>
                  <a:srgbClr val="000000"/>
                </a:solidFill>
              </a:rPr>
              <a:pPr eaLnBrk="1" hangingPunct="1"/>
              <a:t>12:58</a:t>
            </a:fld>
            <a:endParaRPr lang="zh-CN" altLang="en-US" sz="1000" dirty="0">
              <a:solidFill>
                <a:srgbClr val="000000"/>
              </a:solidFill>
            </a:endParaRPr>
          </a:p>
        </p:txBody>
      </p:sp>
      <p:sp>
        <p:nvSpPr>
          <p:cNvPr id="717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eaLnBrk="1" hangingPunct="1"/>
            <a:fld id="{9A0DB2DC-4C9A-4742-B13C-FB6460FD3503}" type="slidenum">
              <a:rPr lang="en-US" altLang="zh-CN" sz="1000" dirty="0">
                <a:solidFill>
                  <a:srgbClr val="000000"/>
                </a:solidFill>
              </a:rPr>
              <a:pPr algn="r" eaLnBrk="1" hangingPunct="1"/>
              <a:t>1</a:t>
            </a:fld>
            <a:endParaRPr lang="en-US" altLang="zh-CN" sz="1000" dirty="0">
              <a:solidFill>
                <a:srgbClr val="000000"/>
              </a:solidFill>
            </a:endParaRPr>
          </a:p>
        </p:txBody>
      </p:sp>
    </p:spTree>
    <p:extLst>
      <p:ext uri="{BB962C8B-B14F-4D97-AF65-F5344CB8AC3E}">
        <p14:creationId xmlns:p14="http://schemas.microsoft.com/office/powerpoint/2010/main" val="7658885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p:cNvSpPr>
          <p:nvPr>
            <p:ph type="title"/>
          </p:nvPr>
        </p:nvSpPr>
        <p:spPr>
          <a:xfrm>
            <a:off x="899592" y="123478"/>
            <a:ext cx="6084664" cy="647700"/>
          </a:xfrm>
        </p:spPr>
        <p:txBody>
          <a:bodyPr vert="horz" wrap="square" lIns="91440" tIns="45720" rIns="91440" bIns="45720" anchor="b"/>
          <a:lstStyle/>
          <a:p>
            <a:pPr eaLnBrk="1" hangingPunct="1"/>
            <a:r>
              <a:rPr lang="zh-CN" altLang="en-US" sz="3600" dirty="0">
                <a:solidFill>
                  <a:srgbClr val="0070C0"/>
                </a:solidFill>
                <a:latin typeface="微软雅黑" panose="020B0503020204020204" pitchFamily="34" charset="-122"/>
                <a:ea typeface="微软雅黑" panose="020B0503020204020204" pitchFamily="34" charset="-122"/>
              </a:rPr>
              <a:t> </a:t>
            </a:r>
            <a:r>
              <a:rPr lang="zh-CN" altLang="en-US" sz="3600" dirty="0" smtClean="0">
                <a:solidFill>
                  <a:srgbClr val="0070C0"/>
                </a:solidFill>
                <a:latin typeface="微软雅黑" panose="020B0503020204020204" pitchFamily="34" charset="-122"/>
                <a:ea typeface="微软雅黑" panose="020B0503020204020204" pitchFamily="34" charset="-122"/>
              </a:rPr>
              <a:t>       </a:t>
            </a:r>
            <a:r>
              <a:rPr lang="zh-CN" altLang="en-US" sz="3600" dirty="0">
                <a:solidFill>
                  <a:srgbClr val="0070C0"/>
                </a:solidFill>
                <a:latin typeface="微软雅黑" panose="020B0503020204020204" pitchFamily="34" charset="-122"/>
                <a:ea typeface="微软雅黑" panose="020B0503020204020204" pitchFamily="34" charset="-122"/>
              </a:rPr>
              <a:t>第二</a:t>
            </a:r>
            <a:r>
              <a:rPr lang="zh-CN" altLang="en-US" sz="3600" dirty="0" smtClean="0">
                <a:solidFill>
                  <a:srgbClr val="0070C0"/>
                </a:solidFill>
                <a:latin typeface="微软雅黑" panose="020B0503020204020204" pitchFamily="34" charset="-122"/>
                <a:ea typeface="微软雅黑" panose="020B0503020204020204" pitchFamily="34" charset="-122"/>
              </a:rPr>
              <a:t>节 核磁共振碳谱</a:t>
            </a:r>
          </a:p>
        </p:txBody>
      </p:sp>
      <p:sp>
        <p:nvSpPr>
          <p:cNvPr id="7173" name="Rectangle 3"/>
          <p:cNvSpPr>
            <a:spLocks noGrp="1"/>
          </p:cNvSpPr>
          <p:nvPr>
            <p:ph idx="1"/>
          </p:nvPr>
        </p:nvSpPr>
        <p:spPr>
          <a:xfrm>
            <a:off x="539552" y="987574"/>
            <a:ext cx="8784976" cy="3744416"/>
          </a:xfrm>
        </p:spPr>
        <p:txBody>
          <a:bodyPr vert="horz" wrap="square" lIns="91440" tIns="45720" rIns="91440" bIns="45720" anchor="t"/>
          <a:lstStyle/>
          <a:p>
            <a:pPr marL="0" indent="0" algn="just">
              <a:lnSpc>
                <a:spcPct val="120000"/>
              </a:lnSpc>
              <a:buSzPct val="75000"/>
              <a:buNone/>
            </a:pPr>
            <a:r>
              <a:rPr lang="zh-CN" altLang="en-US" sz="2800" b="1" dirty="0" smtClean="0">
                <a:latin typeface="微软雅黑" panose="020B0503020204020204" pitchFamily="34" charset="-122"/>
                <a:ea typeface="微软雅黑" panose="020B0503020204020204" pitchFamily="34" charset="-122"/>
              </a:rPr>
              <a:t>一、</a:t>
            </a:r>
            <a:r>
              <a:rPr lang="zh-CN" altLang="en-US" sz="2800" b="1" dirty="0">
                <a:latin typeface="微软雅黑" panose="020B0503020204020204" charset="-122"/>
                <a:ea typeface="微软雅黑" panose="020B0503020204020204" charset="-122"/>
              </a:rPr>
              <a:t>核磁共振碳谱的</a:t>
            </a:r>
            <a:r>
              <a:rPr lang="zh-CN" altLang="en-US" sz="2800" b="1" dirty="0" smtClean="0">
                <a:latin typeface="微软雅黑" panose="020B0503020204020204" charset="-122"/>
                <a:ea typeface="微软雅黑" panose="020B0503020204020204" charset="-122"/>
              </a:rPr>
              <a:t>特点</a:t>
            </a:r>
            <a:endParaRPr lang="en-US" altLang="zh-CN" sz="2800" b="1" dirty="0" smtClean="0">
              <a:latin typeface="微软雅黑" panose="020B0503020204020204" charset="-122"/>
              <a:ea typeface="微软雅黑" panose="020B0503020204020204" charset="-122"/>
            </a:endParaRPr>
          </a:p>
          <a:p>
            <a:pPr marL="0" indent="0">
              <a:lnSpc>
                <a:spcPct val="120000"/>
              </a:lnSpc>
              <a:buSzPct val="75000"/>
              <a:buNone/>
            </a:pPr>
            <a:r>
              <a:rPr lang="zh-CN" altLang="en-US" sz="2800" b="1" dirty="0" smtClean="0">
                <a:latin typeface="微软雅黑" panose="020B0503020204020204" charset="-122"/>
                <a:ea typeface="微软雅黑" panose="020B0503020204020204" charset="-122"/>
              </a:rPr>
              <a:t>二、</a:t>
            </a:r>
            <a:r>
              <a:rPr lang="en-US" altLang="zh-CN" sz="2800" b="1" baseline="30000" dirty="0">
                <a:latin typeface="Times New Roman" panose="02020603050405020304" pitchFamily="18" charset="0"/>
                <a:ea typeface="微软雅黑" panose="020B0503020204020204" charset="-122"/>
                <a:cs typeface="Times New Roman" panose="02020603050405020304" pitchFamily="18" charset="0"/>
              </a:rPr>
              <a:t>13</a:t>
            </a:r>
            <a:r>
              <a:rPr lang="en-US" altLang="zh-CN" sz="2800" b="1" dirty="0">
                <a:latin typeface="Times New Roman" panose="02020603050405020304" pitchFamily="18" charset="0"/>
                <a:ea typeface="微软雅黑" panose="020B0503020204020204" charset="-122"/>
                <a:cs typeface="Times New Roman" panose="02020603050405020304" pitchFamily="18" charset="0"/>
              </a:rPr>
              <a:t>C NMR</a:t>
            </a:r>
            <a:r>
              <a:rPr lang="zh-CN" altLang="en-US" sz="2800" b="1" dirty="0">
                <a:latin typeface="Times New Roman" panose="02020603050405020304" pitchFamily="18" charset="0"/>
                <a:ea typeface="微软雅黑" panose="020B0503020204020204" charset="-122"/>
                <a:cs typeface="Times New Roman" panose="02020603050405020304" pitchFamily="18" charset="0"/>
              </a:rPr>
              <a:t>的主要参数</a:t>
            </a:r>
            <a:r>
              <a:rPr lang="en-US" altLang="zh-CN" sz="2800" b="1" dirty="0">
                <a:latin typeface="Times New Roman" panose="02020603050405020304" pitchFamily="18" charset="0"/>
                <a:ea typeface="微软雅黑" panose="020B0503020204020204" charset="-122"/>
                <a:cs typeface="Times New Roman" panose="02020603050405020304" pitchFamily="18" charset="0"/>
              </a:rPr>
              <a:t>-</a:t>
            </a:r>
            <a:r>
              <a:rPr lang="zh-CN" altLang="en-US" sz="2800" b="1" dirty="0">
                <a:latin typeface="Times New Roman" panose="02020603050405020304" pitchFamily="18" charset="0"/>
                <a:ea typeface="微软雅黑" panose="020B0503020204020204" charset="-122"/>
                <a:cs typeface="Times New Roman" panose="02020603050405020304" pitchFamily="18" charset="0"/>
              </a:rPr>
              <a:t>化学位移</a:t>
            </a:r>
            <a:endParaRPr lang="en-US" altLang="zh-CN" sz="2800" b="1" dirty="0">
              <a:latin typeface="Times New Roman" panose="02020603050405020304" pitchFamily="18" charset="0"/>
              <a:ea typeface="微软雅黑" panose="020B0503020204020204" charset="-122"/>
              <a:cs typeface="Times New Roman" panose="02020603050405020304" pitchFamily="18" charset="0"/>
            </a:endParaRPr>
          </a:p>
          <a:p>
            <a:pPr marL="0" indent="0" algn="just" eaLnBrk="1" hangingPunct="1">
              <a:lnSpc>
                <a:spcPct val="120000"/>
              </a:lnSpc>
              <a:buSzPct val="75000"/>
              <a:buNone/>
            </a:pPr>
            <a:r>
              <a:rPr lang="zh-CN" altLang="en-US" sz="2800" b="1" dirty="0">
                <a:latin typeface="微软雅黑" panose="020B0503020204020204" pitchFamily="34" charset="-122"/>
                <a:ea typeface="微软雅黑" panose="020B0503020204020204" pitchFamily="34" charset="-122"/>
              </a:rPr>
              <a:t>三</a:t>
            </a:r>
            <a:r>
              <a:rPr lang="zh-CN" altLang="en-US" sz="2800" b="1" dirty="0" smtClean="0">
                <a:latin typeface="微软雅黑" panose="020B0503020204020204" pitchFamily="34" charset="-122"/>
                <a:ea typeface="微软雅黑" panose="020B0503020204020204" pitchFamily="34" charset="-122"/>
              </a:rPr>
              <a:t>、耦合裂分及耦合常数</a:t>
            </a:r>
            <a:endParaRPr lang="en-US" altLang="zh-CN" sz="2800" b="1" dirty="0" smtClean="0">
              <a:latin typeface="微软雅黑" panose="020B0503020204020204" pitchFamily="34" charset="-122"/>
              <a:ea typeface="微软雅黑" panose="020B0503020204020204" pitchFamily="34" charset="-122"/>
            </a:endParaRPr>
          </a:p>
          <a:p>
            <a:pPr marL="0" indent="0" algn="just">
              <a:lnSpc>
                <a:spcPct val="120000"/>
              </a:lnSpc>
              <a:buSzPct val="75000"/>
              <a:buNone/>
            </a:pPr>
            <a:r>
              <a:rPr lang="zh-CN" altLang="en-US" sz="2800" b="1" dirty="0" smtClean="0">
                <a:latin typeface="微软雅黑" panose="020B0503020204020204" pitchFamily="34" charset="-122"/>
                <a:ea typeface="微软雅黑" panose="020B0503020204020204" pitchFamily="34" charset="-122"/>
              </a:rPr>
              <a:t>四、</a:t>
            </a:r>
            <a:r>
              <a:rPr lang="en-US" altLang="zh-CN" sz="2800" b="1" dirty="0" smtClean="0">
                <a:latin typeface="微软雅黑" panose="020B0503020204020204" charset="-122"/>
                <a:ea typeface="微软雅黑" panose="020B0503020204020204" charset="-122"/>
                <a:cs typeface="微软雅黑" panose="020B0503020204020204" charset="-122"/>
              </a:rPr>
              <a:t> </a:t>
            </a:r>
            <a:r>
              <a:rPr lang="zh-CN" altLang="en-US" sz="2800" b="1" dirty="0">
                <a:latin typeface="微软雅黑" panose="020B0503020204020204" charset="-122"/>
                <a:ea typeface="微软雅黑" panose="020B0503020204020204" charset="-122"/>
              </a:rPr>
              <a:t>碳谱中几种常见的图谱</a:t>
            </a:r>
          </a:p>
          <a:p>
            <a:pPr marL="0" indent="0" algn="just" eaLnBrk="1" hangingPunct="1">
              <a:lnSpc>
                <a:spcPct val="120000"/>
              </a:lnSpc>
              <a:buSzPct val="75000"/>
              <a:buNone/>
            </a:pPr>
            <a:r>
              <a:rPr lang="zh-CN" altLang="en-US" sz="2800" b="1" dirty="0" smtClean="0">
                <a:latin typeface="微软雅黑" panose="020B0503020204020204" pitchFamily="34" charset="-122"/>
                <a:ea typeface="微软雅黑" panose="020B0503020204020204" pitchFamily="34" charset="-122"/>
              </a:rPr>
              <a:t>五、 碳谱的解析</a:t>
            </a:r>
            <a:endParaRPr lang="en-US" altLang="zh-CN" sz="2800" b="1" dirty="0" smtClean="0">
              <a:latin typeface="微软雅黑" panose="020B0503020204020204" pitchFamily="34" charset="-122"/>
              <a:ea typeface="微软雅黑" panose="020B0503020204020204" pitchFamily="34" charset="-122"/>
            </a:endParaRPr>
          </a:p>
        </p:txBody>
      </p:sp>
      <p:sp>
        <p:nvSpPr>
          <p:cNvPr id="7170"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eaLnBrk="1" hangingPunct="1"/>
            <a:fld id="{BB962C8B-B14F-4D97-AF65-F5344CB8AC3E}" type="datetime10">
              <a:rPr lang="zh-CN" altLang="en-US" sz="1000" dirty="0">
                <a:solidFill>
                  <a:srgbClr val="000000"/>
                </a:solidFill>
              </a:rPr>
              <a:pPr eaLnBrk="1" hangingPunct="1"/>
              <a:t>12:58</a:t>
            </a:fld>
            <a:endParaRPr lang="zh-CN" altLang="en-US" sz="1000" dirty="0">
              <a:solidFill>
                <a:srgbClr val="000000"/>
              </a:solidFill>
            </a:endParaRPr>
          </a:p>
        </p:txBody>
      </p:sp>
      <p:sp>
        <p:nvSpPr>
          <p:cNvPr id="717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eaLnBrk="1" hangingPunct="1"/>
            <a:fld id="{9A0DB2DC-4C9A-4742-B13C-FB6460FD3503}" type="slidenum">
              <a:rPr lang="en-US" altLang="zh-CN" sz="1000" dirty="0">
                <a:solidFill>
                  <a:srgbClr val="000000"/>
                </a:solidFill>
              </a:rPr>
              <a:pPr algn="r" eaLnBrk="1" hangingPunct="1"/>
              <a:t>2</a:t>
            </a:fld>
            <a:endParaRPr lang="en-US" altLang="zh-CN" sz="1000" dirty="0">
              <a:solidFill>
                <a:srgbClr val="000000"/>
              </a:solidFill>
            </a:endParaRPr>
          </a:p>
        </p:txBody>
      </p:sp>
    </p:spTree>
    <p:extLst>
      <p:ext uri="{BB962C8B-B14F-4D97-AF65-F5344CB8AC3E}">
        <p14:creationId xmlns:p14="http://schemas.microsoft.com/office/powerpoint/2010/main" val="12735415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705479" y="0"/>
            <a:ext cx="7772400" cy="857250"/>
          </a:xfrm>
        </p:spPr>
        <p:txBody>
          <a:bodyPr/>
          <a:lstStyle/>
          <a:p>
            <a:pPr eaLnBrk="1" hangingPunct="1"/>
            <a:r>
              <a:rPr lang="zh-CN" altLang="en-US" sz="3200" b="1" kern="1200" dirty="0" smtClean="0">
                <a:solidFill>
                  <a:srgbClr val="0070C0"/>
                </a:solidFill>
                <a:latin typeface="微软雅黑" panose="020B0503020204020204" charset="-122"/>
                <a:ea typeface="微软雅黑" panose="020B0503020204020204" charset="-122"/>
                <a:cs typeface="+mn-cs"/>
              </a:rPr>
              <a:t>一、核磁共振</a:t>
            </a:r>
            <a:r>
              <a:rPr lang="zh-CN" altLang="en-US" sz="3200" b="1" kern="1200" dirty="0">
                <a:solidFill>
                  <a:srgbClr val="0070C0"/>
                </a:solidFill>
                <a:latin typeface="微软雅黑" panose="020B0503020204020204" charset="-122"/>
                <a:ea typeface="微软雅黑" panose="020B0503020204020204" charset="-122"/>
                <a:cs typeface="+mn-cs"/>
              </a:rPr>
              <a:t>碳谱特点</a:t>
            </a:r>
          </a:p>
        </p:txBody>
      </p:sp>
      <p:sp>
        <p:nvSpPr>
          <p:cNvPr id="4098" name="日期占位符 3"/>
          <p:cNvSpPr>
            <a:spLocks noGrp="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E260D931-B4BB-4B51-AC07-C25F90CF8413}" type="datetime10">
              <a:rPr lang="zh-CN" altLang="en-US" smtClean="0">
                <a:solidFill>
                  <a:srgbClr val="000000"/>
                </a:solidFill>
              </a:rPr>
              <a:t>12:58</a:t>
            </a:fld>
            <a:endParaRPr lang="en-US" altLang="zh-CN" dirty="0" smtClean="0">
              <a:solidFill>
                <a:srgbClr val="000000"/>
              </a:solidFill>
            </a:endParaRPr>
          </a:p>
        </p:txBody>
      </p:sp>
      <p:sp>
        <p:nvSpPr>
          <p:cNvPr id="4099"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B82D7C53-94CE-4471-90DC-3BD24C74F615}" type="slidenum">
              <a:rPr lang="en-US" altLang="zh-CN" smtClean="0">
                <a:solidFill>
                  <a:srgbClr val="000000"/>
                </a:solidFill>
              </a:rPr>
              <a:t>3</a:t>
            </a:fld>
            <a:endParaRPr lang="en-US" altLang="zh-CN" smtClean="0">
              <a:solidFill>
                <a:srgbClr val="000000"/>
              </a:solidFill>
            </a:endParaRPr>
          </a:p>
        </p:txBody>
      </p:sp>
      <p:sp>
        <p:nvSpPr>
          <p:cNvPr id="66564" name="Rectangle 4"/>
          <p:cNvSpPr>
            <a:spLocks noChangeArrowheads="1"/>
          </p:cNvSpPr>
          <p:nvPr/>
        </p:nvSpPr>
        <p:spPr bwMode="auto">
          <a:xfrm>
            <a:off x="413877" y="634314"/>
            <a:ext cx="7856537" cy="892552"/>
          </a:xfrm>
          <a:prstGeom prst="rect">
            <a:avLst/>
          </a:prstGeom>
          <a:noFill/>
          <a:ln w="9525">
            <a:noFill/>
            <a:miter lim="800000"/>
          </a:ln>
          <a:effectLst/>
        </p:spPr>
        <p:txBody>
          <a:bodyPr>
            <a:spAutoFit/>
          </a:bodyPr>
          <a:lstStyle/>
          <a:p>
            <a:pPr marL="457200" indent="-457200" fontAlgn="base">
              <a:spcBef>
                <a:spcPct val="0"/>
              </a:spcBef>
              <a:spcAft>
                <a:spcPct val="0"/>
              </a:spcAft>
              <a:buClr>
                <a:schemeClr val="tx2"/>
              </a:buClr>
              <a:buSzPct val="75000"/>
              <a:buFont typeface="Wingdings" panose="05000000000000000000" pitchFamily="2" charset="2"/>
              <a:buChar char="u"/>
              <a:defRPr/>
            </a:pPr>
            <a:r>
              <a:rPr kumimoji="1" lang="zh-CN" altLang="en-US" sz="2800" b="1" dirty="0" smtClean="0">
                <a:latin typeface="Times New Roman" panose="02020603050405020304" pitchFamily="18" charset="0"/>
              </a:rPr>
              <a:t> </a:t>
            </a:r>
            <a:r>
              <a:rPr kumimoji="1" lang="zh-CN" altLang="en-US" sz="2400" b="1" dirty="0" smtClean="0">
                <a:solidFill>
                  <a:srgbClr val="C00000"/>
                </a:solidFill>
                <a:latin typeface="微软雅黑" panose="020B0503020204020204" charset="-122"/>
                <a:ea typeface="微软雅黑" panose="020B0503020204020204" charset="-122"/>
                <a:cs typeface="Times New Roman" panose="02020603050405020304" pitchFamily="18" charset="0"/>
              </a:rPr>
              <a:t>信号</a:t>
            </a:r>
            <a:r>
              <a:rPr kumimoji="1" lang="zh-CN" altLang="en-US" sz="2400" b="1" dirty="0">
                <a:solidFill>
                  <a:srgbClr val="C00000"/>
                </a:solidFill>
                <a:latin typeface="微软雅黑" panose="020B0503020204020204" charset="-122"/>
                <a:ea typeface="微软雅黑" panose="020B0503020204020204" charset="-122"/>
                <a:cs typeface="Times New Roman" panose="02020603050405020304" pitchFamily="18" charset="0"/>
              </a:rPr>
              <a:t>强度</a:t>
            </a:r>
            <a:r>
              <a:rPr kumimoji="1" lang="zh-CN" altLang="en-US" sz="2400" b="1" dirty="0" smtClean="0">
                <a:solidFill>
                  <a:srgbClr val="C00000"/>
                </a:solidFill>
                <a:latin typeface="微软雅黑" panose="020B0503020204020204" charset="-122"/>
                <a:ea typeface="微软雅黑" panose="020B0503020204020204" charset="-122"/>
                <a:cs typeface="Times New Roman" panose="02020603050405020304" pitchFamily="18" charset="0"/>
              </a:rPr>
              <a:t>低</a:t>
            </a:r>
            <a:endParaRPr kumimoji="1" lang="en-US" altLang="zh-CN" sz="2400" b="1" dirty="0" smtClean="0">
              <a:solidFill>
                <a:srgbClr val="C00000"/>
              </a:solidFill>
              <a:latin typeface="微软雅黑" panose="020B0503020204020204" charset="-122"/>
              <a:ea typeface="微软雅黑" panose="020B0503020204020204" charset="-122"/>
              <a:cs typeface="Times New Roman" panose="02020603050405020304" pitchFamily="18" charset="0"/>
            </a:endParaRPr>
          </a:p>
          <a:p>
            <a:pPr marL="457200" indent="-457200" fontAlgn="base">
              <a:spcBef>
                <a:spcPct val="0"/>
              </a:spcBef>
              <a:spcAft>
                <a:spcPct val="0"/>
              </a:spcAft>
              <a:buSzPct val="75000"/>
              <a:buFont typeface="Wingdings" panose="05000000000000000000" pitchFamily="2" charset="2"/>
              <a:buChar char="u"/>
              <a:defRPr/>
            </a:pPr>
            <a:endParaRPr kumimoji="1" lang="en-US" altLang="zh-CN" sz="2400" b="1" dirty="0">
              <a:solidFill>
                <a:srgbClr val="000000"/>
              </a:solidFill>
              <a:latin typeface="微软雅黑" panose="020B0503020204020204" charset="-122"/>
              <a:ea typeface="微软雅黑" panose="020B0503020204020204" charset="-122"/>
              <a:cs typeface="Times New Roman" panose="02020603050405020304" pitchFamily="18" charset="0"/>
            </a:endParaRPr>
          </a:p>
        </p:txBody>
      </p:sp>
      <p:sp>
        <p:nvSpPr>
          <p:cNvPr id="2" name="矩形 1"/>
          <p:cNvSpPr/>
          <p:nvPr/>
        </p:nvSpPr>
        <p:spPr>
          <a:xfrm>
            <a:off x="467844" y="2295113"/>
            <a:ext cx="8136601" cy="830997"/>
          </a:xfrm>
          <a:prstGeom prst="rect">
            <a:avLst/>
          </a:prstGeom>
        </p:spPr>
        <p:txBody>
          <a:bodyPr wrap="square">
            <a:spAutoFit/>
          </a:bodyPr>
          <a:lstStyle/>
          <a:p>
            <a:pPr marL="457200" lvl="0" indent="-457200" fontAlgn="base">
              <a:spcBef>
                <a:spcPct val="0"/>
              </a:spcBef>
              <a:spcAft>
                <a:spcPct val="0"/>
              </a:spcAft>
              <a:buClr>
                <a:schemeClr val="tx2"/>
              </a:buClr>
              <a:buSzPct val="75000"/>
              <a:buFont typeface="Wingdings" panose="05000000000000000000" pitchFamily="2" charset="2"/>
              <a:buChar char="u"/>
              <a:defRPr/>
            </a:pPr>
            <a:r>
              <a:rPr kumimoji="1" lang="zh-CN" altLang="en-US" sz="2400" b="1" dirty="0">
                <a:solidFill>
                  <a:srgbClr val="C00000"/>
                </a:solidFill>
                <a:latin typeface="微软雅黑" panose="020B0503020204020204" charset="-122"/>
                <a:ea typeface="微软雅黑" panose="020B0503020204020204" charset="-122"/>
                <a:cs typeface="Times New Roman" panose="02020603050405020304" pitchFamily="18" charset="0"/>
              </a:rPr>
              <a:t>化学位移范围宽 </a:t>
            </a:r>
            <a:endParaRPr kumimoji="1" lang="en-US" altLang="zh-CN" sz="2400" b="1" dirty="0">
              <a:solidFill>
                <a:srgbClr val="C00000"/>
              </a:solidFill>
              <a:latin typeface="微软雅黑" panose="020B0503020204020204" charset="-122"/>
              <a:ea typeface="微软雅黑" panose="020B0503020204020204" charset="-122"/>
              <a:cs typeface="Times New Roman" panose="02020603050405020304" pitchFamily="18" charset="0"/>
            </a:endParaRPr>
          </a:p>
          <a:p>
            <a:pPr lvl="0" fontAlgn="base">
              <a:spcBef>
                <a:spcPct val="0"/>
              </a:spcBef>
              <a:spcAft>
                <a:spcPct val="0"/>
              </a:spcAft>
              <a:defRPr/>
            </a:pPr>
            <a:r>
              <a:rPr kumimoji="1"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rPr>
              <a:t>     </a:t>
            </a:r>
            <a:r>
              <a:rPr kumimoji="1" lang="zh-CN" altLang="en-US" sz="2400" dirty="0">
                <a:solidFill>
                  <a:srgbClr val="000000"/>
                </a:solidFill>
                <a:latin typeface="微软雅黑" panose="020B0503020204020204" charset="-122"/>
                <a:ea typeface="微软雅黑" panose="020B0503020204020204" charset="-122"/>
                <a:cs typeface="Times New Roman" panose="02020603050405020304" pitchFamily="18" charset="0"/>
              </a:rPr>
              <a:t>一般</a:t>
            </a:r>
            <a:r>
              <a:rPr kumimoji="1" lang="en-US" altLang="zh-CN" sz="2400" baseline="30000" dirty="0">
                <a:solidFill>
                  <a:srgbClr val="000000"/>
                </a:solidFill>
                <a:latin typeface="微软雅黑" panose="020B0503020204020204" charset="-122"/>
                <a:ea typeface="微软雅黑" panose="020B0503020204020204" charset="-122"/>
                <a:cs typeface="Times New Roman" panose="02020603050405020304" pitchFamily="18" charset="0"/>
              </a:rPr>
              <a:t>13</a:t>
            </a:r>
            <a:r>
              <a:rPr kumimoji="1"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rPr>
              <a:t>C</a:t>
            </a:r>
            <a:r>
              <a:rPr kumimoji="1" lang="zh-CN" altLang="en-US" sz="2400" dirty="0">
                <a:solidFill>
                  <a:srgbClr val="000000"/>
                </a:solidFill>
                <a:latin typeface="微软雅黑" panose="020B0503020204020204" charset="-122"/>
                <a:ea typeface="微软雅黑" panose="020B0503020204020204" charset="-122"/>
                <a:cs typeface="Times New Roman" panose="02020603050405020304" pitchFamily="18" charset="0"/>
              </a:rPr>
              <a:t>谱谱线在</a:t>
            </a: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0-250</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，特殊情况下再超出</a:t>
            </a:r>
            <a:r>
              <a:rPr kumimoji="1" lang="en-US" altLang="zh-CN"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50-100 </a:t>
            </a:r>
            <a:endParaRPr kumimoji="1"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endParaRPr>
          </a:p>
        </p:txBody>
      </p:sp>
      <p:sp>
        <p:nvSpPr>
          <p:cNvPr id="3" name="矩形 2"/>
          <p:cNvSpPr/>
          <p:nvPr/>
        </p:nvSpPr>
        <p:spPr>
          <a:xfrm>
            <a:off x="473070" y="3291830"/>
            <a:ext cx="8670930" cy="1569660"/>
          </a:xfrm>
          <a:prstGeom prst="rect">
            <a:avLst/>
          </a:prstGeom>
        </p:spPr>
        <p:txBody>
          <a:bodyPr wrap="square">
            <a:spAutoFit/>
          </a:bodyPr>
          <a:lstStyle/>
          <a:p>
            <a:pPr marL="457200" lvl="0" indent="-457200" fontAlgn="base">
              <a:spcBef>
                <a:spcPct val="0"/>
              </a:spcBef>
              <a:spcAft>
                <a:spcPct val="0"/>
              </a:spcAft>
              <a:buClr>
                <a:schemeClr val="tx2"/>
              </a:buClr>
              <a:buSzPct val="75000"/>
              <a:buFont typeface="Wingdings" panose="05000000000000000000" pitchFamily="2" charset="2"/>
              <a:buChar char="u"/>
              <a:defRPr/>
            </a:pPr>
            <a:r>
              <a:rPr kumimoji="1" lang="zh-CN" altLang="en-US"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耦合常数大</a:t>
            </a:r>
            <a:endParaRPr kumimoji="1" lang="en-US" altLang="zh-CN"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endParaRPr>
          </a:p>
          <a:p>
            <a:pPr lvl="0" fontAlgn="base">
              <a:spcBef>
                <a:spcPct val="0"/>
              </a:spcBef>
              <a:spcAft>
                <a:spcPct val="0"/>
              </a:spcAft>
              <a:defRPr/>
            </a:pP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      </a:t>
            </a:r>
            <a:r>
              <a:rPr kumimoji="1" lang="en-US" altLang="zh-CN" sz="2400" baseline="30000" dirty="0">
                <a:solidFill>
                  <a:srgbClr val="000000"/>
                </a:solidFill>
                <a:latin typeface="微软雅黑" panose="020B0503020204020204" charset="-122"/>
                <a:ea typeface="微软雅黑" panose="020B0503020204020204" charset="-122"/>
                <a:cs typeface="Times New Roman" panose="02020603050405020304" pitchFamily="18" charset="0"/>
              </a:rPr>
              <a:t>13</a:t>
            </a:r>
            <a:r>
              <a:rPr kumimoji="1"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rPr>
              <a:t>C</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与</a:t>
            </a: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H</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一键耦合常数数值很大，一般在</a:t>
            </a: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125-250HZ</a:t>
            </a:r>
          </a:p>
          <a:p>
            <a:pPr lvl="0" fontAlgn="base">
              <a:spcBef>
                <a:spcPct val="0"/>
              </a:spcBef>
              <a:spcAft>
                <a:spcPct val="0"/>
              </a:spcAft>
              <a:defRPr/>
            </a:pP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      </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不去耦的碳谱很难识辨</a:t>
            </a:r>
            <a:endPar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endParaRPr>
          </a:p>
          <a:p>
            <a:pPr lvl="0" fontAlgn="base">
              <a:spcBef>
                <a:spcPct val="0"/>
              </a:spcBef>
              <a:spcAft>
                <a:spcPct val="0"/>
              </a:spcAft>
              <a:defRPr/>
            </a:pP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      常规碳谱都是质子噪声去耦谱，得到各种碳的谱线都是单峰。</a:t>
            </a:r>
            <a:endParaRPr kumimoji="1"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endParaRPr>
          </a:p>
        </p:txBody>
      </p:sp>
      <p:sp>
        <p:nvSpPr>
          <p:cNvPr id="8" name="Text Box 4"/>
          <p:cNvSpPr txBox="1">
            <a:spLocks noChangeArrowheads="1"/>
          </p:cNvSpPr>
          <p:nvPr/>
        </p:nvSpPr>
        <p:spPr bwMode="auto">
          <a:xfrm>
            <a:off x="1339957" y="1094784"/>
            <a:ext cx="7653338" cy="1200329"/>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lnSpc>
                <a:spcPct val="150000"/>
              </a:lnSpc>
              <a:spcBef>
                <a:spcPct val="0"/>
              </a:spcBef>
              <a:spcAft>
                <a:spcPct val="0"/>
              </a:spcAft>
            </a:pPr>
            <a:r>
              <a:rPr lang="en-US" altLang="zh-CN" sz="2400" baseline="300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13</a:t>
            </a:r>
            <a:r>
              <a:rPr lang="en-US" altLang="zh-CN" sz="2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1.1%      </a:t>
            </a:r>
            <a:r>
              <a:rPr lang="en-US" altLang="zh-CN" sz="2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S/N</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a:t>
            </a:r>
            <a:r>
              <a:rPr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a:t>
            </a:r>
            <a:r>
              <a:rPr lang="en-US" altLang="zh-CN" sz="2400" baseline="-25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a:t>
            </a:r>
            <a:r>
              <a:rPr lang="en-US" altLang="zh-CN" sz="2400" baseline="-25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H</a:t>
            </a:r>
            <a:r>
              <a:rPr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1/64</a:t>
            </a:r>
          </a:p>
          <a:p>
            <a:pPr eaLnBrk="1" fontAlgn="base" hangingPunct="1">
              <a:lnSpc>
                <a:spcPct val="150000"/>
              </a:lnSpc>
              <a:spcBef>
                <a:spcPct val="0"/>
              </a:spcBef>
              <a:spcAft>
                <a:spcPct val="0"/>
              </a:spcAft>
              <a:buSzPct val="75000"/>
            </a:pPr>
            <a:r>
              <a:rPr lang="zh-CN" altLang="en-US" sz="2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同等实验条件下约是氢谱的</a:t>
            </a:r>
            <a:r>
              <a:rPr lang="en-US" altLang="zh-CN" sz="2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FFA04FA3-FCEF-4C1E-8D32-8D08EFF42500}" type="datetime10">
              <a:rPr lang="zh-CN" altLang="en-US" smtClean="0">
                <a:solidFill>
                  <a:srgbClr val="000000"/>
                </a:solidFill>
              </a:rPr>
              <a:t>12:58</a:t>
            </a:fld>
            <a:endParaRPr lang="en-US" altLang="zh-CN" smtClean="0">
              <a:solidFill>
                <a:srgbClr val="000000"/>
              </a:solidFill>
            </a:endParaRPr>
          </a:p>
        </p:txBody>
      </p:sp>
      <p:sp>
        <p:nvSpPr>
          <p:cNvPr id="512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67212A48-66E3-4786-B3E0-3240EDFA47DD}" type="slidenum">
              <a:rPr lang="en-US" altLang="zh-CN" smtClean="0">
                <a:solidFill>
                  <a:srgbClr val="000000"/>
                </a:solidFill>
              </a:rPr>
              <a:t>4</a:t>
            </a:fld>
            <a:endParaRPr lang="en-US" altLang="zh-CN" smtClean="0">
              <a:solidFill>
                <a:srgbClr val="000000"/>
              </a:solidFill>
            </a:endParaRPr>
          </a:p>
        </p:txBody>
      </p:sp>
      <p:sp>
        <p:nvSpPr>
          <p:cNvPr id="5124" name="Rectangle 4"/>
          <p:cNvSpPr>
            <a:spLocks noChangeArrowheads="1"/>
          </p:cNvSpPr>
          <p:nvPr/>
        </p:nvSpPr>
        <p:spPr bwMode="auto">
          <a:xfrm>
            <a:off x="780057" y="581110"/>
            <a:ext cx="78565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fontAlgn="base">
              <a:spcBef>
                <a:spcPct val="0"/>
              </a:spcBef>
              <a:spcAft>
                <a:spcPct val="0"/>
              </a:spcAft>
              <a:buClr>
                <a:schemeClr val="tx2"/>
              </a:buClr>
              <a:buSzPct val="75000"/>
              <a:buFont typeface="Wingdings" panose="05000000000000000000" pitchFamily="2" charset="2"/>
              <a:buChar char="u"/>
            </a:pPr>
            <a:r>
              <a:rPr kumimoji="1" lang="en-US" altLang="zh-CN"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a:t>
            </a:r>
            <a:r>
              <a:rPr kumimoji="1" lang="zh-CN" altLang="en-US"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弛豫时间</a:t>
            </a:r>
            <a:r>
              <a:rPr kumimoji="1" lang="zh-CN" altLang="en-US" sz="2400" b="1" dirty="0" smtClean="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长</a:t>
            </a:r>
            <a:endParaRPr kumimoji="1" lang="en-US" altLang="zh-CN"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endParaRPr>
          </a:p>
          <a:p>
            <a:pPr fontAlgn="base">
              <a:spcBef>
                <a:spcPct val="0"/>
              </a:spcBef>
              <a:spcAft>
                <a:spcPct val="0"/>
              </a:spcAft>
            </a:pP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a:t>
            </a:r>
            <a:r>
              <a:rPr kumimoji="1" lang="en-US" altLang="zh-CN"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a:t>
            </a:r>
            <a:r>
              <a:rPr kumimoji="1" lang="zh-CN" altLang="en-US"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不同种类的碳原子弛豫时间不同，去耦造成的   </a:t>
            </a:r>
            <a:r>
              <a:rPr kumimoji="1" lang="en-US" altLang="zh-CN"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NOE</a:t>
            </a:r>
            <a:r>
              <a:rPr kumimoji="1" lang="zh-CN" altLang="en-US"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效应大小不一，常规的</a:t>
            </a:r>
            <a:r>
              <a:rPr kumimoji="1" lang="en-US" altLang="zh-CN"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13C</a:t>
            </a:r>
            <a:r>
              <a:rPr kumimoji="1" lang="zh-CN" altLang="en-US"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谱是不能直接用于定量的。</a:t>
            </a:r>
            <a:endPar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endParaRPr>
          </a:p>
        </p:txBody>
      </p:sp>
      <p:sp>
        <p:nvSpPr>
          <p:cNvPr id="2" name="矩形 1"/>
          <p:cNvSpPr/>
          <p:nvPr/>
        </p:nvSpPr>
        <p:spPr>
          <a:xfrm>
            <a:off x="752455" y="3572699"/>
            <a:ext cx="1853392" cy="461665"/>
          </a:xfrm>
          <a:prstGeom prst="rect">
            <a:avLst/>
          </a:prstGeom>
        </p:spPr>
        <p:txBody>
          <a:bodyPr wrap="none">
            <a:spAutoFit/>
          </a:bodyPr>
          <a:lstStyle/>
          <a:p>
            <a:pPr marL="342900" lvl="0" indent="-342900" fontAlgn="base">
              <a:spcBef>
                <a:spcPct val="0"/>
              </a:spcBef>
              <a:spcAft>
                <a:spcPct val="0"/>
              </a:spcAft>
              <a:buClr>
                <a:schemeClr val="tx2"/>
              </a:buClr>
              <a:buSzPct val="75000"/>
              <a:buFont typeface="Wingdings" panose="05000000000000000000" pitchFamily="2" charset="2"/>
              <a:buChar char="u"/>
            </a:pPr>
            <a:r>
              <a:rPr kumimoji="1" lang="zh-CN" altLang="en-US" sz="2400" b="1" dirty="0" smtClean="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图谱</a:t>
            </a:r>
            <a:r>
              <a:rPr kumimoji="1" lang="zh-CN" altLang="en-US"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简单</a:t>
            </a:r>
            <a:endParaRPr kumimoji="1" lang="en-US" altLang="zh-CN"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endParaRPr>
          </a:p>
        </p:txBody>
      </p:sp>
      <p:sp>
        <p:nvSpPr>
          <p:cNvPr id="3" name="矩形 2"/>
          <p:cNvSpPr/>
          <p:nvPr/>
        </p:nvSpPr>
        <p:spPr>
          <a:xfrm>
            <a:off x="789512" y="1781439"/>
            <a:ext cx="8640657" cy="1791260"/>
          </a:xfrm>
          <a:prstGeom prst="rect">
            <a:avLst/>
          </a:prstGeom>
        </p:spPr>
        <p:txBody>
          <a:bodyPr wrap="square">
            <a:spAutoFit/>
          </a:bodyPr>
          <a:lstStyle/>
          <a:p>
            <a:pPr marL="342900" lvl="0" indent="-342900" fontAlgn="base">
              <a:spcBef>
                <a:spcPct val="0"/>
              </a:spcBef>
              <a:spcAft>
                <a:spcPct val="0"/>
              </a:spcAft>
              <a:buClr>
                <a:schemeClr val="tx2"/>
              </a:buClr>
              <a:buSzPct val="75000"/>
              <a:buFont typeface="Wingdings" panose="05000000000000000000" pitchFamily="2" charset="2"/>
              <a:buChar char="u"/>
            </a:pPr>
            <a:r>
              <a:rPr kumimoji="1" lang="zh-CN" altLang="en-US" sz="2400"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a:t>
            </a:r>
            <a:r>
              <a:rPr kumimoji="1" lang="zh-CN" altLang="en-US"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共振方法多</a:t>
            </a:r>
            <a:endParaRPr kumimoji="1" lang="en-US" altLang="zh-CN" sz="2400" b="1" dirty="0">
              <a:solidFill>
                <a:srgbClr val="C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endParaRPr>
          </a:p>
          <a:p>
            <a:pPr lvl="0" fontAlgn="base">
              <a:lnSpc>
                <a:spcPct val="120000"/>
              </a:lnSpc>
              <a:spcBef>
                <a:spcPct val="0"/>
              </a:spcBef>
              <a:spcAft>
                <a:spcPct val="0"/>
              </a:spcAft>
              <a:buSzPct val="75000"/>
            </a:pPr>
            <a:r>
              <a:rPr kumimoji="1" lang="zh-CN" altLang="en-US" sz="2400" dirty="0" smtClean="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质子噪声去耦谱</a:t>
            </a:r>
          </a:p>
          <a:p>
            <a:pPr lvl="0" fontAlgn="base">
              <a:lnSpc>
                <a:spcPct val="120000"/>
              </a:lnSpc>
              <a:spcBef>
                <a:spcPct val="0"/>
              </a:spcBef>
              <a:spcAft>
                <a:spcPct val="0"/>
              </a:spcAft>
            </a:pP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反转门控去耦谱</a:t>
            </a: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定量碳谱</a:t>
            </a:r>
          </a:p>
          <a:p>
            <a:pPr lvl="0" fontAlgn="base">
              <a:lnSpc>
                <a:spcPct val="120000"/>
              </a:lnSpc>
              <a:spcBef>
                <a:spcPct val="0"/>
              </a:spcBef>
              <a:spcAft>
                <a:spcPct val="0"/>
              </a:spcAft>
            </a:pP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         DEPT</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谱</a:t>
            </a:r>
            <a:r>
              <a:rPr kumimoji="1" lang="en-US" altLang="zh-CN"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a:t>
            </a:r>
            <a:r>
              <a:rPr kumimoji="1" lang="zh-CN" altLang="en-US" sz="2400" dirty="0">
                <a:solidFill>
                  <a:srgbClr val="000000"/>
                </a:solidFill>
                <a:effectLst>
                  <a:outerShdw blurRad="38100" dist="38100" dir="2700000" algn="tl">
                    <a:srgbClr val="C0C0C0"/>
                  </a:outerShdw>
                </a:effectLst>
                <a:latin typeface="微软雅黑" panose="020B0503020204020204" charset="-122"/>
                <a:ea typeface="微软雅黑" panose="020B0503020204020204" charset="-122"/>
                <a:cs typeface="Times New Roman" panose="02020603050405020304" pitchFamily="18" charset="0"/>
              </a:rPr>
              <a:t>识别碳原子级数</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a:xfrm>
            <a:off x="897890" y="73343"/>
            <a:ext cx="7561580" cy="465296"/>
          </a:xfrm>
        </p:spPr>
        <p:txBody>
          <a:bodyPr/>
          <a:lstStyle/>
          <a:p>
            <a:pPr eaLnBrk="1" hangingPunct="1"/>
            <a:r>
              <a:rPr lang="zh-CN" altLang="en-US" sz="32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二</a:t>
            </a:r>
            <a:r>
              <a:rPr lang="zh-CN" altLang="en-US" sz="3200" b="1" baseline="30000"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a:t>
            </a:r>
            <a:r>
              <a:rPr lang="en-US" altLang="zh-CN" sz="3200" b="1" baseline="30000"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13</a:t>
            </a:r>
            <a:r>
              <a:rPr lang="en-US" altLang="zh-CN" sz="32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C NMR</a:t>
            </a:r>
            <a:r>
              <a:rPr lang="zh-CN" altLang="en-US" sz="32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的主要参数</a:t>
            </a:r>
            <a:r>
              <a:rPr lang="en-US" altLang="zh-CN" sz="32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a:t>
            </a:r>
            <a:r>
              <a:rPr lang="zh-CN" altLang="en-US" sz="32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化学位移</a:t>
            </a:r>
          </a:p>
        </p:txBody>
      </p:sp>
      <p:sp>
        <p:nvSpPr>
          <p:cNvPr id="6146" name="日期占位符 3"/>
          <p:cNvSpPr>
            <a:spLocks noGrp="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ADFB101B-885F-44E1-9DEB-5CEBF245EEE6}" type="datetime10">
              <a:rPr lang="zh-CN" altLang="en-US" smtClean="0">
                <a:solidFill>
                  <a:srgbClr val="000000"/>
                </a:solidFill>
              </a:rPr>
              <a:t>12:58</a:t>
            </a:fld>
            <a:endParaRPr lang="en-US" altLang="zh-CN" smtClean="0">
              <a:solidFill>
                <a:srgbClr val="000000"/>
              </a:solidFill>
            </a:endParaRPr>
          </a:p>
        </p:txBody>
      </p:sp>
      <p:sp>
        <p:nvSpPr>
          <p:cNvPr id="6147"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F3058738-8286-426A-821B-34052AB8D663}" type="slidenum">
              <a:rPr lang="en-US" altLang="zh-CN" smtClean="0">
                <a:solidFill>
                  <a:srgbClr val="000000"/>
                </a:solidFill>
              </a:rPr>
              <a:t>5</a:t>
            </a:fld>
            <a:endParaRPr lang="en-US" altLang="zh-CN" smtClean="0">
              <a:solidFill>
                <a:srgbClr val="000000"/>
              </a:solidFill>
            </a:endParaRPr>
          </a:p>
        </p:txBody>
      </p:sp>
      <p:sp>
        <p:nvSpPr>
          <p:cNvPr id="6148" name="TextBox 5"/>
          <p:cNvSpPr txBox="1">
            <a:spLocks noChangeArrowheads="1"/>
          </p:cNvSpPr>
          <p:nvPr/>
        </p:nvSpPr>
        <p:spPr bwMode="auto">
          <a:xfrm>
            <a:off x="504190" y="665575"/>
            <a:ext cx="70154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lang="en-US" altLang="zh-CN" sz="2800" b="1" dirty="0" smtClean="0">
                <a:solidFill>
                  <a:srgbClr val="0070C0"/>
                </a:solidFill>
                <a:latin typeface="微软雅黑" panose="020B0503020204020204" charset="-122"/>
                <a:ea typeface="微软雅黑" panose="020B0503020204020204" charset="-122"/>
                <a:cs typeface="微软雅黑" panose="020B0503020204020204" charset="-122"/>
              </a:rPr>
              <a:t>1.</a:t>
            </a:r>
            <a:r>
              <a:rPr lang="zh-CN" altLang="en-US" sz="2800" b="1" dirty="0" smtClean="0">
                <a:solidFill>
                  <a:srgbClr val="0070C0"/>
                </a:solidFill>
                <a:latin typeface="微软雅黑" panose="020B0503020204020204" charset="-122"/>
                <a:ea typeface="微软雅黑" panose="020B0503020204020204" charset="-122"/>
                <a:cs typeface="微软雅黑" panose="020B0503020204020204" charset="-122"/>
              </a:rPr>
              <a:t>碳</a:t>
            </a:r>
            <a:r>
              <a:rPr lang="zh-CN" altLang="en-US" sz="2800" b="1" dirty="0">
                <a:solidFill>
                  <a:srgbClr val="0070C0"/>
                </a:solidFill>
                <a:latin typeface="微软雅黑" panose="020B0503020204020204" charset="-122"/>
                <a:ea typeface="微软雅黑" panose="020B0503020204020204" charset="-122"/>
                <a:cs typeface="微软雅黑" panose="020B0503020204020204" charset="-122"/>
              </a:rPr>
              <a:t>谱中化学位移的意义和表示</a:t>
            </a:r>
            <a:r>
              <a:rPr lang="zh-CN" altLang="en-US" sz="2800" b="1" dirty="0" smtClean="0">
                <a:solidFill>
                  <a:srgbClr val="0070C0"/>
                </a:solidFill>
                <a:latin typeface="微软雅黑" panose="020B0503020204020204" charset="-122"/>
                <a:ea typeface="微软雅黑" panose="020B0503020204020204" charset="-122"/>
                <a:cs typeface="微软雅黑" panose="020B0503020204020204" charset="-122"/>
              </a:rPr>
              <a:t>方法</a:t>
            </a:r>
            <a:r>
              <a:rPr lang="zh-CN" altLang="en-US" sz="2800" b="1" dirty="0" smtClean="0">
                <a:solidFill>
                  <a:srgbClr val="0070C0"/>
                </a:solidFill>
              </a:rPr>
              <a:t> </a:t>
            </a:r>
            <a:endParaRPr lang="en-US" altLang="zh-CN" sz="2400" dirty="0">
              <a:solidFill>
                <a:srgbClr val="0070C0"/>
              </a:solidFill>
              <a:latin typeface="微软雅黑" panose="020B0503020204020204" charset="-122"/>
              <a:ea typeface="微软雅黑" panose="020B0503020204020204" charset="-122"/>
              <a:cs typeface="微软雅黑" panose="020B0503020204020204" charset="-122"/>
            </a:endParaRPr>
          </a:p>
        </p:txBody>
      </p:sp>
      <p:pic>
        <p:nvPicPr>
          <p:cNvPr id="6150" name="Picture 2" descr="12-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84350" y="1203317"/>
            <a:ext cx="5329238" cy="2432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04190" y="3490436"/>
            <a:ext cx="8460298" cy="1938992"/>
          </a:xfrm>
          <a:prstGeom prst="rect">
            <a:avLst/>
          </a:prstGeom>
          <a:noFill/>
        </p:spPr>
        <p:txBody>
          <a:bodyPr wrap="square" rtlCol="0" anchor="t">
            <a:spAutoFit/>
          </a:bodyPr>
          <a:lstStyle/>
          <a:p>
            <a:r>
              <a:rPr lang="zh-CN" altLang="en-US" sz="2400" dirty="0">
                <a:latin typeface="微软雅黑" panose="020B0503020204020204" charset="-122"/>
                <a:ea typeface="微软雅黑" panose="020B0503020204020204" charset="-122"/>
                <a:cs typeface="微软雅黑" panose="020B0503020204020204" charset="-122"/>
              </a:rPr>
              <a:t>在质子噪声去耦谱中，由于不同种类碳原子的T1值不等，NOE效应也不同，对峰强度影响也不同，所以峰强度不能定量反映碳原子的数量。所以在质子噪声去耦谱中只能得到化学位移的信息</a:t>
            </a:r>
          </a:p>
          <a:p>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idx="1"/>
          </p:nvPr>
        </p:nvSpPr>
        <p:spPr/>
        <p:txBody>
          <a:bodyPr/>
          <a:lstStyle/>
          <a:p>
            <a:pPr eaLnBrk="1" hangingPunct="1">
              <a:spcBef>
                <a:spcPct val="0"/>
              </a:spcBef>
              <a:buFontTx/>
              <a:buNone/>
            </a:pPr>
            <a:r>
              <a:rPr lang="zh-CN" altLang="en-US" sz="2800" b="1" dirty="0" smtClean="0">
                <a:latin typeface="Times New Roman" panose="02020603050405020304" pitchFamily="18" charset="0"/>
                <a:ea typeface="微软雅黑" panose="020B0503020204020204" charset="-122"/>
                <a:cs typeface="Times New Roman" panose="02020603050405020304" pitchFamily="18" charset="0"/>
              </a:rPr>
              <a:t>化学位移     </a:t>
            </a:r>
            <a:r>
              <a:rPr lang="zh-CN" altLang="en-US" sz="28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以</a:t>
            </a:r>
            <a:r>
              <a:rPr lang="en-US" altLang="zh-CN" sz="28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TMS</a:t>
            </a:r>
            <a:r>
              <a:rPr lang="zh-CN" altLang="en-US" sz="28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为参考标准，</a:t>
            </a:r>
            <a:r>
              <a:rPr lang="zh-CN" altLang="en-US" sz="28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8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c = 0</a:t>
            </a:r>
          </a:p>
          <a:p>
            <a:pPr eaLnBrk="1" hangingPunct="1">
              <a:buFontTx/>
              <a:buNone/>
            </a:pPr>
            <a:endParaRPr lang="en-US" altLang="zh-CN" dirty="0" smtClean="0">
              <a:latin typeface="Times New Roman" panose="02020603050405020304" pitchFamily="18" charset="0"/>
              <a:ea typeface="微软雅黑" panose="020B0503020204020204" charset="-122"/>
              <a:cs typeface="Times New Roman" panose="02020603050405020304" pitchFamily="18" charset="0"/>
            </a:endParaRPr>
          </a:p>
        </p:txBody>
      </p:sp>
      <p:sp>
        <p:nvSpPr>
          <p:cNvPr id="8194" name="日期占位符 3"/>
          <p:cNvSpPr>
            <a:spLocks noGrp="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4EBD3D17-5BA3-44F5-A5C7-923C4C27C505}" type="datetime10">
              <a:rPr lang="zh-CN" altLang="en-US" smtClean="0">
                <a:solidFill>
                  <a:srgbClr val="000000"/>
                </a:solidFill>
              </a:rPr>
              <a:t>12:58</a:t>
            </a:fld>
            <a:endParaRPr lang="en-US" altLang="zh-CN" smtClean="0">
              <a:solidFill>
                <a:srgbClr val="000000"/>
              </a:solidFill>
            </a:endParaRPr>
          </a:p>
        </p:txBody>
      </p:sp>
      <p:sp>
        <p:nvSpPr>
          <p:cNvPr id="8195"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F07A56B9-BF86-47E3-A55E-58AEB12B0C92}" type="slidenum">
              <a:rPr lang="en-US" altLang="zh-CN" smtClean="0">
                <a:solidFill>
                  <a:srgbClr val="000000"/>
                </a:solidFill>
              </a:rPr>
              <a:t>6</a:t>
            </a:fld>
            <a:endParaRPr lang="en-US" altLang="zh-CN" smtClean="0">
              <a:solidFill>
                <a:srgbClr val="000000"/>
              </a:solidFill>
            </a:endParaRPr>
          </a:p>
        </p:txBody>
      </p:sp>
      <p:sp>
        <p:nvSpPr>
          <p:cNvPr id="8197" name="Line 4"/>
          <p:cNvSpPr>
            <a:spLocks noChangeShapeType="1"/>
          </p:cNvSpPr>
          <p:nvPr/>
        </p:nvSpPr>
        <p:spPr bwMode="auto">
          <a:xfrm>
            <a:off x="1009650" y="3296841"/>
            <a:ext cx="6705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198" name="Text Box 5"/>
          <p:cNvSpPr txBox="1">
            <a:spLocks noChangeArrowheads="1"/>
          </p:cNvSpPr>
          <p:nvPr/>
        </p:nvSpPr>
        <p:spPr bwMode="auto">
          <a:xfrm>
            <a:off x="323850" y="341114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zh-CN" altLang="en-US" sz="3200" b="1">
                <a:solidFill>
                  <a:srgbClr val="C00000"/>
                </a:solidFill>
                <a:latin typeface="微软雅黑" panose="020B0503020204020204" charset="-122"/>
                <a:ea typeface="微软雅黑" panose="020B0503020204020204" charset="-122"/>
              </a:rPr>
              <a:t>低场</a:t>
            </a:r>
          </a:p>
        </p:txBody>
      </p:sp>
      <p:sp>
        <p:nvSpPr>
          <p:cNvPr id="8199" name="Text Box 6"/>
          <p:cNvSpPr txBox="1">
            <a:spLocks noChangeArrowheads="1"/>
          </p:cNvSpPr>
          <p:nvPr/>
        </p:nvSpPr>
        <p:spPr bwMode="auto">
          <a:xfrm>
            <a:off x="7164388" y="3467100"/>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zh-CN" altLang="en-US" sz="3200" b="1">
                <a:solidFill>
                  <a:srgbClr val="C00000"/>
                </a:solidFill>
                <a:latin typeface="微软雅黑" panose="020B0503020204020204" charset="-122"/>
                <a:ea typeface="微软雅黑" panose="020B0503020204020204" charset="-122"/>
              </a:rPr>
              <a:t>高场</a:t>
            </a:r>
          </a:p>
        </p:txBody>
      </p:sp>
      <p:sp>
        <p:nvSpPr>
          <p:cNvPr id="8200" name="Line 7"/>
          <p:cNvSpPr>
            <a:spLocks noChangeShapeType="1"/>
          </p:cNvSpPr>
          <p:nvPr/>
        </p:nvSpPr>
        <p:spPr bwMode="auto">
          <a:xfrm flipV="1">
            <a:off x="7258050" y="3182541"/>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01" name="Line 8"/>
          <p:cNvSpPr>
            <a:spLocks noChangeShapeType="1"/>
          </p:cNvSpPr>
          <p:nvPr/>
        </p:nvSpPr>
        <p:spPr bwMode="auto">
          <a:xfrm flipV="1">
            <a:off x="4362450" y="3182541"/>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02" name="Line 9"/>
          <p:cNvSpPr>
            <a:spLocks noChangeShapeType="1"/>
          </p:cNvSpPr>
          <p:nvPr/>
        </p:nvSpPr>
        <p:spPr bwMode="auto">
          <a:xfrm flipV="1">
            <a:off x="1619250" y="3182541"/>
            <a:ext cx="0" cy="114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03" name="Text Box 10"/>
          <p:cNvSpPr txBox="1">
            <a:spLocks noChangeArrowheads="1"/>
          </p:cNvSpPr>
          <p:nvPr/>
        </p:nvSpPr>
        <p:spPr bwMode="auto">
          <a:xfrm>
            <a:off x="1314450" y="3296841"/>
            <a:ext cx="5309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en-US" altLang="zh-CN" b="1">
                <a:solidFill>
                  <a:srgbClr val="000000"/>
                </a:solidFill>
                <a:latin typeface="Times New Roman" panose="02020603050405020304" pitchFamily="18" charset="0"/>
              </a:rPr>
              <a:t>200</a:t>
            </a:r>
            <a:endParaRPr kumimoji="1" lang="en-US" altLang="zh-CN" sz="3200" b="1">
              <a:solidFill>
                <a:srgbClr val="000000"/>
              </a:solidFill>
              <a:latin typeface="Times New Roman" panose="02020603050405020304" pitchFamily="18" charset="0"/>
            </a:endParaRPr>
          </a:p>
        </p:txBody>
      </p:sp>
      <p:sp>
        <p:nvSpPr>
          <p:cNvPr id="8204" name="Text Box 11"/>
          <p:cNvSpPr txBox="1">
            <a:spLocks noChangeArrowheads="1"/>
          </p:cNvSpPr>
          <p:nvPr/>
        </p:nvSpPr>
        <p:spPr bwMode="auto">
          <a:xfrm>
            <a:off x="4057650" y="3296841"/>
            <a:ext cx="5309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en-US" altLang="zh-CN" b="1">
                <a:solidFill>
                  <a:srgbClr val="000000"/>
                </a:solidFill>
                <a:latin typeface="Times New Roman" panose="02020603050405020304" pitchFamily="18" charset="0"/>
              </a:rPr>
              <a:t>100</a:t>
            </a:r>
            <a:endParaRPr kumimoji="1" lang="en-US" altLang="zh-CN" sz="3200" b="1">
              <a:solidFill>
                <a:srgbClr val="000000"/>
              </a:solidFill>
              <a:latin typeface="Times New Roman" panose="02020603050405020304" pitchFamily="18" charset="0"/>
            </a:endParaRPr>
          </a:p>
        </p:txBody>
      </p:sp>
      <p:sp>
        <p:nvSpPr>
          <p:cNvPr id="8205" name="Text Box 12"/>
          <p:cNvSpPr txBox="1">
            <a:spLocks noChangeArrowheads="1"/>
          </p:cNvSpPr>
          <p:nvPr/>
        </p:nvSpPr>
        <p:spPr bwMode="auto">
          <a:xfrm>
            <a:off x="7105651" y="3296841"/>
            <a:ext cx="3968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en-US" altLang="zh-CN" b="1">
                <a:solidFill>
                  <a:srgbClr val="000000"/>
                </a:solidFill>
                <a:latin typeface="Times New Roman" panose="02020603050405020304" pitchFamily="18" charset="0"/>
              </a:rPr>
              <a:t>0</a:t>
            </a:r>
            <a:endParaRPr kumimoji="1" lang="en-US" altLang="zh-CN" sz="3200" b="1">
              <a:solidFill>
                <a:srgbClr val="000000"/>
              </a:solidFill>
              <a:latin typeface="Times New Roman" panose="02020603050405020304" pitchFamily="18" charset="0"/>
            </a:endParaRPr>
          </a:p>
        </p:txBody>
      </p:sp>
      <p:sp>
        <p:nvSpPr>
          <p:cNvPr id="8206" name="Line 13"/>
          <p:cNvSpPr>
            <a:spLocks noChangeShapeType="1"/>
          </p:cNvSpPr>
          <p:nvPr/>
        </p:nvSpPr>
        <p:spPr bwMode="auto">
          <a:xfrm>
            <a:off x="5810250" y="3125391"/>
            <a:ext cx="1447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07" name="Line 14"/>
          <p:cNvSpPr>
            <a:spLocks noChangeShapeType="1"/>
          </p:cNvSpPr>
          <p:nvPr/>
        </p:nvSpPr>
        <p:spPr bwMode="auto">
          <a:xfrm flipH="1">
            <a:off x="4362450" y="3125391"/>
            <a:ext cx="1447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08" name="Line 15"/>
          <p:cNvSpPr>
            <a:spLocks noChangeShapeType="1"/>
          </p:cNvSpPr>
          <p:nvPr/>
        </p:nvSpPr>
        <p:spPr bwMode="auto">
          <a:xfrm flipH="1">
            <a:off x="1619250" y="3125391"/>
            <a:ext cx="2743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09" name="Line 16"/>
          <p:cNvSpPr>
            <a:spLocks noChangeShapeType="1"/>
          </p:cNvSpPr>
          <p:nvPr/>
        </p:nvSpPr>
        <p:spPr bwMode="auto">
          <a:xfrm>
            <a:off x="3676650" y="3125391"/>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10" name="Line 17"/>
          <p:cNvSpPr>
            <a:spLocks noChangeShapeType="1"/>
          </p:cNvSpPr>
          <p:nvPr/>
        </p:nvSpPr>
        <p:spPr bwMode="auto">
          <a:xfrm>
            <a:off x="4362450" y="2839641"/>
            <a:ext cx="838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11" name="Line 18"/>
          <p:cNvSpPr>
            <a:spLocks noChangeShapeType="1"/>
          </p:cNvSpPr>
          <p:nvPr/>
        </p:nvSpPr>
        <p:spPr bwMode="auto">
          <a:xfrm flipH="1">
            <a:off x="4362450" y="2839641"/>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12" name="Line 19"/>
          <p:cNvSpPr>
            <a:spLocks noChangeShapeType="1"/>
          </p:cNvSpPr>
          <p:nvPr/>
        </p:nvSpPr>
        <p:spPr bwMode="auto">
          <a:xfrm flipH="1">
            <a:off x="1009650" y="2725341"/>
            <a:ext cx="1676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13" name="Line 20"/>
          <p:cNvSpPr>
            <a:spLocks noChangeShapeType="1"/>
          </p:cNvSpPr>
          <p:nvPr/>
        </p:nvSpPr>
        <p:spPr bwMode="auto">
          <a:xfrm>
            <a:off x="2076450" y="2725341"/>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zh-CN" altLang="en-US" sz="1800">
              <a:solidFill>
                <a:srgbClr val="000000"/>
              </a:solidFill>
            </a:endParaRPr>
          </a:p>
        </p:txBody>
      </p:sp>
      <p:sp>
        <p:nvSpPr>
          <p:cNvPr id="8214" name="Text Box 21"/>
          <p:cNvSpPr txBox="1">
            <a:spLocks noChangeArrowheads="1"/>
          </p:cNvSpPr>
          <p:nvPr/>
        </p:nvSpPr>
        <p:spPr bwMode="auto">
          <a:xfrm>
            <a:off x="5200650" y="2743201"/>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zh-CN" altLang="en-US" sz="2400" b="1">
                <a:solidFill>
                  <a:schemeClr val="tx1"/>
                </a:solidFill>
                <a:latin typeface="微软雅黑" panose="020B0503020204020204" charset="-122"/>
                <a:ea typeface="微软雅黑" panose="020B0503020204020204" charset="-122"/>
              </a:rPr>
              <a:t>饱和碳</a:t>
            </a:r>
          </a:p>
        </p:txBody>
      </p:sp>
      <p:sp>
        <p:nvSpPr>
          <p:cNvPr id="8215" name="Text Box 22"/>
          <p:cNvSpPr txBox="1">
            <a:spLocks noChangeArrowheads="1"/>
          </p:cNvSpPr>
          <p:nvPr/>
        </p:nvSpPr>
        <p:spPr bwMode="auto">
          <a:xfrm>
            <a:off x="4362450" y="2343151"/>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zh-CN" altLang="en-US" sz="2400" b="1">
                <a:solidFill>
                  <a:srgbClr val="000000"/>
                </a:solidFill>
                <a:latin typeface="微软雅黑" panose="020B0503020204020204" charset="-122"/>
                <a:ea typeface="微软雅黑" panose="020B0503020204020204" charset="-122"/>
              </a:rPr>
              <a:t>炔碳</a:t>
            </a:r>
          </a:p>
        </p:txBody>
      </p:sp>
      <p:sp>
        <p:nvSpPr>
          <p:cNvPr id="8216" name="Text Box 23"/>
          <p:cNvSpPr txBox="1">
            <a:spLocks noChangeArrowheads="1"/>
          </p:cNvSpPr>
          <p:nvPr/>
        </p:nvSpPr>
        <p:spPr bwMode="auto">
          <a:xfrm>
            <a:off x="2076450" y="2761060"/>
            <a:ext cx="1814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zh-CN" altLang="en-US" sz="2400" b="1">
                <a:solidFill>
                  <a:srgbClr val="000000"/>
                </a:solidFill>
                <a:latin typeface="微软雅黑" panose="020B0503020204020204" charset="-122"/>
                <a:ea typeface="微软雅黑" panose="020B0503020204020204" charset="-122"/>
                <a:cs typeface="微软雅黑" panose="020B0503020204020204" charset="-122"/>
              </a:rPr>
              <a:t>芳碳、烯碳</a:t>
            </a:r>
            <a:r>
              <a:rPr kumimoji="1" lang="zh-CN" altLang="en-US" sz="2400">
                <a:solidFill>
                  <a:srgbClr val="FF0000"/>
                </a:solidFill>
                <a:latin typeface="微软雅黑" panose="020B0503020204020204" charset="-122"/>
                <a:ea typeface="微软雅黑" panose="020B0503020204020204" charset="-122"/>
                <a:cs typeface="微软雅黑" panose="020B0503020204020204" charset="-122"/>
              </a:rPr>
              <a:t> </a:t>
            </a:r>
          </a:p>
        </p:txBody>
      </p:sp>
      <p:sp>
        <p:nvSpPr>
          <p:cNvPr id="8217" name="Text Box 24"/>
          <p:cNvSpPr txBox="1">
            <a:spLocks noChangeArrowheads="1"/>
          </p:cNvSpPr>
          <p:nvPr/>
        </p:nvSpPr>
        <p:spPr bwMode="auto">
          <a:xfrm>
            <a:off x="1298575" y="230147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zh-CN" altLang="en-US" sz="2400" b="1">
                <a:solidFill>
                  <a:srgbClr val="000000"/>
                </a:solidFill>
                <a:latin typeface="微软雅黑" panose="020B0503020204020204" charset="-122"/>
                <a:ea typeface="微软雅黑" panose="020B0503020204020204" charset="-122"/>
              </a:rPr>
              <a:t>羰基碳</a:t>
            </a:r>
          </a:p>
        </p:txBody>
      </p:sp>
      <p:sp>
        <p:nvSpPr>
          <p:cNvPr id="8218" name="Text Box 25"/>
          <p:cNvSpPr txBox="1">
            <a:spLocks noChangeArrowheads="1"/>
          </p:cNvSpPr>
          <p:nvPr/>
        </p:nvSpPr>
        <p:spPr bwMode="auto">
          <a:xfrm>
            <a:off x="6877050" y="2572941"/>
            <a:ext cx="9621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fontAlgn="base" hangingPunct="1">
              <a:spcBef>
                <a:spcPct val="0"/>
              </a:spcBef>
              <a:spcAft>
                <a:spcPct val="0"/>
              </a:spcAft>
            </a:pPr>
            <a:r>
              <a:rPr kumimoji="1" lang="en-US" altLang="zh-CN" sz="2800" b="1">
                <a:solidFill>
                  <a:srgbClr val="000000"/>
                </a:solidFill>
                <a:latin typeface="Times New Roman" panose="02020603050405020304" pitchFamily="18" charset="0"/>
              </a:rPr>
              <a:t>TMS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p:cNvSpPr>
          <p:nvPr>
            <p:ph type="title"/>
          </p:nvPr>
        </p:nvSpPr>
        <p:spPr>
          <a:xfrm>
            <a:off x="697033" y="0"/>
            <a:ext cx="7128792" cy="1296095"/>
          </a:xfrm>
        </p:spPr>
        <p:txBody>
          <a:bodyPr vert="horz" wrap="square" lIns="91440" tIns="45720" rIns="91440" bIns="45720" anchor="b"/>
          <a:lstStyle/>
          <a:p>
            <a:pPr algn="l" eaLnBrk="1" hangingPunct="1"/>
            <a:r>
              <a:rPr lang="en-US" altLang="zh-CN" sz="3200" b="1" dirty="0" smtClean="0">
                <a:solidFill>
                  <a:srgbClr val="0070C0"/>
                </a:solidFill>
                <a:latin typeface="微软雅黑" panose="020B0503020204020204" charset="-122"/>
                <a:ea typeface="微软雅黑" panose="020B0503020204020204" charset="-122"/>
                <a:cs typeface="微软雅黑" panose="020B0503020204020204" charset="-122"/>
              </a:rPr>
              <a:t>2.  </a:t>
            </a:r>
            <a:r>
              <a:rPr lang="zh-CN" altLang="en-US" sz="3200" b="1" dirty="0" smtClean="0">
                <a:solidFill>
                  <a:srgbClr val="0070C0"/>
                </a:solidFill>
                <a:latin typeface="微软雅黑" panose="020B0503020204020204" charset="-122"/>
                <a:ea typeface="微软雅黑" panose="020B0503020204020204" charset="-122"/>
                <a:cs typeface="微软雅黑" panose="020B0503020204020204" charset="-122"/>
              </a:rPr>
              <a:t>常见</a:t>
            </a:r>
            <a:r>
              <a:rPr lang="zh-CN" altLang="en-US" sz="3200" b="1" dirty="0">
                <a:solidFill>
                  <a:srgbClr val="0070C0"/>
                </a:solidFill>
                <a:latin typeface="微软雅黑" panose="020B0503020204020204" charset="-122"/>
                <a:ea typeface="微软雅黑" panose="020B0503020204020204" charset="-122"/>
                <a:cs typeface="微软雅黑" panose="020B0503020204020204" charset="-122"/>
              </a:rPr>
              <a:t>官能团</a:t>
            </a:r>
            <a:r>
              <a:rPr lang="en-US" altLang="zh-CN" sz="3200" b="1" baseline="30000" dirty="0">
                <a:solidFill>
                  <a:srgbClr val="0070C0"/>
                </a:solidFill>
                <a:latin typeface="微软雅黑" panose="020B0503020204020204" charset="-122"/>
                <a:ea typeface="微软雅黑" panose="020B0503020204020204" charset="-122"/>
                <a:cs typeface="微软雅黑" panose="020B0503020204020204" charset="-122"/>
              </a:rPr>
              <a:t>13</a:t>
            </a:r>
            <a:r>
              <a:rPr lang="en-US" altLang="zh-CN" sz="3200" b="1" dirty="0">
                <a:solidFill>
                  <a:srgbClr val="0070C0"/>
                </a:solidFill>
                <a:latin typeface="微软雅黑" panose="020B0503020204020204" charset="-122"/>
                <a:ea typeface="微软雅黑" panose="020B0503020204020204" charset="-122"/>
                <a:cs typeface="微软雅黑" panose="020B0503020204020204" charset="-122"/>
              </a:rPr>
              <a:t>C NMR</a:t>
            </a:r>
            <a:r>
              <a:rPr lang="zh-CN" altLang="en-US" sz="3200" b="1" dirty="0">
                <a:solidFill>
                  <a:srgbClr val="0070C0"/>
                </a:solidFill>
                <a:latin typeface="微软雅黑" panose="020B0503020204020204" charset="-122"/>
                <a:ea typeface="微软雅黑" panose="020B0503020204020204" charset="-122"/>
                <a:cs typeface="微软雅黑" panose="020B0503020204020204" charset="-122"/>
              </a:rPr>
              <a:t>化学位移及其</a:t>
            </a:r>
            <a:r>
              <a:rPr lang="zh-CN" altLang="en-US" sz="3200" b="1" dirty="0" smtClean="0">
                <a:solidFill>
                  <a:srgbClr val="0070C0"/>
                </a:solidFill>
                <a:latin typeface="微软雅黑" panose="020B0503020204020204" charset="-122"/>
                <a:ea typeface="微软雅黑" panose="020B0503020204020204" charset="-122"/>
                <a:cs typeface="微软雅黑" panose="020B0503020204020204" charset="-122"/>
              </a:rPr>
              <a:t>主要影响</a:t>
            </a:r>
            <a:r>
              <a:rPr lang="zh-CN" altLang="en-US" sz="3200" b="1" dirty="0">
                <a:solidFill>
                  <a:srgbClr val="0070C0"/>
                </a:solidFill>
                <a:latin typeface="微软雅黑" panose="020B0503020204020204" charset="-122"/>
                <a:ea typeface="微软雅黑" panose="020B0503020204020204" charset="-122"/>
                <a:cs typeface="微软雅黑" panose="020B0503020204020204" charset="-122"/>
              </a:rPr>
              <a:t>参数</a:t>
            </a:r>
          </a:p>
        </p:txBody>
      </p:sp>
      <p:sp>
        <p:nvSpPr>
          <p:cNvPr id="10245" name="Rectangle 3"/>
          <p:cNvSpPr>
            <a:spLocks noGrp="1"/>
          </p:cNvSpPr>
          <p:nvPr>
            <p:ph idx="1"/>
          </p:nvPr>
        </p:nvSpPr>
        <p:spPr>
          <a:xfrm>
            <a:off x="755576" y="1563638"/>
            <a:ext cx="7696200" cy="576064"/>
          </a:xfrm>
        </p:spPr>
        <p:txBody>
          <a:bodyPr vert="horz" wrap="square" lIns="91440" tIns="45720" rIns="91440" bIns="45720" anchor="t"/>
          <a:lstStyle/>
          <a:p>
            <a:pPr eaLnBrk="1" hangingPunct="1">
              <a:spcBef>
                <a:spcPct val="0"/>
              </a:spcBef>
              <a:buNone/>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rPr>
              <a:t>1)</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链状烷烃及其衍生物</a:t>
            </a:r>
          </a:p>
          <a:p>
            <a:pPr eaLnBrk="1" hangingPunct="1">
              <a:spcBef>
                <a:spcPct val="0"/>
              </a:spcBef>
              <a:buNone/>
            </a:pPr>
            <a:r>
              <a:rPr lang="en-US" altLang="zh-CN" sz="2400" b="1" dirty="0">
                <a:latin typeface="Times New Roman" panose="02020603050405020304" pitchFamily="18" charset="0"/>
              </a:rPr>
              <a:t>    </a:t>
            </a:r>
          </a:p>
        </p:txBody>
      </p:sp>
      <p:sp>
        <p:nvSpPr>
          <p:cNvPr id="10242"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0243"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7</a:t>
            </a:fld>
            <a:endParaRPr lang="en-US" altLang="zh-CN" sz="1400" dirty="0"/>
          </a:p>
        </p:txBody>
      </p:sp>
      <p:sp>
        <p:nvSpPr>
          <p:cNvPr id="2" name="矩形 1"/>
          <p:cNvSpPr/>
          <p:nvPr/>
        </p:nvSpPr>
        <p:spPr>
          <a:xfrm>
            <a:off x="683568" y="2139702"/>
            <a:ext cx="7704856" cy="2369880"/>
          </a:xfrm>
          <a:prstGeom prst="rect">
            <a:avLst/>
          </a:prstGeom>
        </p:spPr>
        <p:txBody>
          <a:bodyPr wrap="square">
            <a:spAutoFit/>
          </a:bodyPr>
          <a:lstStyle/>
          <a:p>
            <a:pPr marL="342900" lvl="0" indent="-342900"/>
            <a:r>
              <a:rPr lang="en-US" altLang="zh-CN" sz="2400" b="1" kern="0" dirty="0">
                <a:solidFill>
                  <a:srgbClr val="000000"/>
                </a:solidFill>
                <a:latin typeface="微软雅黑" panose="020B0503020204020204" charset="-122"/>
                <a:ea typeface="微软雅黑" panose="020B0503020204020204" charset="-122"/>
                <a:cs typeface="微软雅黑" panose="020B0503020204020204" charset="-122"/>
              </a:rPr>
              <a:t> a.</a:t>
            </a:r>
            <a:r>
              <a:rPr lang="zh-CN" altLang="en-US" sz="2800" b="1" kern="0" dirty="0">
                <a:solidFill>
                  <a:srgbClr val="000000"/>
                </a:solidFill>
                <a:latin typeface="微软雅黑" panose="020B0503020204020204" charset="-122"/>
                <a:ea typeface="微软雅黑" panose="020B0503020204020204" charset="-122"/>
                <a:cs typeface="微软雅黑" panose="020B0503020204020204" charset="-122"/>
              </a:rPr>
              <a:t>取代基的电负性</a:t>
            </a:r>
            <a:endParaRPr lang="en-US" altLang="zh-CN" sz="2800" b="1" kern="0" dirty="0">
              <a:solidFill>
                <a:srgbClr val="000000"/>
              </a:solidFill>
              <a:latin typeface="Times New Roman" panose="02020603050405020304" pitchFamily="18" charset="0"/>
              <a:ea typeface="宋体"/>
            </a:endParaRPr>
          </a:p>
          <a:p>
            <a:pPr marL="342900" lvl="0" indent="-342900"/>
            <a:r>
              <a:rPr lang="zh-CN" altLang="en-US" sz="2400" b="1" kern="0" dirty="0">
                <a:solidFill>
                  <a:srgbClr val="000000"/>
                </a:solidFill>
                <a:latin typeface="Times New Roman" panose="02020603050405020304" pitchFamily="18" charset="0"/>
                <a:ea typeface="宋体"/>
              </a:rPr>
              <a:t>          </a:t>
            </a:r>
          </a:p>
          <a:p>
            <a:pPr marL="342900" lvl="0" indent="-342900"/>
            <a:r>
              <a:rPr lang="zh-CN" altLang="en-US" sz="2400" b="1" kern="0" dirty="0">
                <a:solidFill>
                  <a:srgbClr val="000000"/>
                </a:solidFill>
                <a:latin typeface="Times New Roman" panose="02020603050405020304" pitchFamily="18" charset="0"/>
                <a:ea typeface="宋体"/>
              </a:rPr>
              <a:t>          </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电负性基团的取代使被取代的碳原子产生明显的低场位移，对于</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β</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位的碳原子也有一定的低场位移作用。当脂肪链的碳原子不连杂原子时，一般情况下</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在</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55</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以内，当连杂原子时</a:t>
            </a:r>
            <a:r>
              <a:rPr lang="zh-CN" altLang="en-US" sz="2400" kern="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可达</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80</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或更大。</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1267"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8</a:t>
            </a:fld>
            <a:endParaRPr lang="en-US" altLang="zh-CN" sz="1400" dirty="0"/>
          </a:p>
        </p:txBody>
      </p:sp>
      <p:sp>
        <p:nvSpPr>
          <p:cNvPr id="11268" name="Text Box 2"/>
          <p:cNvSpPr txBox="1"/>
          <p:nvPr/>
        </p:nvSpPr>
        <p:spPr>
          <a:xfrm>
            <a:off x="371201" y="123478"/>
            <a:ext cx="7772400" cy="147732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Font typeface="Wingdings" panose="05000000000000000000" pitchFamily="2" charset="2"/>
              <a:buNone/>
            </a:pPr>
            <a:r>
              <a:rPr lang="en-US" altLang="zh-CN" sz="2800" b="1" dirty="0">
                <a:solidFill>
                  <a:schemeClr val="tx1"/>
                </a:solidFill>
                <a:latin typeface="微软雅黑" panose="020B0503020204020204" charset="-122"/>
                <a:ea typeface="微软雅黑" panose="020B0503020204020204" charset="-122"/>
                <a:cs typeface="微软雅黑" panose="020B0503020204020204" charset="-122"/>
              </a:rPr>
              <a:t>b.</a:t>
            </a:r>
            <a:r>
              <a:rPr lang="zh-CN" altLang="en-US" sz="2800" b="1" dirty="0">
                <a:solidFill>
                  <a:schemeClr val="tx1"/>
                </a:solidFill>
                <a:latin typeface="微软雅黑" panose="020B0503020204020204" charset="-122"/>
                <a:ea typeface="微软雅黑" panose="020B0503020204020204" charset="-122"/>
                <a:cs typeface="微软雅黑" panose="020B0503020204020204" charset="-122"/>
              </a:rPr>
              <a:t>取代程度（取代基的密集性）</a:t>
            </a:r>
            <a:endParaRPr lang="zh-CN" altLang="en-US" sz="2800" dirty="0">
              <a:solidFill>
                <a:schemeClr val="tx1"/>
              </a:solidFill>
              <a:latin typeface="微软雅黑" panose="020B0503020204020204" charset="-122"/>
              <a:ea typeface="微软雅黑" panose="020B0503020204020204" charset="-122"/>
              <a:cs typeface="微软雅黑" panose="020B0503020204020204" charset="-122"/>
            </a:endParaRPr>
          </a:p>
          <a:p>
            <a:pPr marL="0" lvl="0" indent="0" eaLnBrk="1" hangingPunct="1">
              <a:spcBef>
                <a:spcPct val="0"/>
              </a:spcBef>
              <a:buNone/>
            </a:pPr>
            <a:endParaRPr lang="zh-CN" altLang="en-US" sz="1000" dirty="0">
              <a:solidFill>
                <a:schemeClr val="tx2"/>
              </a:solidFill>
              <a:latin typeface="宋体" panose="02010600030101010101" pitchFamily="2" charset="-122"/>
            </a:endParaRPr>
          </a:p>
          <a:p>
            <a:pPr marL="0" lvl="0" indent="0" eaLnBrk="1" hangingPunct="1">
              <a:spcBef>
                <a:spcPct val="0"/>
              </a:spcBef>
              <a:buNone/>
            </a:pPr>
            <a:r>
              <a:rPr lang="zh-CN" altLang="en-US" sz="2800" b="1" dirty="0">
                <a:latin typeface="宋体" panose="02010600030101010101" pitchFamily="2" charset="-122"/>
              </a:rPr>
              <a:t>   </a:t>
            </a:r>
            <a:r>
              <a:rPr lang="zh-CN" altLang="en-US" sz="2400" dirty="0">
                <a:latin typeface="微软雅黑" panose="020B0503020204020204" charset="-122"/>
                <a:ea typeface="微软雅黑" panose="020B0503020204020204" charset="-122"/>
              </a:rPr>
              <a:t>碳上取代基数目的增加，它的化学位移向低场的偏移也相应增加。 </a:t>
            </a:r>
          </a:p>
        </p:txBody>
      </p:sp>
      <p:sp>
        <p:nvSpPr>
          <p:cNvPr id="11269" name="Text Box 3"/>
          <p:cNvSpPr txBox="1"/>
          <p:nvPr/>
        </p:nvSpPr>
        <p:spPr>
          <a:xfrm>
            <a:off x="2574925" y="4337448"/>
            <a:ext cx="184731" cy="584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zh-CN" dirty="0">
              <a:solidFill>
                <a:schemeClr val="tx2"/>
              </a:solidFill>
              <a:latin typeface="Times New Roman" panose="02020603050405020304" pitchFamily="18" charset="0"/>
            </a:endParaRPr>
          </a:p>
        </p:txBody>
      </p:sp>
      <p:sp>
        <p:nvSpPr>
          <p:cNvPr id="11270" name="Text Box 4"/>
          <p:cNvSpPr txBox="1"/>
          <p:nvPr/>
        </p:nvSpPr>
        <p:spPr>
          <a:xfrm>
            <a:off x="827285" y="1600806"/>
            <a:ext cx="7056784" cy="80021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dirty="0">
                <a:solidFill>
                  <a:schemeClr val="tx2"/>
                </a:solidFill>
                <a:latin typeface="Times New Roman" panose="02020603050405020304" pitchFamily="18" charset="0"/>
              </a:rPr>
              <a:t>      </a:t>
            </a:r>
            <a:r>
              <a:rPr lang="en-US" altLang="zh-CN" sz="1800" b="1" dirty="0">
                <a:solidFill>
                  <a:schemeClr val="tx2"/>
                </a:solidFill>
                <a:latin typeface="Times New Roman" panose="02020603050405020304" pitchFamily="18" charset="0"/>
              </a:rPr>
              <a:t>C*H</a:t>
            </a:r>
            <a:r>
              <a:rPr lang="en-US" altLang="zh-CN" sz="1800" b="1" baseline="-30000" dirty="0">
                <a:solidFill>
                  <a:schemeClr val="tx2"/>
                </a:solidFill>
                <a:latin typeface="Times New Roman" panose="02020603050405020304" pitchFamily="18" charset="0"/>
              </a:rPr>
              <a:t>4</a:t>
            </a:r>
            <a:r>
              <a:rPr lang="en-US" altLang="zh-CN" sz="1800" b="1" dirty="0">
                <a:solidFill>
                  <a:schemeClr val="tx2"/>
                </a:solidFill>
                <a:latin typeface="Times New Roman" panose="02020603050405020304" pitchFamily="18" charset="0"/>
              </a:rPr>
              <a:t>   </a:t>
            </a:r>
            <a:r>
              <a:rPr lang="en-US" altLang="zh-CN" sz="1800" b="1" baseline="-30000" dirty="0">
                <a:solidFill>
                  <a:schemeClr val="tx2"/>
                </a:solidFill>
                <a:latin typeface="Times New Roman" panose="02020603050405020304" pitchFamily="18" charset="0"/>
              </a:rPr>
              <a:t> </a:t>
            </a:r>
            <a:r>
              <a:rPr lang="en-US" altLang="zh-CN" sz="1800" b="1" dirty="0">
                <a:solidFill>
                  <a:schemeClr val="tx2"/>
                </a:solidFill>
                <a:latin typeface="Times New Roman" panose="02020603050405020304" pitchFamily="18" charset="0"/>
              </a:rPr>
              <a:t>CH</a:t>
            </a:r>
            <a:r>
              <a:rPr lang="en-US" altLang="zh-CN" sz="1800" b="1" baseline="-30000" dirty="0">
                <a:solidFill>
                  <a:schemeClr val="tx2"/>
                </a:solidFill>
                <a:latin typeface="Times New Roman" panose="02020603050405020304" pitchFamily="18" charset="0"/>
              </a:rPr>
              <a:t>3</a:t>
            </a:r>
            <a:r>
              <a:rPr lang="en-US" altLang="zh-CN" sz="1800" b="1" dirty="0">
                <a:solidFill>
                  <a:schemeClr val="tx2"/>
                </a:solidFill>
                <a:latin typeface="Times New Roman" panose="02020603050405020304" pitchFamily="18" charset="0"/>
              </a:rPr>
              <a:t>-*CH</a:t>
            </a:r>
            <a:r>
              <a:rPr lang="en-US" altLang="zh-CN" sz="1800" b="1" baseline="-30000" dirty="0">
                <a:solidFill>
                  <a:schemeClr val="tx2"/>
                </a:solidFill>
                <a:latin typeface="Times New Roman" panose="02020603050405020304" pitchFamily="18" charset="0"/>
              </a:rPr>
              <a:t>3     </a:t>
            </a:r>
            <a:r>
              <a:rPr lang="en-US" altLang="zh-CN" sz="1800" b="1" dirty="0">
                <a:solidFill>
                  <a:schemeClr val="tx2"/>
                </a:solidFill>
                <a:latin typeface="Times New Roman" panose="02020603050405020304" pitchFamily="18" charset="0"/>
              </a:rPr>
              <a:t>(CH</a:t>
            </a:r>
            <a:r>
              <a:rPr lang="en-US" altLang="zh-CN" sz="1800" b="1" baseline="-30000" dirty="0">
                <a:solidFill>
                  <a:schemeClr val="tx2"/>
                </a:solidFill>
                <a:latin typeface="Times New Roman" panose="02020603050405020304" pitchFamily="18" charset="0"/>
              </a:rPr>
              <a:t>3</a:t>
            </a:r>
            <a:r>
              <a:rPr lang="en-US" altLang="zh-CN" sz="1800" b="1" dirty="0">
                <a:solidFill>
                  <a:schemeClr val="tx2"/>
                </a:solidFill>
                <a:latin typeface="Times New Roman" panose="02020603050405020304" pitchFamily="18" charset="0"/>
              </a:rPr>
              <a:t>)</a:t>
            </a:r>
            <a:r>
              <a:rPr lang="en-US" altLang="zh-CN" sz="1800" b="1" baseline="-30000" dirty="0">
                <a:solidFill>
                  <a:schemeClr val="tx2"/>
                </a:solidFill>
                <a:latin typeface="Times New Roman" panose="02020603050405020304" pitchFamily="18" charset="0"/>
              </a:rPr>
              <a:t>2</a:t>
            </a:r>
            <a:r>
              <a:rPr lang="en-US" altLang="zh-CN" sz="1800" b="1" dirty="0">
                <a:solidFill>
                  <a:schemeClr val="tx2"/>
                </a:solidFill>
                <a:latin typeface="Times New Roman" panose="02020603050405020304" pitchFamily="18" charset="0"/>
              </a:rPr>
              <a:t>*CH</a:t>
            </a:r>
            <a:r>
              <a:rPr lang="en-US" altLang="zh-CN" sz="1800" b="1" baseline="-30000" dirty="0">
                <a:solidFill>
                  <a:schemeClr val="tx2"/>
                </a:solidFill>
                <a:latin typeface="Times New Roman" panose="02020603050405020304" pitchFamily="18" charset="0"/>
              </a:rPr>
              <a:t>2     </a:t>
            </a:r>
            <a:r>
              <a:rPr lang="en-US" altLang="zh-CN" sz="1800" b="1" dirty="0">
                <a:solidFill>
                  <a:schemeClr val="tx2"/>
                </a:solidFill>
                <a:latin typeface="Times New Roman" panose="02020603050405020304" pitchFamily="18" charset="0"/>
              </a:rPr>
              <a:t>(CH</a:t>
            </a:r>
            <a:r>
              <a:rPr lang="en-US" altLang="zh-CN" sz="1800" b="1" baseline="-30000" dirty="0">
                <a:solidFill>
                  <a:schemeClr val="tx2"/>
                </a:solidFill>
                <a:latin typeface="Times New Roman" panose="02020603050405020304" pitchFamily="18" charset="0"/>
              </a:rPr>
              <a:t>3</a:t>
            </a:r>
            <a:r>
              <a:rPr lang="en-US" altLang="zh-CN" sz="1800" b="1" dirty="0">
                <a:solidFill>
                  <a:schemeClr val="tx2"/>
                </a:solidFill>
                <a:latin typeface="Times New Roman" panose="02020603050405020304" pitchFamily="18" charset="0"/>
              </a:rPr>
              <a:t>)</a:t>
            </a:r>
            <a:r>
              <a:rPr lang="en-US" altLang="zh-CN" sz="1800" b="1" baseline="-30000" dirty="0">
                <a:solidFill>
                  <a:schemeClr val="tx2"/>
                </a:solidFill>
                <a:latin typeface="Times New Roman" panose="02020603050405020304" pitchFamily="18" charset="0"/>
              </a:rPr>
              <a:t>3</a:t>
            </a:r>
            <a:r>
              <a:rPr lang="en-US" altLang="zh-CN" sz="1800" b="1" dirty="0">
                <a:solidFill>
                  <a:schemeClr val="tx2"/>
                </a:solidFill>
                <a:latin typeface="Times New Roman" panose="02020603050405020304" pitchFamily="18" charset="0"/>
              </a:rPr>
              <a:t>*CH     (CH</a:t>
            </a:r>
            <a:r>
              <a:rPr lang="en-US" altLang="zh-CN" sz="1800" b="1" baseline="-30000" dirty="0">
                <a:solidFill>
                  <a:schemeClr val="tx2"/>
                </a:solidFill>
                <a:latin typeface="Times New Roman" panose="02020603050405020304" pitchFamily="18" charset="0"/>
              </a:rPr>
              <a:t>3</a:t>
            </a:r>
            <a:r>
              <a:rPr lang="en-US" altLang="zh-CN" sz="1800" b="1" dirty="0">
                <a:solidFill>
                  <a:schemeClr val="tx2"/>
                </a:solidFill>
                <a:latin typeface="Times New Roman" panose="02020603050405020304" pitchFamily="18" charset="0"/>
              </a:rPr>
              <a:t>)</a:t>
            </a:r>
            <a:r>
              <a:rPr lang="en-US" altLang="zh-CN" sz="1800" b="1" baseline="-30000" dirty="0">
                <a:solidFill>
                  <a:schemeClr val="tx2"/>
                </a:solidFill>
                <a:latin typeface="Times New Roman" panose="02020603050405020304" pitchFamily="18" charset="0"/>
              </a:rPr>
              <a:t>4</a:t>
            </a:r>
            <a:r>
              <a:rPr lang="en-US" altLang="zh-CN" sz="1800" b="1" dirty="0">
                <a:solidFill>
                  <a:schemeClr val="tx2"/>
                </a:solidFill>
                <a:latin typeface="Times New Roman" panose="02020603050405020304" pitchFamily="18" charset="0"/>
              </a:rPr>
              <a:t>*C</a:t>
            </a:r>
          </a:p>
          <a:p>
            <a:pPr marL="0" lvl="0" indent="0" eaLnBrk="1" hangingPunct="1">
              <a:spcBef>
                <a:spcPct val="0"/>
              </a:spcBef>
              <a:buNone/>
            </a:pPr>
            <a:r>
              <a:rPr lang="en-US" altLang="zh-CN" sz="1800" b="1" dirty="0" smtClean="0">
                <a:solidFill>
                  <a:schemeClr val="tx2"/>
                </a:solidFill>
                <a:latin typeface="宋体" panose="02010600030101010101" pitchFamily="2" charset="-122"/>
              </a:rPr>
              <a:t>    </a:t>
            </a:r>
            <a:r>
              <a:rPr lang="en-US" altLang="zh-CN" sz="1800" b="1" dirty="0" err="1" smtClean="0">
                <a:solidFill>
                  <a:schemeClr val="tx2"/>
                </a:solidFill>
                <a:latin typeface="宋体" panose="02010600030101010101" pitchFamily="2" charset="-122"/>
              </a:rPr>
              <a:t>δ</a:t>
            </a:r>
            <a:r>
              <a:rPr lang="en-US" altLang="zh-CN" sz="1800" b="1" baseline="-30000" dirty="0" err="1" smtClean="0">
                <a:solidFill>
                  <a:schemeClr val="tx2"/>
                </a:solidFill>
                <a:latin typeface="宋体" panose="02010600030101010101" pitchFamily="2" charset="-122"/>
              </a:rPr>
              <a:t>C</a:t>
            </a:r>
            <a:r>
              <a:rPr lang="en-US" altLang="zh-CN" sz="1800" b="1" baseline="-30000" dirty="0" smtClean="0">
                <a:solidFill>
                  <a:schemeClr val="tx2"/>
                </a:solidFill>
                <a:latin typeface="宋体" panose="02010600030101010101" pitchFamily="2" charset="-122"/>
              </a:rPr>
              <a:t> </a:t>
            </a:r>
            <a:r>
              <a:rPr lang="en-US" altLang="zh-CN" sz="1800" b="1" dirty="0">
                <a:solidFill>
                  <a:schemeClr val="tx2"/>
                </a:solidFill>
                <a:latin typeface="宋体" panose="02010600030101010101" pitchFamily="2" charset="-122"/>
              </a:rPr>
              <a:t>-2.7    5.4      15.4       24.3       27.4</a:t>
            </a:r>
            <a:r>
              <a:rPr lang="en-US" altLang="zh-CN" sz="1800" b="1" dirty="0">
                <a:solidFill>
                  <a:schemeClr val="tx2"/>
                </a:solidFill>
                <a:latin typeface="Times New Roman" panose="02020603050405020304" pitchFamily="18" charset="0"/>
              </a:rPr>
              <a:t> </a:t>
            </a:r>
          </a:p>
        </p:txBody>
      </p:sp>
      <p:sp>
        <p:nvSpPr>
          <p:cNvPr id="11271" name="Text Box 5"/>
          <p:cNvSpPr txBox="1"/>
          <p:nvPr/>
        </p:nvSpPr>
        <p:spPr>
          <a:xfrm>
            <a:off x="371200" y="2425482"/>
            <a:ext cx="2986715"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dirty="0">
                <a:solidFill>
                  <a:schemeClr val="tx1"/>
                </a:solidFill>
                <a:latin typeface="微软雅黑" panose="020B0503020204020204" charset="-122"/>
                <a:ea typeface="微软雅黑" panose="020B0503020204020204" charset="-122"/>
                <a:cs typeface="微软雅黑" panose="020B0503020204020204" charset="-122"/>
              </a:rPr>
              <a:t>c.</a:t>
            </a:r>
            <a:r>
              <a:rPr lang="zh-CN" altLang="en-US" sz="2800" b="1" dirty="0" smtClean="0">
                <a:solidFill>
                  <a:schemeClr val="tx1"/>
                </a:solidFill>
                <a:latin typeface="微软雅黑" panose="020B0503020204020204" charset="-122"/>
                <a:ea typeface="微软雅黑" panose="020B0503020204020204" charset="-122"/>
                <a:cs typeface="微软雅黑" panose="020B0503020204020204" charset="-122"/>
              </a:rPr>
              <a:t>取代烷基</a:t>
            </a:r>
            <a:r>
              <a:rPr lang="zh-CN" altLang="en-US" sz="2800" b="1" dirty="0">
                <a:latin typeface="微软雅黑" panose="020B0503020204020204" charset="-122"/>
                <a:ea typeface="微软雅黑" panose="020B0503020204020204" charset="-122"/>
                <a:cs typeface="微软雅黑" panose="020B0503020204020204" charset="-122"/>
              </a:rPr>
              <a:t>的</a:t>
            </a:r>
            <a:r>
              <a:rPr lang="zh-CN" altLang="en-US" sz="2800" b="1" dirty="0" smtClean="0">
                <a:latin typeface="微软雅黑" panose="020B0503020204020204" charset="-122"/>
                <a:ea typeface="微软雅黑" panose="020B0503020204020204" charset="-122"/>
                <a:cs typeface="微软雅黑" panose="020B0503020204020204" charset="-122"/>
              </a:rPr>
              <a:t>大小</a:t>
            </a:r>
            <a:endParaRPr lang="zh-CN" altLang="en-US" sz="2800" b="1" dirty="0">
              <a:latin typeface="Times New Roman" panose="02020603050405020304" pitchFamily="18" charset="0"/>
            </a:endParaRPr>
          </a:p>
        </p:txBody>
      </p:sp>
      <p:graphicFrame>
        <p:nvGraphicFramePr>
          <p:cNvPr id="11272" name="Object 6"/>
          <p:cNvGraphicFramePr>
            <a:graphicFrameLocks noChangeAspect="1"/>
          </p:cNvGraphicFramePr>
          <p:nvPr>
            <p:extLst>
              <p:ext uri="{D42A27DB-BD31-4B8C-83A1-F6EECF244321}">
                <p14:modId xmlns:p14="http://schemas.microsoft.com/office/powerpoint/2010/main" val="1003767685"/>
              </p:ext>
            </p:extLst>
          </p:nvPr>
        </p:nvGraphicFramePr>
        <p:xfrm>
          <a:off x="755827" y="3501552"/>
          <a:ext cx="7904485" cy="947259"/>
        </p:xfrm>
        <a:graphic>
          <a:graphicData uri="http://schemas.openxmlformats.org/presentationml/2006/ole">
            <mc:AlternateContent xmlns:mc="http://schemas.openxmlformats.org/markup-compatibility/2006">
              <mc:Choice xmlns:v="urn:schemas-microsoft-com:vml" Requires="v">
                <p:oleObj spid="_x0000_s4173" r:id="rId4" imgW="7556500" imgH="1041400" progId="ChemWindow.Document">
                  <p:embed/>
                </p:oleObj>
              </mc:Choice>
              <mc:Fallback>
                <p:oleObj r:id="rId4" imgW="7556500" imgH="1041400" progId="ChemWindow.Document">
                  <p:embed/>
                  <p:pic>
                    <p:nvPicPr>
                      <p:cNvPr id="0" name="图片 3076"/>
                      <p:cNvPicPr/>
                      <p:nvPr/>
                    </p:nvPicPr>
                    <p:blipFill>
                      <a:blip r:embed="rId5">
                        <a:clrChange>
                          <a:clrFrom>
                            <a:srgbClr val="000000"/>
                          </a:clrFrom>
                          <a:clrTo>
                            <a:srgbClr val="FF0000"/>
                          </a:clrTo>
                        </a:clrChange>
                      </a:blip>
                      <a:stretch>
                        <a:fillRect/>
                      </a:stretch>
                    </p:blipFill>
                    <p:spPr>
                      <a:xfrm>
                        <a:off x="755827" y="3501552"/>
                        <a:ext cx="7904485" cy="947259"/>
                      </a:xfrm>
                      <a:prstGeom prst="rect">
                        <a:avLst/>
                      </a:prstGeom>
                      <a:noFill/>
                      <a:ln w="38100">
                        <a:noFill/>
                        <a:miter/>
                      </a:ln>
                    </p:spPr>
                  </p:pic>
                </p:oleObj>
              </mc:Fallback>
            </mc:AlternateContent>
          </a:graphicData>
        </a:graphic>
      </p:graphicFrame>
      <p:sp>
        <p:nvSpPr>
          <p:cNvPr id="11273" name="Line 7"/>
          <p:cNvSpPr/>
          <p:nvPr/>
        </p:nvSpPr>
        <p:spPr>
          <a:xfrm>
            <a:off x="818828" y="4508094"/>
            <a:ext cx="7543800" cy="0"/>
          </a:xfrm>
          <a:prstGeom prst="line">
            <a:avLst/>
          </a:prstGeom>
          <a:ln w="9525" cap="flat" cmpd="sng">
            <a:solidFill>
              <a:srgbClr val="FF33CC"/>
            </a:solidFill>
            <a:prstDash val="solid"/>
            <a:headEnd type="none" w="med" len="med"/>
            <a:tailEnd type="triangle" w="med" len="med"/>
          </a:ln>
        </p:spPr>
      </p:sp>
      <p:sp>
        <p:nvSpPr>
          <p:cNvPr id="11274" name="Text Box 8"/>
          <p:cNvSpPr txBox="1"/>
          <p:nvPr/>
        </p:nvSpPr>
        <p:spPr>
          <a:xfrm>
            <a:off x="3560515" y="4477094"/>
            <a:ext cx="2073275" cy="4616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dirty="0">
                <a:solidFill>
                  <a:schemeClr val="tx2"/>
                </a:solidFill>
                <a:latin typeface="微软雅黑" panose="020B0503020204020204" charset="-122"/>
                <a:ea typeface="微软雅黑" panose="020B0503020204020204" charset="-122"/>
              </a:rPr>
              <a:t>δ</a:t>
            </a:r>
            <a:r>
              <a:rPr lang="en-US" altLang="zh-CN" sz="2400" b="1" baseline="-30000" dirty="0">
                <a:solidFill>
                  <a:schemeClr val="tx2"/>
                </a:solidFill>
                <a:latin typeface="微软雅黑" panose="020B0503020204020204" charset="-122"/>
                <a:ea typeface="微软雅黑" panose="020B0503020204020204" charset="-122"/>
              </a:rPr>
              <a:t>C</a:t>
            </a:r>
            <a:r>
              <a:rPr lang="zh-CN" altLang="en-US" sz="2400" b="1" dirty="0">
                <a:solidFill>
                  <a:schemeClr val="tx2"/>
                </a:solidFill>
                <a:latin typeface="微软雅黑" panose="020B0503020204020204" charset="-122"/>
                <a:ea typeface="微软雅黑" panose="020B0503020204020204" charset="-122"/>
              </a:rPr>
              <a:t>值增大</a:t>
            </a:r>
          </a:p>
        </p:txBody>
      </p:sp>
      <p:sp>
        <p:nvSpPr>
          <p:cNvPr id="2" name="矩形 1"/>
          <p:cNvSpPr/>
          <p:nvPr/>
        </p:nvSpPr>
        <p:spPr>
          <a:xfrm>
            <a:off x="1501697" y="3155556"/>
            <a:ext cx="6618312" cy="461665"/>
          </a:xfrm>
          <a:prstGeom prst="rect">
            <a:avLst/>
          </a:prstGeom>
        </p:spPr>
        <p:txBody>
          <a:bodyPr wrap="square">
            <a:spAutoFit/>
          </a:bodyPr>
          <a:lstStyle/>
          <a:p>
            <a:r>
              <a:rPr lang="zh-CN" altLang="en-US" sz="2400" dirty="0">
                <a:solidFill>
                  <a:srgbClr val="000000"/>
                </a:solidFill>
                <a:latin typeface="微软雅黑" panose="020B0503020204020204" charset="-122"/>
                <a:ea typeface="微软雅黑" panose="020B0503020204020204" charset="-122"/>
                <a:cs typeface="微软雅黑" panose="020B0503020204020204" charset="-122"/>
              </a:rPr>
              <a:t>取代的烷基越大，化学位移值也越大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2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7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p:bldP spid="11271" grpId="0"/>
      <p:bldP spid="11274"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2291"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9</a:t>
            </a:fld>
            <a:endParaRPr lang="en-US" altLang="zh-CN" sz="1400" dirty="0"/>
          </a:p>
        </p:txBody>
      </p:sp>
      <p:sp>
        <p:nvSpPr>
          <p:cNvPr id="12292" name="Text Box 2"/>
          <p:cNvSpPr txBox="1"/>
          <p:nvPr/>
        </p:nvSpPr>
        <p:spPr>
          <a:xfrm>
            <a:off x="609600" y="195486"/>
            <a:ext cx="7772400" cy="236988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dirty="0" smtClean="0">
                <a:solidFill>
                  <a:srgbClr val="00091A"/>
                </a:solidFill>
                <a:latin typeface="微软雅黑" panose="020B0503020204020204" charset="-122"/>
                <a:ea typeface="微软雅黑" panose="020B0503020204020204" charset="-122"/>
              </a:rPr>
              <a:t>d.</a:t>
            </a:r>
            <a:r>
              <a:rPr lang="zh-CN" altLang="en-US" sz="2800" b="1" dirty="0" smtClean="0">
                <a:solidFill>
                  <a:srgbClr val="00091A"/>
                </a:solidFill>
                <a:latin typeface="微软雅黑" panose="020B0503020204020204" charset="-122"/>
                <a:ea typeface="微软雅黑" panose="020B0503020204020204" charset="-122"/>
              </a:rPr>
              <a:t>取代基</a:t>
            </a:r>
            <a:r>
              <a:rPr lang="zh-CN" altLang="en-US" sz="2800" b="1" dirty="0">
                <a:solidFill>
                  <a:srgbClr val="00091A"/>
                </a:solidFill>
                <a:latin typeface="微软雅黑" panose="020B0503020204020204" charset="-122"/>
                <a:ea typeface="微软雅黑" panose="020B0503020204020204" charset="-122"/>
              </a:rPr>
              <a:t>的</a:t>
            </a:r>
            <a:r>
              <a:rPr lang="el-GR" altLang="zh-CN" sz="2800" b="1" dirty="0">
                <a:solidFill>
                  <a:srgbClr val="00091A"/>
                </a:solidFill>
                <a:latin typeface="微软雅黑" panose="020B0503020204020204" charset="-122"/>
                <a:ea typeface="微软雅黑" panose="020B0503020204020204" charset="-122"/>
              </a:rPr>
              <a:t>γ</a:t>
            </a:r>
            <a:r>
              <a:rPr lang="en-US" altLang="zh-CN" sz="2800" b="1" dirty="0">
                <a:solidFill>
                  <a:srgbClr val="00091A"/>
                </a:solidFill>
                <a:latin typeface="微软雅黑" panose="020B0503020204020204" charset="-122"/>
                <a:ea typeface="微软雅黑" panose="020B0503020204020204" charset="-122"/>
              </a:rPr>
              <a:t>-</a:t>
            </a:r>
            <a:r>
              <a:rPr lang="zh-CN" altLang="en-US" sz="2800" b="1" dirty="0">
                <a:solidFill>
                  <a:srgbClr val="00091A"/>
                </a:solidFill>
                <a:latin typeface="微软雅黑" panose="020B0503020204020204" charset="-122"/>
                <a:ea typeface="微软雅黑" panose="020B0503020204020204" charset="-122"/>
              </a:rPr>
              <a:t>旁式效应</a:t>
            </a:r>
          </a:p>
          <a:p>
            <a:pPr marL="0" lvl="0" indent="0" eaLnBrk="1" hangingPunct="1">
              <a:spcBef>
                <a:spcPct val="0"/>
              </a:spcBef>
              <a:buNone/>
            </a:pPr>
            <a:endParaRPr lang="zh-CN" altLang="en-US" sz="2400" dirty="0">
              <a:solidFill>
                <a:schemeClr val="tx2"/>
              </a:solidFill>
              <a:latin typeface="微软雅黑" panose="020B0503020204020204" charset="-122"/>
              <a:ea typeface="微软雅黑" panose="020B0503020204020204" charset="-122"/>
            </a:endParaRPr>
          </a:p>
          <a:p>
            <a:pPr marL="0" lvl="0" indent="0" eaLnBrk="1" hangingPunct="1">
              <a:spcBef>
                <a:spcPct val="0"/>
              </a:spcBef>
              <a:buNone/>
            </a:pPr>
            <a:r>
              <a:rPr lang="zh-CN" altLang="en-US" sz="2400" dirty="0">
                <a:latin typeface="微软雅黑" panose="020B0503020204020204" charset="-122"/>
                <a:ea typeface="微软雅黑" panose="020B0503020204020204" charset="-122"/>
              </a:rPr>
              <a:t>    各种基团（包括电负性基团）的取代均使</a:t>
            </a:r>
            <a:r>
              <a:rPr lang="el-GR" altLang="zh-CN" sz="2400" dirty="0">
                <a:latin typeface="微软雅黑" panose="020B0503020204020204" charset="-122"/>
                <a:ea typeface="微软雅黑" panose="020B0503020204020204" charset="-122"/>
              </a:rPr>
              <a:t>γ</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位碳原子的化学位移数值减小</a:t>
            </a:r>
            <a:r>
              <a:rPr lang="zh-CN" altLang="en-US" sz="2400" dirty="0" smtClean="0">
                <a:latin typeface="微软雅黑" panose="020B0503020204020204" charset="-122"/>
                <a:ea typeface="微软雅黑" panose="020B0503020204020204" charset="-122"/>
              </a:rPr>
              <a:t>。因为取代基</a:t>
            </a:r>
            <a:r>
              <a:rPr lang="zh-CN" altLang="en-US" sz="2400" dirty="0">
                <a:latin typeface="微软雅黑" panose="020B0503020204020204" charset="-122"/>
                <a:ea typeface="微软雅黑" panose="020B0503020204020204" charset="-122"/>
              </a:rPr>
              <a:t>挤压</a:t>
            </a:r>
            <a:r>
              <a:rPr lang="el-GR" altLang="zh-CN" sz="2400" dirty="0">
                <a:latin typeface="微软雅黑" panose="020B0503020204020204" charset="-122"/>
                <a:ea typeface="微软雅黑" panose="020B0503020204020204" charset="-122"/>
              </a:rPr>
              <a:t>γ</a:t>
            </a:r>
            <a:r>
              <a:rPr lang="en-US" altLang="zh-CN" sz="2400" dirty="0">
                <a:latin typeface="微软雅黑" panose="020B0503020204020204" charset="-122"/>
                <a:ea typeface="微软雅黑" panose="020B0503020204020204" charset="-122"/>
              </a:rPr>
              <a:t>-</a:t>
            </a:r>
            <a:r>
              <a:rPr lang="zh-CN" altLang="en-US" sz="2400" dirty="0">
                <a:latin typeface="微软雅黑" panose="020B0503020204020204" charset="-122"/>
                <a:ea typeface="微软雅黑" panose="020B0503020204020204" charset="-122"/>
              </a:rPr>
              <a:t>位碳原子，该</a:t>
            </a:r>
            <a:r>
              <a:rPr lang="en-US" altLang="zh-CN" sz="2400" dirty="0">
                <a:latin typeface="微软雅黑" panose="020B0503020204020204" charset="-122"/>
                <a:ea typeface="微软雅黑" panose="020B0503020204020204" charset="-122"/>
              </a:rPr>
              <a:t>C-H</a:t>
            </a:r>
            <a:r>
              <a:rPr lang="zh-CN" altLang="en-US" sz="2400" dirty="0">
                <a:latin typeface="微软雅黑" panose="020B0503020204020204" charset="-122"/>
                <a:ea typeface="微软雅黑" panose="020B0503020204020204" charset="-122"/>
              </a:rPr>
              <a:t>键的电子移向碳原子，从而增加碳原子的核外电子云密度，使其化学位移数值减小</a:t>
            </a:r>
            <a:r>
              <a:rPr lang="zh-CN" altLang="en-US" sz="2400" dirty="0" smtClean="0">
                <a:latin typeface="微软雅黑" panose="020B0503020204020204" charset="-122"/>
                <a:ea typeface="微软雅黑" panose="020B0503020204020204" charset="-122"/>
              </a:rPr>
              <a:t>。</a:t>
            </a:r>
            <a:endParaRPr lang="zh-CN" altLang="en-US" sz="2400" dirty="0">
              <a:latin typeface="微软雅黑" panose="020B0503020204020204" charset="-122"/>
              <a:ea typeface="微软雅黑" panose="020B0503020204020204" charset="-122"/>
            </a:endParaRPr>
          </a:p>
        </p:txBody>
      </p:sp>
      <p:sp>
        <p:nvSpPr>
          <p:cNvPr id="12293" name="Text Box 3"/>
          <p:cNvSpPr txBox="1"/>
          <p:nvPr/>
        </p:nvSpPr>
        <p:spPr>
          <a:xfrm>
            <a:off x="2574925" y="4337448"/>
            <a:ext cx="184731" cy="5847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zh-CN" dirty="0">
              <a:solidFill>
                <a:schemeClr val="tx2"/>
              </a:solidFill>
              <a:latin typeface="Times New Roman" panose="02020603050405020304" pitchFamily="18" charset="0"/>
            </a:endParaRPr>
          </a:p>
        </p:txBody>
      </p:sp>
      <p:sp>
        <p:nvSpPr>
          <p:cNvPr id="2" name="矩形 1"/>
          <p:cNvSpPr/>
          <p:nvPr/>
        </p:nvSpPr>
        <p:spPr>
          <a:xfrm>
            <a:off x="609600" y="2565366"/>
            <a:ext cx="8105185" cy="2431435"/>
          </a:xfrm>
          <a:prstGeom prst="rect">
            <a:avLst/>
          </a:prstGeom>
        </p:spPr>
        <p:txBody>
          <a:bodyPr wrap="square">
            <a:spAutoFit/>
          </a:bodyPr>
          <a:lstStyle/>
          <a:p>
            <a:pPr lvl="0"/>
            <a:r>
              <a:rPr lang="en-US" altLang="zh-CN" sz="2800" b="1" dirty="0" smtClean="0">
                <a:solidFill>
                  <a:srgbClr val="00091A"/>
                </a:solidFill>
                <a:latin typeface="微软雅黑" panose="020B0503020204020204" charset="-122"/>
                <a:ea typeface="微软雅黑" panose="020B0503020204020204" charset="-122"/>
              </a:rPr>
              <a:t>e</a:t>
            </a:r>
            <a:r>
              <a:rPr lang="en-US" altLang="zh-CN" sz="2800" b="1" dirty="0">
                <a:solidFill>
                  <a:srgbClr val="00091A"/>
                </a:solidFill>
                <a:latin typeface="微软雅黑" panose="020B0503020204020204" charset="-122"/>
                <a:ea typeface="微软雅黑" panose="020B0503020204020204" charset="-122"/>
              </a:rPr>
              <a:t>.</a:t>
            </a:r>
            <a:r>
              <a:rPr lang="zh-CN" altLang="en-US" sz="2800" b="1" dirty="0">
                <a:solidFill>
                  <a:srgbClr val="00091A"/>
                </a:solidFill>
                <a:latin typeface="微软雅黑" panose="020B0503020204020204" charset="-122"/>
                <a:ea typeface="微软雅黑" panose="020B0503020204020204" charset="-122"/>
              </a:rPr>
              <a:t>重原子效应</a:t>
            </a:r>
            <a:endParaRPr lang="en-US" altLang="zh-CN" sz="2800" b="1" dirty="0">
              <a:solidFill>
                <a:srgbClr val="00091A"/>
              </a:solidFill>
              <a:latin typeface="微软雅黑" panose="020B0503020204020204" charset="-122"/>
              <a:ea typeface="微软雅黑" panose="020B0503020204020204" charset="-122"/>
            </a:endParaRPr>
          </a:p>
          <a:p>
            <a:pPr lvl="0"/>
            <a:endParaRPr lang="en-US" altLang="zh-CN" sz="2800" dirty="0">
              <a:solidFill>
                <a:srgbClr val="FF0000"/>
              </a:solidFill>
              <a:latin typeface="微软雅黑" panose="020B0503020204020204" charset="-122"/>
              <a:ea typeface="微软雅黑" panose="020B0503020204020204" charset="-122"/>
            </a:endParaRPr>
          </a:p>
          <a:p>
            <a:pPr lvl="0"/>
            <a:r>
              <a:rPr lang="zh-CN" altLang="en-US" sz="2400" dirty="0">
                <a:solidFill>
                  <a:srgbClr val="000000"/>
                </a:solidFill>
                <a:latin typeface="微软雅黑" panose="020B0503020204020204" charset="-122"/>
                <a:ea typeface="微软雅黑" panose="020B0503020204020204" charset="-122"/>
              </a:rPr>
              <a:t>    碘原子的取代使被取代的碳原子化学位移数值减小，由于重原子的核外有众多电子，它们对与重原子相连的碳原子具有抗磁屏蔽作用。</a:t>
            </a:r>
            <a:endParaRPr lang="en-US" altLang="zh-CN" sz="2400" dirty="0">
              <a:solidFill>
                <a:srgbClr val="000000"/>
              </a:solidFill>
              <a:latin typeface="微软雅黑" panose="020B0503020204020204" charset="-122"/>
              <a:ea typeface="微软雅黑" panose="020B0503020204020204" charset="-122"/>
            </a:endParaRPr>
          </a:p>
          <a:p>
            <a:pPr lvl="0"/>
            <a:r>
              <a:rPr lang="en-US" altLang="zh-CN" sz="2400" dirty="0">
                <a:solidFill>
                  <a:srgbClr val="000000"/>
                </a:solidFill>
                <a:latin typeface="微软雅黑" panose="020B0503020204020204" charset="-122"/>
                <a:ea typeface="微软雅黑" panose="020B0503020204020204" charset="-122"/>
              </a:rPr>
              <a:t>    </a:t>
            </a:r>
            <a:r>
              <a:rPr lang="zh-CN" altLang="en-US" sz="2400" dirty="0">
                <a:solidFill>
                  <a:srgbClr val="000000"/>
                </a:solidFill>
                <a:latin typeface="微软雅黑" panose="020B0503020204020204" charset="-122"/>
                <a:ea typeface="微软雅黑" panose="020B0503020204020204" charset="-122"/>
              </a:rPr>
              <a:t>溴也可以表现出这种性质。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p:cNvSpPr>
          <p:nvPr>
            <p:ph type="title"/>
          </p:nvPr>
        </p:nvSpPr>
        <p:spPr>
          <a:xfrm>
            <a:off x="323528" y="627534"/>
            <a:ext cx="5790580" cy="783431"/>
          </a:xfrm>
        </p:spPr>
        <p:txBody>
          <a:bodyPr vert="horz" wrap="square" lIns="91440" tIns="45720" rIns="91440" bIns="45720" anchor="b"/>
          <a:lstStyle/>
          <a:p>
            <a:pPr eaLnBrk="1" hangingPunct="1"/>
            <a:r>
              <a:rPr lang="en-US" altLang="zh-CN" sz="2800" b="1" dirty="0" smtClean="0">
                <a:solidFill>
                  <a:srgbClr val="C00000"/>
                </a:solidFill>
                <a:latin typeface="微软雅黑" panose="020B0503020204020204" charset="-122"/>
                <a:ea typeface="微软雅黑" panose="020B0503020204020204" charset="-122"/>
              </a:rPr>
              <a:t>2</a:t>
            </a:r>
            <a:r>
              <a:rPr lang="zh-CN" altLang="en-US" sz="2800" b="1" dirty="0" smtClean="0">
                <a:solidFill>
                  <a:srgbClr val="C00000"/>
                </a:solidFill>
                <a:latin typeface="微软雅黑" panose="020B0503020204020204" charset="-122"/>
                <a:ea typeface="微软雅黑" panose="020B0503020204020204" charset="-122"/>
              </a:rPr>
              <a:t>）环烷烃</a:t>
            </a:r>
            <a:r>
              <a:rPr lang="zh-CN" altLang="en-US" sz="2800" b="1" dirty="0">
                <a:solidFill>
                  <a:srgbClr val="C00000"/>
                </a:solidFill>
                <a:latin typeface="微软雅黑" panose="020B0503020204020204" charset="-122"/>
                <a:ea typeface="微软雅黑" panose="020B0503020204020204" charset="-122"/>
              </a:rPr>
              <a:t>及其衍生物</a:t>
            </a:r>
          </a:p>
        </p:txBody>
      </p:sp>
      <p:sp>
        <p:nvSpPr>
          <p:cNvPr id="13317" name="Rectangle 3"/>
          <p:cNvSpPr>
            <a:spLocks noGrp="1"/>
          </p:cNvSpPr>
          <p:nvPr>
            <p:ph idx="1"/>
          </p:nvPr>
        </p:nvSpPr>
        <p:spPr>
          <a:xfrm>
            <a:off x="323851" y="1653779"/>
            <a:ext cx="8424863" cy="1836074"/>
          </a:xfrm>
        </p:spPr>
        <p:txBody>
          <a:bodyPr vert="horz" wrap="square" lIns="91440" tIns="45720" rIns="91440" bIns="45720" anchor="t"/>
          <a:lstStyle/>
          <a:p>
            <a:pPr eaLnBrk="1" hangingPunct="1">
              <a:lnSpc>
                <a:spcPct val="120000"/>
              </a:lnSpc>
              <a:spcBef>
                <a:spcPts val="500"/>
              </a:spcBef>
              <a:spcAft>
                <a:spcPts val="500"/>
              </a:spcAft>
              <a:buNone/>
            </a:pPr>
            <a:r>
              <a:rPr lang="zh-CN" altLang="en-US" b="1" dirty="0" smtClean="0">
                <a:latin typeface="Times New Roman" panose="02020603050405020304" pitchFamily="18" charset="0"/>
              </a:rPr>
              <a:t>          </a:t>
            </a:r>
            <a:r>
              <a:rPr lang="zh-CN" altLang="en-US" sz="2400" dirty="0" smtClean="0">
                <a:latin typeface="微软雅黑" panose="020B0503020204020204" charset="-122"/>
                <a:ea typeface="微软雅黑" panose="020B0503020204020204" charset="-122"/>
              </a:rPr>
              <a:t>环烷烃</a:t>
            </a:r>
            <a:r>
              <a:rPr lang="zh-CN" altLang="en-US" sz="2400" dirty="0">
                <a:latin typeface="微软雅黑" panose="020B0503020204020204" charset="-122"/>
                <a:ea typeface="微软雅黑" panose="020B0503020204020204" charset="-122"/>
              </a:rPr>
              <a:t>为张力环时，</a:t>
            </a:r>
            <a:r>
              <a:rPr lang="en-US" altLang="zh-CN" sz="2400" dirty="0">
                <a:latin typeface="微软雅黑" panose="020B0503020204020204" charset="-122"/>
                <a:ea typeface="微软雅黑" panose="020B0503020204020204" charset="-122"/>
              </a:rPr>
              <a:t>δ</a:t>
            </a:r>
            <a:r>
              <a:rPr lang="en-US" altLang="zh-CN" sz="2400" baseline="-25000" dirty="0">
                <a:latin typeface="微软雅黑" panose="020B0503020204020204" charset="-122"/>
                <a:ea typeface="微软雅黑" panose="020B0503020204020204" charset="-122"/>
              </a:rPr>
              <a:t>c</a:t>
            </a:r>
            <a:r>
              <a:rPr lang="zh-CN" altLang="en-US" sz="2400" dirty="0">
                <a:latin typeface="微软雅黑" panose="020B0503020204020204" charset="-122"/>
                <a:ea typeface="微软雅黑" panose="020B0503020204020204" charset="-122"/>
              </a:rPr>
              <a:t>位于较高场。环丙烷的</a:t>
            </a:r>
            <a:r>
              <a:rPr lang="en-US" altLang="zh-CN" sz="2400" dirty="0">
                <a:latin typeface="微软雅黑" panose="020B0503020204020204" charset="-122"/>
                <a:ea typeface="微软雅黑" panose="020B0503020204020204" charset="-122"/>
              </a:rPr>
              <a:t>δ</a:t>
            </a:r>
            <a:r>
              <a:rPr lang="en-US" altLang="zh-CN" sz="2400" baseline="-25000" dirty="0">
                <a:latin typeface="微软雅黑" panose="020B0503020204020204" charset="-122"/>
                <a:ea typeface="微软雅黑" panose="020B0503020204020204" charset="-122"/>
              </a:rPr>
              <a:t>c</a:t>
            </a:r>
            <a:r>
              <a:rPr lang="zh-CN" altLang="en-US" sz="2400" dirty="0">
                <a:latin typeface="微软雅黑" panose="020B0503020204020204" charset="-122"/>
                <a:ea typeface="微软雅黑" panose="020B0503020204020204" charset="-122"/>
              </a:rPr>
              <a:t>位于</a:t>
            </a:r>
            <a:r>
              <a:rPr lang="en-US" altLang="zh-CN" sz="2400" dirty="0">
                <a:latin typeface="微软雅黑" panose="020B0503020204020204" charset="-122"/>
                <a:ea typeface="微软雅黑" panose="020B0503020204020204" charset="-122"/>
              </a:rPr>
              <a:t>TMS</a:t>
            </a:r>
            <a:r>
              <a:rPr lang="zh-CN" altLang="en-US" sz="2400" dirty="0">
                <a:latin typeface="微软雅黑" panose="020B0503020204020204" charset="-122"/>
                <a:ea typeface="微软雅黑" panose="020B0503020204020204" charset="-122"/>
              </a:rPr>
              <a:t>以上的高场端（－</a:t>
            </a:r>
            <a:r>
              <a:rPr lang="en-US" altLang="zh-CN" sz="2400" dirty="0">
                <a:latin typeface="微软雅黑" panose="020B0503020204020204" charset="-122"/>
                <a:ea typeface="微软雅黑" panose="020B0503020204020204" charset="-122"/>
              </a:rPr>
              <a:t>2.8</a:t>
            </a:r>
            <a:r>
              <a:rPr lang="zh-CN" altLang="en-US" sz="2400" dirty="0">
                <a:latin typeface="微软雅黑" panose="020B0503020204020204" charset="-122"/>
                <a:ea typeface="微软雅黑" panose="020B0503020204020204" charset="-122"/>
              </a:rPr>
              <a:t>），四元环的</a:t>
            </a:r>
            <a:r>
              <a:rPr lang="en-US" altLang="zh-CN" sz="2400" dirty="0">
                <a:latin typeface="微软雅黑" panose="020B0503020204020204" charset="-122"/>
                <a:ea typeface="微软雅黑" panose="020B0503020204020204" charset="-122"/>
              </a:rPr>
              <a:t>δ</a:t>
            </a:r>
            <a:r>
              <a:rPr lang="en-US" altLang="zh-CN" sz="2400" baseline="-25000" dirty="0">
                <a:latin typeface="微软雅黑" panose="020B0503020204020204" charset="-122"/>
                <a:ea typeface="微软雅黑" panose="020B0503020204020204" charset="-122"/>
              </a:rPr>
              <a:t>c</a:t>
            </a:r>
            <a:r>
              <a:rPr lang="zh-CN" altLang="en-US" sz="2400" dirty="0">
                <a:latin typeface="微软雅黑" panose="020B0503020204020204" charset="-122"/>
                <a:ea typeface="微软雅黑" panose="020B0503020204020204" charset="-122"/>
              </a:rPr>
              <a:t>在</a:t>
            </a:r>
            <a:r>
              <a:rPr lang="en-US" altLang="zh-CN" sz="2400" dirty="0">
                <a:latin typeface="微软雅黑" panose="020B0503020204020204" charset="-122"/>
                <a:ea typeface="微软雅黑" panose="020B0503020204020204" charset="-122"/>
              </a:rPr>
              <a:t>23</a:t>
            </a:r>
            <a:r>
              <a:rPr lang="zh-CN" altLang="en-US" sz="2400" dirty="0">
                <a:latin typeface="微软雅黑" panose="020B0503020204020204" charset="-122"/>
                <a:ea typeface="微软雅黑" panose="020B0503020204020204" charset="-122"/>
              </a:rPr>
              <a:t>左右，五元环以及以上的环烷烃，</a:t>
            </a:r>
            <a:r>
              <a:rPr lang="en-US" altLang="zh-CN" sz="2400" dirty="0">
                <a:latin typeface="微软雅黑" panose="020B0503020204020204" charset="-122"/>
                <a:ea typeface="微软雅黑" panose="020B0503020204020204" charset="-122"/>
              </a:rPr>
              <a:t>δ</a:t>
            </a:r>
            <a:r>
              <a:rPr lang="en-US" altLang="zh-CN" sz="2400" baseline="-25000" dirty="0">
                <a:latin typeface="微软雅黑" panose="020B0503020204020204" charset="-122"/>
                <a:ea typeface="微软雅黑" panose="020B0503020204020204" charset="-122"/>
              </a:rPr>
              <a:t>c</a:t>
            </a:r>
            <a:r>
              <a:rPr lang="zh-CN" altLang="en-US" sz="2400" dirty="0">
                <a:latin typeface="微软雅黑" panose="020B0503020204020204" charset="-122"/>
                <a:ea typeface="微软雅黑" panose="020B0503020204020204" charset="-122"/>
              </a:rPr>
              <a:t>都在</a:t>
            </a:r>
            <a:r>
              <a:rPr lang="en-US" altLang="zh-CN" sz="2400" dirty="0">
                <a:latin typeface="微软雅黑" panose="020B0503020204020204" charset="-122"/>
                <a:ea typeface="微软雅黑" panose="020B0503020204020204" charset="-122"/>
              </a:rPr>
              <a:t>26</a:t>
            </a:r>
            <a:r>
              <a:rPr lang="zh-CN" altLang="en-US" sz="2400" dirty="0">
                <a:latin typeface="微软雅黑" panose="020B0503020204020204" charset="-122"/>
                <a:ea typeface="微软雅黑" panose="020B0503020204020204" charset="-122"/>
              </a:rPr>
              <a:t>左右。</a:t>
            </a:r>
          </a:p>
        </p:txBody>
      </p:sp>
      <p:sp>
        <p:nvSpPr>
          <p:cNvPr id="1331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3315"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10</a:t>
            </a:fld>
            <a:endParaRPr lang="en-US" altLang="zh-CN"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0" y="573528"/>
            <a:ext cx="4926484" cy="524898"/>
          </a:xfrm>
        </p:spPr>
        <p:txBody>
          <a:bodyPr vert="horz" wrap="square" lIns="91440" tIns="45720" rIns="91440" bIns="45720" anchor="b"/>
          <a:lstStyle/>
          <a:p>
            <a:pPr eaLnBrk="1" hangingPunct="1"/>
            <a:r>
              <a:rPr lang="en-US" altLang="zh-CN" sz="2800" b="1" dirty="0" smtClean="0">
                <a:solidFill>
                  <a:srgbClr val="C00000"/>
                </a:solidFill>
                <a:latin typeface="微软雅黑" panose="020B0503020204020204" charset="-122"/>
                <a:ea typeface="微软雅黑" panose="020B0503020204020204" charset="-122"/>
              </a:rPr>
              <a:t>3</a:t>
            </a:r>
            <a:r>
              <a:rPr lang="zh-CN" altLang="en-US" sz="2800" b="1" dirty="0" smtClean="0">
                <a:solidFill>
                  <a:srgbClr val="C00000"/>
                </a:solidFill>
                <a:latin typeface="微软雅黑" panose="020B0503020204020204" charset="-122"/>
                <a:ea typeface="微软雅黑" panose="020B0503020204020204" charset="-122"/>
              </a:rPr>
              <a:t>）烯烃</a:t>
            </a:r>
            <a:r>
              <a:rPr lang="zh-CN" altLang="en-US" sz="2800" b="1" dirty="0">
                <a:solidFill>
                  <a:srgbClr val="C00000"/>
                </a:solidFill>
                <a:latin typeface="微软雅黑" panose="020B0503020204020204" charset="-122"/>
                <a:ea typeface="微软雅黑" panose="020B0503020204020204" charset="-122"/>
              </a:rPr>
              <a:t>和取代烯烃</a:t>
            </a:r>
          </a:p>
        </p:txBody>
      </p:sp>
      <p:sp>
        <p:nvSpPr>
          <p:cNvPr id="14339" name="内容占位符 2"/>
          <p:cNvSpPr>
            <a:spLocks noGrp="1"/>
          </p:cNvSpPr>
          <p:nvPr>
            <p:ph idx="1"/>
          </p:nvPr>
        </p:nvSpPr>
        <p:spPr>
          <a:xfrm>
            <a:off x="755576" y="1347614"/>
            <a:ext cx="8062664" cy="390060"/>
          </a:xfrm>
        </p:spPr>
        <p:txBody>
          <a:bodyPr vert="horz" wrap="square" lIns="91440" tIns="45720" rIns="91440" bIns="45720" anchor="t"/>
          <a:lstStyle/>
          <a:p>
            <a:pPr eaLnBrk="1" hangingPunct="1">
              <a:buClr>
                <a:schemeClr val="tx2"/>
              </a:buClr>
              <a:buSzPct val="75000"/>
              <a:buFont typeface="Wingdings" panose="05000000000000000000" pitchFamily="2" charset="2"/>
              <a:buChar char="u"/>
            </a:pPr>
            <a:r>
              <a:rPr lang="zh-CN" altLang="en-US" sz="2400" dirty="0">
                <a:latin typeface="微软雅黑" panose="020B0503020204020204" charset="-122"/>
                <a:ea typeface="微软雅黑" panose="020B0503020204020204" charset="-122"/>
              </a:rPr>
              <a:t>乙烯的</a:t>
            </a:r>
            <a:r>
              <a:rPr lang="en-US" altLang="zh-CN" sz="2400" dirty="0">
                <a:latin typeface="微软雅黑" panose="020B0503020204020204" charset="-122"/>
                <a:ea typeface="微软雅黑" panose="020B0503020204020204" charset="-122"/>
              </a:rPr>
              <a:t>δ</a:t>
            </a:r>
            <a:r>
              <a:rPr lang="zh-CN" altLang="en-US" sz="2400" dirty="0">
                <a:latin typeface="微软雅黑" panose="020B0503020204020204" charset="-122"/>
                <a:ea typeface="微软雅黑" panose="020B0503020204020204" charset="-122"/>
              </a:rPr>
              <a:t>为</a:t>
            </a:r>
            <a:r>
              <a:rPr lang="en-US" altLang="zh-CN" sz="2400" dirty="0">
                <a:latin typeface="微软雅黑" panose="020B0503020204020204" charset="-122"/>
                <a:ea typeface="微软雅黑" panose="020B0503020204020204" charset="-122"/>
              </a:rPr>
              <a:t>123.3</a:t>
            </a:r>
            <a:r>
              <a:rPr lang="zh-CN" altLang="en-US" sz="2400" dirty="0">
                <a:latin typeface="微软雅黑" panose="020B0503020204020204" charset="-122"/>
                <a:ea typeface="微软雅黑" panose="020B0503020204020204" charset="-122"/>
              </a:rPr>
              <a:t>，被取代烯基的</a:t>
            </a:r>
            <a:r>
              <a:rPr lang="en-US" altLang="zh-CN" sz="2400" dirty="0">
                <a:latin typeface="微软雅黑" panose="020B0503020204020204" charset="-122"/>
                <a:ea typeface="微软雅黑" panose="020B0503020204020204" charset="-122"/>
              </a:rPr>
              <a:t>δ</a:t>
            </a:r>
            <a:r>
              <a:rPr lang="zh-CN" altLang="en-US" sz="2400" dirty="0">
                <a:latin typeface="微软雅黑" panose="020B0503020204020204" charset="-122"/>
                <a:ea typeface="微软雅黑" panose="020B0503020204020204" charset="-122"/>
              </a:rPr>
              <a:t>一般</a:t>
            </a:r>
            <a:r>
              <a:rPr lang="zh-CN" altLang="en-US" sz="2400" dirty="0" smtClean="0">
                <a:latin typeface="微软雅黑" panose="020B0503020204020204" charset="-122"/>
                <a:ea typeface="微软雅黑" panose="020B0503020204020204" charset="-122"/>
              </a:rPr>
              <a:t>为</a:t>
            </a:r>
            <a:r>
              <a:rPr lang="en-US" altLang="zh-CN" sz="2400" dirty="0" smtClean="0">
                <a:latin typeface="微软雅黑" panose="020B0503020204020204" charset="-122"/>
                <a:ea typeface="微软雅黑" panose="020B0503020204020204" charset="-122"/>
              </a:rPr>
              <a:t>100-150</a:t>
            </a:r>
            <a:r>
              <a:rPr lang="zh-CN" altLang="en-US" sz="2400" dirty="0" smtClean="0">
                <a:latin typeface="微软雅黑" panose="020B0503020204020204" charset="-122"/>
                <a:ea typeface="微软雅黑" panose="020B0503020204020204" charset="-122"/>
              </a:rPr>
              <a:t>；</a:t>
            </a:r>
            <a:endParaRPr lang="en-US" altLang="zh-CN" sz="2400" dirty="0" smtClean="0">
              <a:latin typeface="微软雅黑" panose="020B0503020204020204" charset="-122"/>
              <a:ea typeface="微软雅黑" panose="020B0503020204020204" charset="-122"/>
            </a:endParaRPr>
          </a:p>
        </p:txBody>
      </p:sp>
      <p:sp>
        <p:nvSpPr>
          <p:cNvPr id="14340"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4341" name="灯片编号占位符 4"/>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11</a:t>
            </a:fld>
            <a:endParaRPr lang="en-US" altLang="zh-CN" sz="1400" dirty="0"/>
          </a:p>
        </p:txBody>
      </p:sp>
      <p:sp>
        <p:nvSpPr>
          <p:cNvPr id="2" name="矩形 1"/>
          <p:cNvSpPr/>
          <p:nvPr/>
        </p:nvSpPr>
        <p:spPr>
          <a:xfrm>
            <a:off x="755576" y="2031691"/>
            <a:ext cx="7776864" cy="904863"/>
          </a:xfrm>
          <a:prstGeom prst="rect">
            <a:avLst/>
          </a:prstGeom>
        </p:spPr>
        <p:txBody>
          <a:bodyPr wrap="square">
            <a:spAutoFit/>
          </a:bodyPr>
          <a:lstStyle/>
          <a:p>
            <a:pPr marL="342900" lvl="0" indent="-342900">
              <a:spcBef>
                <a:spcPct val="20000"/>
              </a:spcBef>
              <a:buClr>
                <a:srgbClr val="002060"/>
              </a:buClr>
              <a:buSzPct val="75000"/>
              <a:buFont typeface="Wingdings" panose="05000000000000000000" pitchFamily="2" charset="2"/>
              <a:buChar char="u"/>
            </a:pP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被取代烯烃，</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δ</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值大致有下列顺序：</a:t>
            </a:r>
            <a:endPar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marL="342900" lvl="0" indent="-342900">
              <a:spcBef>
                <a:spcPct val="20000"/>
              </a:spcBef>
            </a:pP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kern="0" dirty="0" err="1">
                <a:solidFill>
                  <a:srgbClr val="000000"/>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kern="0" baseline="-25000" dirty="0" err="1">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en-US" altLang="zh-CN" sz="2400" kern="0" baseline="-25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&gt;</a:t>
            </a:r>
            <a:r>
              <a:rPr lang="en-US" altLang="zh-CN" sz="2400" kern="0" dirty="0" err="1">
                <a:solidFill>
                  <a:srgbClr val="000000"/>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kern="0" baseline="-25000" dirty="0" err="1">
                <a:solidFill>
                  <a:srgbClr val="000000"/>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kern="0" baseline="-25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&gt;δ</a:t>
            </a:r>
            <a:r>
              <a:rPr lang="en-US" altLang="zh-CN" sz="2400" kern="0" baseline="-25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CH2</a:t>
            </a:r>
            <a:r>
              <a:rPr lang="en-US" altLang="zh-CN" sz="2400" kern="0" baseline="-250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400" kern="0" baseline="-2500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 name="矩形 2"/>
          <p:cNvSpPr/>
          <p:nvPr/>
        </p:nvSpPr>
        <p:spPr>
          <a:xfrm>
            <a:off x="747693" y="2710338"/>
            <a:ext cx="7632848" cy="1274195"/>
          </a:xfrm>
          <a:prstGeom prst="rect">
            <a:avLst/>
          </a:prstGeom>
        </p:spPr>
        <p:txBody>
          <a:bodyPr wrap="square">
            <a:spAutoFit/>
          </a:bodyPr>
          <a:lstStyle/>
          <a:p>
            <a:pPr marL="342900" lvl="0" indent="-342900">
              <a:spcBef>
                <a:spcPct val="20000"/>
              </a:spcBef>
            </a:pPr>
            <a:r>
              <a:rPr lang="zh-CN" altLang="en-US" sz="2400" kern="0" dirty="0">
                <a:solidFill>
                  <a:srgbClr val="000000"/>
                </a:solidFill>
                <a:latin typeface="微软雅黑" panose="020B0503020204020204" charset="-122"/>
                <a:ea typeface="微软雅黑" panose="020B0503020204020204" charset="-122"/>
              </a:rPr>
              <a:t> </a:t>
            </a:r>
            <a:endParaRPr lang="zh-CN" altLang="en-US" sz="2400" kern="0" dirty="0" smtClean="0">
              <a:solidFill>
                <a:srgbClr val="000000"/>
              </a:solidFill>
              <a:latin typeface="微软雅黑" panose="020B0503020204020204" charset="-122"/>
              <a:ea typeface="微软雅黑" panose="020B0503020204020204" charset="-122"/>
            </a:endParaRPr>
          </a:p>
          <a:p>
            <a:pPr marL="342900" lvl="0" indent="-342900">
              <a:spcBef>
                <a:spcPct val="20000"/>
              </a:spcBef>
              <a:buClr>
                <a:schemeClr val="tx2"/>
              </a:buClr>
              <a:buSzPct val="75000"/>
              <a:buFont typeface="Wingdings" panose="05000000000000000000" pitchFamily="2" charset="2"/>
              <a:buChar char="u"/>
            </a:pPr>
            <a:r>
              <a:rPr lang="zh-CN" altLang="en-US" sz="2400" kern="0" dirty="0" smtClean="0">
                <a:solidFill>
                  <a:srgbClr val="000000"/>
                </a:solidFill>
                <a:latin typeface="微软雅黑" panose="020B0503020204020204" charset="-122"/>
                <a:ea typeface="微软雅黑" panose="020B0503020204020204" charset="-122"/>
              </a:rPr>
              <a:t>共轭效应    形成共轭双键时</a:t>
            </a:r>
            <a:r>
              <a:rPr lang="en-US" altLang="zh-CN" sz="2400" kern="0" dirty="0" smtClean="0">
                <a:solidFill>
                  <a:srgbClr val="000000"/>
                </a:solidFill>
                <a:latin typeface="微软雅黑" panose="020B0503020204020204" charset="-122"/>
                <a:ea typeface="微软雅黑" panose="020B0503020204020204" charset="-122"/>
              </a:rPr>
              <a:t>,</a:t>
            </a:r>
            <a:r>
              <a:rPr lang="zh-CN" altLang="en-US" sz="2400" kern="0" dirty="0" smtClean="0">
                <a:solidFill>
                  <a:srgbClr val="000000"/>
                </a:solidFill>
                <a:latin typeface="微软雅黑" panose="020B0503020204020204" charset="-122"/>
                <a:ea typeface="微软雅黑" panose="020B0503020204020204" charset="-122"/>
              </a:rPr>
              <a:t>中间的碳原子因键级减小</a:t>
            </a:r>
            <a:r>
              <a:rPr lang="en-US" altLang="zh-CN" sz="2400" kern="0" dirty="0" smtClean="0">
                <a:solidFill>
                  <a:srgbClr val="000000"/>
                </a:solidFill>
                <a:latin typeface="微软雅黑" panose="020B0503020204020204" charset="-122"/>
                <a:ea typeface="微软雅黑" panose="020B0503020204020204" charset="-122"/>
              </a:rPr>
              <a:t>,</a:t>
            </a:r>
            <a:r>
              <a:rPr lang="zh-CN" altLang="en-US" sz="2400" kern="0" dirty="0" smtClean="0">
                <a:solidFill>
                  <a:srgbClr val="000000"/>
                </a:solidFill>
                <a:latin typeface="微软雅黑" panose="020B0503020204020204" charset="-122"/>
                <a:ea typeface="微软雅黑" panose="020B0503020204020204" charset="-122"/>
              </a:rPr>
              <a:t>共振移向低场</a:t>
            </a:r>
            <a:r>
              <a:rPr lang="en-US" altLang="zh-CN" sz="2400" kern="0" dirty="0" smtClean="0">
                <a:solidFill>
                  <a:srgbClr val="000000"/>
                </a:solidFill>
                <a:latin typeface="微软雅黑" panose="020B0503020204020204" charset="-122"/>
                <a:ea typeface="微软雅黑" panose="020B0503020204020204" charset="-122"/>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5363"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12</a:t>
            </a:fld>
            <a:endParaRPr lang="en-US" altLang="zh-CN" sz="1400" dirty="0"/>
          </a:p>
        </p:txBody>
      </p:sp>
      <p:sp>
        <p:nvSpPr>
          <p:cNvPr id="15364" name="Text Box 2"/>
          <p:cNvSpPr txBox="1"/>
          <p:nvPr/>
        </p:nvSpPr>
        <p:spPr>
          <a:xfrm>
            <a:off x="395536" y="498201"/>
            <a:ext cx="4191000" cy="5232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smtClean="0">
                <a:solidFill>
                  <a:srgbClr val="C00000"/>
                </a:solidFill>
                <a:latin typeface="Times New Roman" panose="02020603050405020304" pitchFamily="18" charset="0"/>
              </a:rPr>
              <a:t>4</a:t>
            </a:r>
            <a:r>
              <a:rPr lang="zh-CN" altLang="en-US" sz="2800" b="1" dirty="0" smtClean="0">
                <a:solidFill>
                  <a:srgbClr val="C00000"/>
                </a:solidFill>
                <a:latin typeface="Times New Roman" panose="02020603050405020304" pitchFamily="18" charset="0"/>
              </a:rPr>
              <a:t>）</a:t>
            </a:r>
            <a:r>
              <a:rPr lang="zh-CN" altLang="en-US" sz="2800" b="1" dirty="0" smtClean="0">
                <a:solidFill>
                  <a:srgbClr val="C00000"/>
                </a:solidFill>
                <a:latin typeface="微软雅黑" panose="020B0503020204020204" charset="-122"/>
                <a:ea typeface="微软雅黑" panose="020B0503020204020204" charset="-122"/>
              </a:rPr>
              <a:t>苯环</a:t>
            </a:r>
            <a:r>
              <a:rPr lang="zh-CN" altLang="en-US" sz="2800" b="1" dirty="0">
                <a:solidFill>
                  <a:srgbClr val="C00000"/>
                </a:solidFill>
                <a:latin typeface="微软雅黑" panose="020B0503020204020204" charset="-122"/>
                <a:ea typeface="微软雅黑" panose="020B0503020204020204" charset="-122"/>
              </a:rPr>
              <a:t>及取代苯环</a:t>
            </a:r>
          </a:p>
        </p:txBody>
      </p:sp>
      <p:sp>
        <p:nvSpPr>
          <p:cNvPr id="72707" name="Text Box 3"/>
          <p:cNvSpPr txBox="1"/>
          <p:nvPr/>
        </p:nvSpPr>
        <p:spPr>
          <a:xfrm>
            <a:off x="611188" y="1275160"/>
            <a:ext cx="8532812" cy="53553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20000"/>
              </a:lnSpc>
              <a:spcBef>
                <a:spcPct val="50000"/>
              </a:spcBef>
              <a:buClr>
                <a:schemeClr val="tx2"/>
              </a:buClr>
              <a:buSzPct val="75000"/>
              <a:buFont typeface="Wingdings" panose="05000000000000000000" pitchFamily="2" charset="2"/>
              <a:buChar char="u"/>
            </a:pPr>
            <a:r>
              <a:rPr lang="zh-CN" altLang="en-US" sz="2400" b="1" dirty="0" smtClean="0">
                <a:latin typeface="Times New Roman" panose="02020603050405020304" pitchFamily="18" charset="0"/>
                <a:ea typeface="微软雅黑" panose="020B0503020204020204" charset="-122"/>
                <a:cs typeface="Times New Roman" panose="02020603050405020304" pitchFamily="18" charset="0"/>
              </a:rPr>
              <a:t>苯：</a:t>
            </a:r>
            <a:r>
              <a:rPr lang="en-US" altLang="zh-CN" sz="2400" b="1" dirty="0" smtClean="0">
                <a:latin typeface="Times New Roman" panose="02020603050405020304" pitchFamily="18" charset="0"/>
                <a:ea typeface="微软雅黑" panose="020B050302020402020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δ </a:t>
            </a:r>
            <a:r>
              <a:rPr lang="en-US" altLang="zh-CN" sz="2400" b="1" dirty="0" smtClean="0">
                <a:latin typeface="Times New Roman" panose="02020603050405020304" pitchFamily="18" charset="0"/>
                <a:ea typeface="微软雅黑" panose="020B0503020204020204" charset="-122"/>
                <a:cs typeface="Times New Roman" panose="02020603050405020304" pitchFamily="18" charset="0"/>
              </a:rPr>
              <a:t>128.5</a:t>
            </a:r>
          </a:p>
        </p:txBody>
      </p:sp>
      <p:sp>
        <p:nvSpPr>
          <p:cNvPr id="2" name="矩形 1"/>
          <p:cNvSpPr/>
          <p:nvPr/>
        </p:nvSpPr>
        <p:spPr>
          <a:xfrm>
            <a:off x="611188" y="1923678"/>
            <a:ext cx="7489204" cy="1421928"/>
          </a:xfrm>
          <a:prstGeom prst="rect">
            <a:avLst/>
          </a:prstGeom>
        </p:spPr>
        <p:txBody>
          <a:bodyPr wrap="square">
            <a:spAutoFit/>
          </a:bodyPr>
          <a:lstStyle/>
          <a:p>
            <a:pPr lvl="0">
              <a:lnSpc>
                <a:spcPct val="120000"/>
              </a:lnSpc>
              <a:spcBef>
                <a:spcPct val="50000"/>
              </a:spcBef>
              <a:buClr>
                <a:schemeClr val="tx2"/>
              </a:buClr>
              <a:buSzPct val="75000"/>
              <a:buFont typeface="Wingdings" panose="05000000000000000000" pitchFamily="2" charset="2"/>
              <a:buChar char="u"/>
            </a:pP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对于苯环的讨论分为两个部分：</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被取代碳原子的化学位移和相对于取代基邻、间、对位碳原子的化学位移</a:t>
            </a:r>
            <a:r>
              <a:rPr lang="zh-CN" altLang="en-US" sz="24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 name="矩形 2"/>
          <p:cNvSpPr/>
          <p:nvPr/>
        </p:nvSpPr>
        <p:spPr>
          <a:xfrm>
            <a:off x="611188" y="3345606"/>
            <a:ext cx="7489204" cy="1163395"/>
          </a:xfrm>
          <a:prstGeom prst="rect">
            <a:avLst/>
          </a:prstGeom>
        </p:spPr>
        <p:txBody>
          <a:bodyPr wrap="square">
            <a:spAutoFit/>
          </a:bodyPr>
          <a:lstStyle/>
          <a:p>
            <a:pPr lvl="0">
              <a:lnSpc>
                <a:spcPct val="120000"/>
              </a:lnSpc>
              <a:spcBef>
                <a:spcPct val="50000"/>
              </a:spcBef>
              <a:buClr>
                <a:srgbClr val="002060"/>
              </a:buClr>
              <a:buSzPct val="75000"/>
              <a:buFont typeface="Wingdings" panose="05000000000000000000" pitchFamily="2" charset="2"/>
              <a:buChar char="u"/>
            </a:pPr>
            <a:r>
              <a:rPr lang="en-US" altLang="zh-CN" sz="2400" b="1"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被取代碳原子化学位移</a:t>
            </a:r>
            <a:endPar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nSpc>
                <a:spcPct val="120000"/>
              </a:lnSpc>
              <a:spcBef>
                <a:spcPct val="50000"/>
              </a:spcBef>
            </a:pP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     取代基的电负性、空间效应、重原子效应仍然适用。</a:t>
            </a:r>
            <a:endPar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Effect transition="in" filter="wipe(left)">
                                      <p:cBhvr>
                                        <p:cTn id="7" dur="500"/>
                                        <p:tgtEl>
                                          <p:spTgt spid="7270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6387"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13</a:t>
            </a:fld>
            <a:endParaRPr lang="en-US" altLang="zh-CN" sz="1400" dirty="0"/>
          </a:p>
        </p:txBody>
      </p:sp>
      <p:sp>
        <p:nvSpPr>
          <p:cNvPr id="16388" name="Text Box 3"/>
          <p:cNvSpPr txBox="1"/>
          <p:nvPr/>
        </p:nvSpPr>
        <p:spPr>
          <a:xfrm>
            <a:off x="533400" y="628651"/>
            <a:ext cx="8610600" cy="168046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lnSpc>
                <a:spcPct val="120000"/>
              </a:lnSpc>
              <a:spcBef>
                <a:spcPct val="50000"/>
              </a:spcBef>
              <a:buClr>
                <a:schemeClr val="tx2"/>
              </a:buClr>
              <a:buSzPct val="75000"/>
              <a:buFont typeface="Wingdings" panose="05000000000000000000" pitchFamily="2" charset="2"/>
              <a:buChar char="u"/>
            </a:pPr>
            <a:r>
              <a:rPr lang="zh-CN" altLang="en-US" sz="2800" b="1" dirty="0">
                <a:latin typeface="微软雅黑" panose="020B0503020204020204" pitchFamily="34" charset="-122"/>
                <a:ea typeface="微软雅黑" panose="020B0503020204020204" pitchFamily="34" charset="-122"/>
              </a:rPr>
              <a:t>相对于取代基邻、间、对位碳原子的化学位移</a:t>
            </a:r>
            <a:endParaRPr lang="en-US" altLang="zh-CN" sz="2800" b="1" dirty="0">
              <a:latin typeface="微软雅黑" panose="020B0503020204020204" pitchFamily="34" charset="-122"/>
              <a:ea typeface="微软雅黑" panose="020B0503020204020204" pitchFamily="34" charset="-122"/>
            </a:endParaRPr>
          </a:p>
          <a:p>
            <a:pPr marL="0" lvl="0" indent="0" eaLnBrk="1" hangingPunct="1">
              <a:lnSpc>
                <a:spcPct val="120000"/>
              </a:lnSpc>
              <a:spcBef>
                <a:spcPct val="50000"/>
              </a:spcBef>
              <a:buNone/>
            </a:pPr>
            <a:r>
              <a:rPr lang="zh-CN" altLang="en-US" sz="2400" dirty="0">
                <a:latin typeface="微软雅黑" panose="020B0503020204020204" charset="-122"/>
                <a:ea typeface="微软雅黑" panose="020B0503020204020204" charset="-122"/>
              </a:rPr>
              <a:t>第一类取代基包括烃基和卤素原子，对于取代基邻、间、对位碳原子的化学位移均无大的影响</a:t>
            </a:r>
            <a:r>
              <a:rPr lang="zh-CN" altLang="en-US" sz="2400" dirty="0" smtClean="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p:txBody>
      </p:sp>
      <p:sp>
        <p:nvSpPr>
          <p:cNvPr id="2" name="矩形 1"/>
          <p:cNvSpPr/>
          <p:nvPr/>
        </p:nvSpPr>
        <p:spPr>
          <a:xfrm>
            <a:off x="595173" y="2313542"/>
            <a:ext cx="8225299" cy="1421928"/>
          </a:xfrm>
          <a:prstGeom prst="rect">
            <a:avLst/>
          </a:prstGeom>
        </p:spPr>
        <p:txBody>
          <a:bodyPr wrap="square">
            <a:spAutoFit/>
          </a:bodyPr>
          <a:lstStyle/>
          <a:p>
            <a:pPr lvl="0">
              <a:lnSpc>
                <a:spcPct val="120000"/>
              </a:lnSpc>
              <a:spcBef>
                <a:spcPct val="50000"/>
              </a:spcBef>
            </a:pPr>
            <a:r>
              <a:rPr lang="zh-CN" altLang="en-US" sz="2400" dirty="0">
                <a:latin typeface="微软雅黑" panose="020B0503020204020204" charset="-122"/>
                <a:ea typeface="微软雅黑" panose="020B0503020204020204" charset="-122"/>
              </a:rPr>
              <a:t>第二类取代基是含饱和杂原子的基团，使苯环邻、间、对位碳原子的化学位移向高场移动。这样的高场位移对于邻、对位碳比较明显，尤其对于邻位碳</a:t>
            </a:r>
            <a:r>
              <a:rPr lang="zh-CN" altLang="en-US" sz="2400" dirty="0" smtClean="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p:txBody>
      </p:sp>
      <p:sp>
        <p:nvSpPr>
          <p:cNvPr id="3" name="矩形 2"/>
          <p:cNvSpPr/>
          <p:nvPr/>
        </p:nvSpPr>
        <p:spPr>
          <a:xfrm>
            <a:off x="578586" y="3853036"/>
            <a:ext cx="8457910" cy="978729"/>
          </a:xfrm>
          <a:prstGeom prst="rect">
            <a:avLst/>
          </a:prstGeom>
        </p:spPr>
        <p:txBody>
          <a:bodyPr wrap="square">
            <a:spAutoFit/>
          </a:bodyPr>
          <a:lstStyle/>
          <a:p>
            <a:pPr lvl="0">
              <a:lnSpc>
                <a:spcPct val="120000"/>
              </a:lnSpc>
              <a:spcBef>
                <a:spcPct val="50000"/>
              </a:spcBef>
            </a:pPr>
            <a:r>
              <a:rPr lang="zh-CN" altLang="en-US" sz="2400" dirty="0">
                <a:solidFill>
                  <a:prstClr val="black"/>
                </a:solidFill>
                <a:latin typeface="微软雅黑" panose="020B0503020204020204" charset="-122"/>
                <a:ea typeface="微软雅黑" panose="020B0503020204020204" charset="-122"/>
              </a:rPr>
              <a:t>第三类取代基是含不饱和杂原子的基团。仅使苯环的邻、间、对位碳原子的化学位移略往低场位移。</a:t>
            </a:r>
            <a:endParaRPr lang="en-US" altLang="zh-CN" sz="2400" dirty="0">
              <a:solidFill>
                <a:prstClr val="black"/>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8435"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14</a:t>
            </a:fld>
            <a:endParaRPr lang="en-US" altLang="zh-CN" sz="1400" dirty="0"/>
          </a:p>
        </p:txBody>
      </p:sp>
      <p:sp>
        <p:nvSpPr>
          <p:cNvPr id="18436" name="Text Box 2"/>
          <p:cNvSpPr txBox="1"/>
          <p:nvPr/>
        </p:nvSpPr>
        <p:spPr>
          <a:xfrm>
            <a:off x="1979712" y="761819"/>
            <a:ext cx="5791200" cy="5232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dirty="0">
                <a:latin typeface="微软雅黑" panose="020B0503020204020204" charset="-122"/>
                <a:ea typeface="微软雅黑" panose="020B0503020204020204" charset="-122"/>
              </a:rPr>
              <a:t>羰基碳原子的共振位置在最低场。</a:t>
            </a:r>
          </a:p>
        </p:txBody>
      </p:sp>
      <p:sp>
        <p:nvSpPr>
          <p:cNvPr id="18437" name="Text Box 3"/>
          <p:cNvSpPr txBox="1"/>
          <p:nvPr/>
        </p:nvSpPr>
        <p:spPr>
          <a:xfrm>
            <a:off x="539750" y="250032"/>
            <a:ext cx="4191000" cy="5232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smtClean="0">
                <a:solidFill>
                  <a:srgbClr val="C00000"/>
                </a:solidFill>
                <a:latin typeface="微软雅黑" panose="020B0503020204020204" charset="-122"/>
                <a:ea typeface="微软雅黑" panose="020B0503020204020204" charset="-122"/>
              </a:rPr>
              <a:t>5)</a:t>
            </a:r>
            <a:r>
              <a:rPr lang="zh-CN" altLang="en-US" sz="2800" b="1" dirty="0" smtClean="0">
                <a:solidFill>
                  <a:srgbClr val="C00000"/>
                </a:solidFill>
                <a:latin typeface="微软雅黑" panose="020B0503020204020204" charset="-122"/>
                <a:ea typeface="微软雅黑" panose="020B0503020204020204" charset="-122"/>
              </a:rPr>
              <a:t>羰基</a:t>
            </a:r>
            <a:endParaRPr lang="zh-CN" altLang="en-US" sz="2800" b="1" dirty="0">
              <a:solidFill>
                <a:srgbClr val="C00000"/>
              </a:solidFill>
              <a:latin typeface="微软雅黑" panose="020B0503020204020204" charset="-122"/>
              <a:ea typeface="微软雅黑" panose="020B0503020204020204" charset="-122"/>
            </a:endParaRPr>
          </a:p>
        </p:txBody>
      </p:sp>
      <p:sp>
        <p:nvSpPr>
          <p:cNvPr id="18438" name="Text Box 4"/>
          <p:cNvSpPr txBox="1"/>
          <p:nvPr/>
        </p:nvSpPr>
        <p:spPr>
          <a:xfrm>
            <a:off x="539751" y="1600200"/>
            <a:ext cx="41528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0070C0"/>
                </a:solidFill>
                <a:latin typeface="微软雅黑" panose="020B0503020204020204" charset="-122"/>
                <a:ea typeface="微软雅黑" panose="020B0503020204020204" charset="-122"/>
              </a:rPr>
              <a:t>原因：</a:t>
            </a:r>
            <a:r>
              <a:rPr lang="zh-CN" altLang="en-US" sz="2800" b="1" dirty="0">
                <a:solidFill>
                  <a:srgbClr val="C00000"/>
                </a:solidFill>
                <a:latin typeface="微软雅黑" panose="020B0503020204020204" charset="-122"/>
                <a:ea typeface="微软雅黑" panose="020B0503020204020204" charset="-122"/>
              </a:rPr>
              <a:t>存在如下共振</a:t>
            </a:r>
            <a:endParaRPr lang="zh-CN" altLang="en-US" sz="2800" b="1" baseline="30000" dirty="0">
              <a:solidFill>
                <a:srgbClr val="C00000"/>
              </a:solidFill>
              <a:latin typeface="微软雅黑" panose="020B0503020204020204" charset="-122"/>
              <a:ea typeface="微软雅黑" panose="020B0503020204020204" charset="-122"/>
            </a:endParaRPr>
          </a:p>
        </p:txBody>
      </p:sp>
      <p:pic>
        <p:nvPicPr>
          <p:cNvPr id="18439" name="Picture 5"/>
          <p:cNvPicPr>
            <a:picLocks noChangeAspect="1"/>
          </p:cNvPicPr>
          <p:nvPr/>
        </p:nvPicPr>
        <p:blipFill>
          <a:blip r:embed="rId3"/>
          <a:stretch>
            <a:fillRect/>
          </a:stretch>
        </p:blipFill>
        <p:spPr>
          <a:xfrm>
            <a:off x="2635250" y="2355726"/>
            <a:ext cx="3124200" cy="744141"/>
          </a:xfrm>
          <a:prstGeom prst="rect">
            <a:avLst/>
          </a:prstGeom>
          <a:solidFill>
            <a:schemeClr val="bg1"/>
          </a:solidFill>
          <a:ln w="9525">
            <a:noFill/>
          </a:ln>
        </p:spPr>
      </p:pic>
      <p:sp>
        <p:nvSpPr>
          <p:cNvPr id="18440" name="Text Box 2"/>
          <p:cNvSpPr txBox="1"/>
          <p:nvPr/>
        </p:nvSpPr>
        <p:spPr>
          <a:xfrm>
            <a:off x="653257" y="3473302"/>
            <a:ext cx="8078787" cy="83099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400" b="1" dirty="0">
                <a:latin typeface="微软雅黑" panose="020B0503020204020204" charset="-122"/>
                <a:ea typeface="微软雅黑" panose="020B0503020204020204" charset="-122"/>
              </a:rPr>
              <a:t>碳带正电荷，即缺少电子，屏蔽作用大大减弱，化学位移处于低场。</a:t>
            </a:r>
            <a:endParaRPr lang="zh-CN" altLang="en-US" sz="24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p:bldP spid="184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19459"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15</a:t>
            </a:fld>
            <a:endParaRPr lang="en-US" altLang="zh-CN" sz="1400" dirty="0"/>
          </a:p>
        </p:txBody>
      </p:sp>
      <p:sp>
        <p:nvSpPr>
          <p:cNvPr id="19460" name="Text Box 2"/>
          <p:cNvSpPr txBox="1"/>
          <p:nvPr/>
        </p:nvSpPr>
        <p:spPr>
          <a:xfrm>
            <a:off x="283011" y="-52841"/>
            <a:ext cx="7777162" cy="126188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spcBef>
                <a:spcPct val="0"/>
              </a:spcBef>
              <a:buClr>
                <a:schemeClr val="tx2"/>
              </a:buClr>
              <a:buSzPct val="75000"/>
              <a:buFont typeface="Wingdings" panose="05000000000000000000" pitchFamily="2" charset="2"/>
              <a:buChar char="u"/>
            </a:pPr>
            <a:r>
              <a:rPr lang="zh-CN" altLang="en-US" sz="2800" b="1" dirty="0" smtClean="0">
                <a:latin typeface="微软雅黑" panose="020B0503020204020204" charset="-122"/>
                <a:ea typeface="微软雅黑" panose="020B0503020204020204" charset="-122"/>
              </a:rPr>
              <a:t>杂</a:t>
            </a:r>
            <a:r>
              <a:rPr lang="zh-CN" altLang="en-US" sz="2800" b="1" dirty="0">
                <a:latin typeface="微软雅黑" panose="020B0503020204020204" charset="-122"/>
                <a:ea typeface="微软雅黑" panose="020B0503020204020204" charset="-122"/>
              </a:rPr>
              <a:t>原子的取代</a:t>
            </a:r>
            <a:endParaRPr lang="en-US" altLang="zh-CN" sz="2800" b="1" dirty="0">
              <a:latin typeface="微软雅黑" panose="020B0503020204020204" charset="-122"/>
              <a:ea typeface="微软雅黑" panose="020B0503020204020204" charset="-122"/>
            </a:endParaRPr>
          </a:p>
          <a:p>
            <a:pPr marL="0" lvl="0" indent="0" eaLnBrk="1" hangingPunct="1">
              <a:spcBef>
                <a:spcPct val="0"/>
              </a:spcBef>
              <a:buNone/>
            </a:pPr>
            <a:endParaRPr lang="en-US" altLang="zh-CN" sz="2400" dirty="0" smtClean="0">
              <a:latin typeface="微软雅黑" panose="020B0503020204020204" charset="-122"/>
              <a:ea typeface="微软雅黑" panose="020B0503020204020204" charset="-122"/>
            </a:endParaRPr>
          </a:p>
          <a:p>
            <a:pPr marL="0" lvl="0" indent="0" eaLnBrk="1" hangingPunct="1">
              <a:spcBef>
                <a:spcPct val="0"/>
              </a:spcBef>
              <a:buNone/>
            </a:pPr>
            <a:r>
              <a:rPr lang="zh-CN" altLang="en-US" sz="2400" dirty="0" smtClean="0">
                <a:latin typeface="微软雅黑" panose="020B0503020204020204" charset="-122"/>
                <a:ea typeface="微软雅黑" panose="020B0503020204020204" charset="-122"/>
              </a:rPr>
              <a:t>羰基</a:t>
            </a:r>
            <a:r>
              <a:rPr lang="zh-CN" altLang="en-US" sz="2400" dirty="0">
                <a:latin typeface="微软雅黑" panose="020B0503020204020204" charset="-122"/>
                <a:ea typeface="微软雅黑" panose="020B0503020204020204" charset="-122"/>
              </a:rPr>
              <a:t>与杂原子相连会产生比较大的高场位移</a:t>
            </a:r>
            <a:r>
              <a:rPr lang="zh-CN" altLang="en-US" sz="2400" b="1" dirty="0">
                <a:latin typeface="微软雅黑" panose="020B0503020204020204" charset="-122"/>
                <a:ea typeface="微软雅黑" panose="020B0503020204020204" charset="-122"/>
              </a:rPr>
              <a:t>。</a:t>
            </a:r>
          </a:p>
        </p:txBody>
      </p:sp>
      <p:sp>
        <p:nvSpPr>
          <p:cNvPr id="19462" name="Text Box 6"/>
          <p:cNvSpPr txBox="1"/>
          <p:nvPr/>
        </p:nvSpPr>
        <p:spPr>
          <a:xfrm>
            <a:off x="18692" y="1878130"/>
            <a:ext cx="8305800" cy="163121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lvl="0" eaLnBrk="1" hangingPunct="1">
              <a:spcBef>
                <a:spcPct val="0"/>
              </a:spcBef>
              <a:buClr>
                <a:schemeClr val="tx2"/>
              </a:buClr>
              <a:buSzPct val="75000"/>
              <a:buFont typeface="Wingdings" panose="05000000000000000000" pitchFamily="2" charset="2"/>
              <a:buChar char="u"/>
            </a:pPr>
            <a:r>
              <a:rPr lang="zh-CN" altLang="en-US" sz="2800" b="1" dirty="0" smtClean="0">
                <a:latin typeface="微软雅黑" panose="020B0503020204020204" charset="-122"/>
                <a:ea typeface="微软雅黑" panose="020B0503020204020204" charset="-122"/>
              </a:rPr>
              <a:t>共轭</a:t>
            </a:r>
            <a:r>
              <a:rPr lang="zh-CN" altLang="en-US" sz="2800" b="1" dirty="0">
                <a:latin typeface="微软雅黑" panose="020B0503020204020204" charset="-122"/>
                <a:ea typeface="微软雅黑" panose="020B0503020204020204" charset="-122"/>
              </a:rPr>
              <a:t>效应</a:t>
            </a:r>
            <a:endParaRPr lang="en-US" altLang="zh-CN" sz="2800" b="1" dirty="0">
              <a:latin typeface="微软雅黑" panose="020B0503020204020204" charset="-122"/>
              <a:ea typeface="微软雅黑" panose="020B0503020204020204" charset="-122"/>
            </a:endParaRPr>
          </a:p>
          <a:p>
            <a:pPr marL="0" lvl="0" indent="0" eaLnBrk="1" hangingPunct="1">
              <a:spcBef>
                <a:spcPct val="0"/>
              </a:spcBef>
              <a:buNone/>
            </a:pPr>
            <a:r>
              <a:rPr lang="zh-CN" altLang="en-US" sz="2400" dirty="0" smtClean="0">
                <a:latin typeface="微软雅黑" panose="020B0503020204020204" charset="-122"/>
                <a:ea typeface="微软雅黑" panose="020B0503020204020204" charset="-122"/>
              </a:rPr>
              <a:t> </a:t>
            </a:r>
            <a:endParaRPr lang="en-US" altLang="zh-CN" sz="2400" dirty="0" smtClean="0">
              <a:latin typeface="微软雅黑" panose="020B0503020204020204" charset="-122"/>
              <a:ea typeface="微软雅黑" panose="020B0503020204020204" charset="-122"/>
            </a:endParaRPr>
          </a:p>
          <a:p>
            <a:pPr marL="0" lvl="0" indent="0" eaLnBrk="1" hangingPunct="1">
              <a:spcBef>
                <a:spcPct val="0"/>
              </a:spcBef>
              <a:buNone/>
            </a:pPr>
            <a:r>
              <a:rPr lang="zh-CN" altLang="en-US" sz="2400" dirty="0" smtClean="0">
                <a:latin typeface="微软雅黑" panose="020B0503020204020204" charset="-122"/>
                <a:ea typeface="微软雅黑" panose="020B0503020204020204" charset="-122"/>
              </a:rPr>
              <a:t>羰基</a:t>
            </a:r>
            <a:r>
              <a:rPr lang="zh-CN" altLang="en-US" sz="2400" dirty="0">
                <a:latin typeface="微软雅黑" panose="020B0503020204020204" charset="-122"/>
                <a:ea typeface="微软雅黑" panose="020B0503020204020204" charset="-122"/>
              </a:rPr>
              <a:t>与不饱和基团相连，形成一个大的共轭体系，这将使羰基的</a:t>
            </a:r>
            <a:r>
              <a:rPr lang="en-US" altLang="zh-CN" sz="2400" dirty="0">
                <a:latin typeface="微软雅黑" panose="020B0503020204020204" charset="-122"/>
                <a:ea typeface="微软雅黑" panose="020B0503020204020204" charset="-122"/>
              </a:rPr>
              <a:t>δ</a:t>
            </a:r>
            <a:r>
              <a:rPr lang="zh-CN" altLang="en-US" sz="2400" dirty="0">
                <a:latin typeface="微软雅黑" panose="020B0503020204020204" charset="-122"/>
                <a:ea typeface="微软雅黑" panose="020B0503020204020204" charset="-122"/>
              </a:rPr>
              <a:t>值下降</a:t>
            </a:r>
            <a:r>
              <a:rPr lang="zh-CN" altLang="en-US" sz="2400" dirty="0" smtClean="0">
                <a:latin typeface="微软雅黑" panose="020B0503020204020204" charset="-122"/>
                <a:ea typeface="微软雅黑" panose="020B0503020204020204" charset="-122"/>
              </a:rPr>
              <a:t>。</a:t>
            </a:r>
            <a:endParaRPr lang="zh-CN" altLang="en-US" sz="2800" b="1" dirty="0">
              <a:latin typeface="Times New Roman" panose="02020603050405020304" pitchFamily="18" charset="0"/>
            </a:endParaRPr>
          </a:p>
        </p:txBody>
      </p:sp>
      <p:pic>
        <p:nvPicPr>
          <p:cNvPr id="19463" name="Picture 7"/>
          <p:cNvPicPr>
            <a:picLocks noChangeAspect="1"/>
          </p:cNvPicPr>
          <p:nvPr/>
        </p:nvPicPr>
        <p:blipFill>
          <a:blip r:embed="rId3"/>
          <a:stretch>
            <a:fillRect/>
          </a:stretch>
        </p:blipFill>
        <p:spPr>
          <a:xfrm>
            <a:off x="2483768" y="1203598"/>
            <a:ext cx="4399830" cy="1267505"/>
          </a:xfrm>
          <a:prstGeom prst="rect">
            <a:avLst/>
          </a:prstGeom>
          <a:solidFill>
            <a:schemeClr val="bg1"/>
          </a:solidFill>
          <a:ln w="9525">
            <a:noFill/>
          </a:ln>
        </p:spPr>
      </p:pic>
      <p:pic>
        <p:nvPicPr>
          <p:cNvPr id="19464" name="Picture 8"/>
          <p:cNvPicPr>
            <a:picLocks noChangeAspect="1"/>
          </p:cNvPicPr>
          <p:nvPr/>
        </p:nvPicPr>
        <p:blipFill>
          <a:blip r:embed="rId4"/>
          <a:stretch>
            <a:fillRect/>
          </a:stretch>
        </p:blipFill>
        <p:spPr>
          <a:xfrm>
            <a:off x="1987388" y="3435846"/>
            <a:ext cx="5832648" cy="1407903"/>
          </a:xfrm>
          <a:prstGeom prst="rect">
            <a:avLst/>
          </a:prstGeom>
          <a:solidFill>
            <a:schemeClr val="bg1"/>
          </a:solid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0">
              <a:rPr lang="zh-CN" altLang="en-US" sz="1400" dirty="0"/>
              <a:t>12:58</a:t>
            </a:fld>
            <a:endParaRPr lang="zh-CN" altLang="en-US" sz="1400" dirty="0"/>
          </a:p>
        </p:txBody>
      </p:sp>
      <p:sp>
        <p:nvSpPr>
          <p:cNvPr id="21507" name="灯片编号占位符 2"/>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t>16</a:t>
            </a:fld>
            <a:endParaRPr lang="en-US" altLang="zh-CN" sz="1400" dirty="0"/>
          </a:p>
        </p:txBody>
      </p:sp>
      <p:sp>
        <p:nvSpPr>
          <p:cNvPr id="21508" name="Text Box 2"/>
          <p:cNvSpPr txBox="1"/>
          <p:nvPr/>
        </p:nvSpPr>
        <p:spPr>
          <a:xfrm>
            <a:off x="694021" y="627534"/>
            <a:ext cx="8299956" cy="41857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kern="100" dirty="0" smtClean="0">
                <a:solidFill>
                  <a:srgbClr val="000000"/>
                </a:solidFill>
                <a:latin typeface="微软雅黑" panose="020B0503020204020204" charset="-122"/>
                <a:ea typeface="微软雅黑" panose="020B0503020204020204" charset="-122"/>
                <a:cs typeface="Times New Roman" panose="02020603050405020304"/>
              </a:rPr>
              <a:t>    羰基化学位移一般规律：</a:t>
            </a:r>
            <a:endParaRPr lang="en-US" altLang="zh-CN" sz="2800" b="1" kern="100" dirty="0" smtClean="0">
              <a:solidFill>
                <a:srgbClr val="000000"/>
              </a:solidFill>
              <a:latin typeface="微软雅黑" panose="020B0503020204020204" charset="-122"/>
              <a:ea typeface="微软雅黑" panose="020B0503020204020204" charset="-122"/>
              <a:cs typeface="Times New Roman" panose="02020603050405020304"/>
            </a:endParaRPr>
          </a:p>
          <a:p>
            <a:pPr marL="0" lvl="0" indent="0" eaLnBrk="1" hangingPunct="1">
              <a:spcBef>
                <a:spcPct val="0"/>
              </a:spcBef>
              <a:buNone/>
            </a:pPr>
            <a:r>
              <a:rPr lang="en-US" altLang="zh-CN" sz="2800" b="1" kern="100" dirty="0">
                <a:solidFill>
                  <a:srgbClr val="000000"/>
                </a:solidFill>
                <a:latin typeface="微软雅黑" panose="020B0503020204020204" charset="-122"/>
                <a:ea typeface="微软雅黑" panose="020B0503020204020204" charset="-122"/>
                <a:cs typeface="Times New Roman" panose="02020603050405020304"/>
              </a:rPr>
              <a:t> </a:t>
            </a:r>
            <a:endParaRPr lang="en-US" altLang="zh-CN" sz="2800" b="1" kern="100" dirty="0" smtClean="0">
              <a:solidFill>
                <a:srgbClr val="000000"/>
              </a:solidFill>
              <a:latin typeface="微软雅黑" panose="020B0503020204020204" charset="-122"/>
              <a:ea typeface="微软雅黑" panose="020B0503020204020204" charset="-122"/>
              <a:cs typeface="Times New Roman" panose="02020603050405020304"/>
            </a:endParaRPr>
          </a:p>
          <a:p>
            <a:pPr marL="0" lvl="0" indent="0" eaLnBrk="1" hangingPunct="1">
              <a:lnSpc>
                <a:spcPct val="150000"/>
              </a:lnSpc>
              <a:spcBef>
                <a:spcPct val="0"/>
              </a:spcBef>
              <a:buNone/>
            </a:pPr>
            <a:r>
              <a:rPr lang="zh-CN" altLang="en-US" sz="2800" kern="100" dirty="0" smtClean="0">
                <a:solidFill>
                  <a:srgbClr val="000000"/>
                </a:solidFill>
                <a:latin typeface="微软雅黑" panose="020B0503020204020204" charset="-122"/>
                <a:ea typeface="微软雅黑" panose="020B0503020204020204" charset="-122"/>
                <a:cs typeface="Times New Roman" panose="02020603050405020304"/>
              </a:rPr>
              <a:t>        </a:t>
            </a:r>
            <a:r>
              <a:rPr lang="zh-CN" altLang="en-US" sz="2800" kern="1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醛</a:t>
            </a:r>
            <a:r>
              <a:rPr lang="zh-CN" altLang="en-US"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酮共振位置最低场</a:t>
            </a:r>
            <a:r>
              <a:rPr lang="en-US" altLang="zh-CN"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zh-CN" altLang="en-US"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化学位移大于</a:t>
            </a:r>
            <a:r>
              <a:rPr lang="en-US" altLang="zh-CN" sz="2800" kern="1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200</a:t>
            </a:r>
            <a:r>
              <a:rPr lang="zh-CN" altLang="en-US" sz="2800" kern="1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；酰氯、酰胺、酯、酸酐</a:t>
            </a:r>
            <a:r>
              <a:rPr lang="zh-CN" altLang="en-US"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等相对醛酮共振位置明显移向高场</a:t>
            </a:r>
            <a:r>
              <a:rPr lang="en-US" altLang="zh-CN"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zh-CN" altLang="en-US"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一般在</a:t>
            </a:r>
            <a:r>
              <a:rPr lang="en-US" altLang="zh-CN"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160-180,</a:t>
            </a:r>
            <a:r>
              <a:rPr lang="zh-CN" altLang="en-US"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羰基与不饱和键形成共轭体系</a:t>
            </a:r>
            <a:r>
              <a:rPr lang="en-US" altLang="zh-CN"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zh-CN" altLang="en-US"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不饱和键的高场位移作用</a:t>
            </a:r>
            <a:r>
              <a:rPr lang="zh-CN" altLang="en-US" sz="2800" kern="1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较弱，一般在</a:t>
            </a:r>
            <a:r>
              <a:rPr lang="en-US" altLang="zh-CN" sz="2800" kern="1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190-200.</a:t>
            </a:r>
            <a:endParaRPr lang="en-US" altLang="zh-CN" sz="2800" kern="10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marL="0" lvl="0" indent="0" eaLnBrk="1" hangingPunct="1">
              <a:lnSpc>
                <a:spcPct val="150000"/>
              </a:lnSpc>
              <a:spcBef>
                <a:spcPct val="0"/>
              </a:spcBef>
              <a:buNone/>
            </a:pP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82407484-A73F-4413-A24C-E2931C384BEE}" type="datetime10">
              <a:rPr lang="zh-CN" altLang="en-US" smtClean="0">
                <a:solidFill>
                  <a:srgbClr val="000000"/>
                </a:solidFill>
              </a:rPr>
              <a:t>12:58</a:t>
            </a:fld>
            <a:endParaRPr lang="en-US" altLang="zh-CN" smtClean="0">
              <a:solidFill>
                <a:srgbClr val="000000"/>
              </a:solidFill>
            </a:endParaRPr>
          </a:p>
        </p:txBody>
      </p:sp>
      <p:sp>
        <p:nvSpPr>
          <p:cNvPr id="23555"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0BC8A4F7-8B45-47B2-A322-C360BC1B0564}" type="slidenum">
              <a:rPr lang="en-US" altLang="zh-CN" smtClean="0">
                <a:solidFill>
                  <a:srgbClr val="000000"/>
                </a:solidFill>
              </a:rPr>
              <a:t>17</a:t>
            </a:fld>
            <a:endParaRPr lang="en-US" altLang="zh-CN" smtClean="0">
              <a:solidFill>
                <a:srgbClr val="000000"/>
              </a:solidFill>
            </a:endParaRPr>
          </a:p>
        </p:txBody>
      </p:sp>
      <p:sp>
        <p:nvSpPr>
          <p:cNvPr id="23557" name="Rectangle 3"/>
          <p:cNvSpPr>
            <a:spLocks noGrp="1" noChangeArrowheads="1"/>
          </p:cNvSpPr>
          <p:nvPr>
            <p:ph type="body" idx="1"/>
          </p:nvPr>
        </p:nvSpPr>
        <p:spPr>
          <a:xfrm>
            <a:off x="468935" y="1045490"/>
            <a:ext cx="7985125" cy="755582"/>
          </a:xfrm>
        </p:spPr>
        <p:txBody>
          <a:bodyPr/>
          <a:lstStyle/>
          <a:p>
            <a:pPr algn="just" eaLnBrk="1" hangingPunct="1">
              <a:lnSpc>
                <a:spcPct val="120000"/>
              </a:lnSpc>
              <a:buClr>
                <a:srgbClr val="002060"/>
              </a:buClr>
              <a:buSzPct val="75000"/>
              <a:buFont typeface="Wingdings" panose="05000000000000000000" pitchFamily="2" charset="2"/>
              <a:buChar char="u"/>
            </a:pPr>
            <a:r>
              <a:rPr lang="zh-CN" altLang="en-US" sz="2400" dirty="0" smtClean="0">
                <a:latin typeface="Times New Roman" panose="02020603050405020304" pitchFamily="18" charset="0"/>
                <a:ea typeface="微软雅黑" panose="020B0503020204020204" charset="-122"/>
                <a:cs typeface="Times New Roman" panose="02020603050405020304" pitchFamily="18" charset="0"/>
              </a:rPr>
              <a:t>由于</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rPr>
              <a:t>C</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rPr>
              <a:t>的天然丰度仅为</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rPr>
              <a:t>1.1%</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rPr>
              <a:t>，因此</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rPr>
              <a:t>13</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rPr>
              <a:t>C-</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rPr>
              <a:t>13</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rPr>
              <a:t>C</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rPr>
              <a:t>之间的耦合可以忽略。</a:t>
            </a:r>
            <a:endParaRPr lang="en-US" altLang="zh-CN" sz="2800" b="1" dirty="0" smtClean="0">
              <a:latin typeface="Times New Roman" panose="02020603050405020304" pitchFamily="18" charset="0"/>
            </a:endParaRPr>
          </a:p>
        </p:txBody>
      </p:sp>
      <p:sp>
        <p:nvSpPr>
          <p:cNvPr id="7" name="Rectangle 2"/>
          <p:cNvSpPr>
            <a:spLocks noGrp="1"/>
          </p:cNvSpPr>
          <p:nvPr>
            <p:ph type="title"/>
          </p:nvPr>
        </p:nvSpPr>
        <p:spPr>
          <a:xfrm>
            <a:off x="755650" y="357188"/>
            <a:ext cx="6870700" cy="578644"/>
          </a:xfrm>
        </p:spPr>
        <p:txBody>
          <a:bodyPr vert="horz" wrap="square" lIns="91440" tIns="45720" rIns="91440" bIns="45720" anchor="b"/>
          <a:lstStyle/>
          <a:p>
            <a:pPr eaLnBrk="1" hangingPunct="1"/>
            <a:r>
              <a:rPr lang="zh-CN" altLang="en-US" sz="3200" b="1" dirty="0" smtClean="0">
                <a:solidFill>
                  <a:srgbClr val="0070C0"/>
                </a:solidFill>
                <a:latin typeface="微软雅黑" panose="020B0503020204020204" charset="-122"/>
                <a:ea typeface="微软雅黑" panose="020B0503020204020204" charset="-122"/>
              </a:rPr>
              <a:t>三、耦合</a:t>
            </a:r>
            <a:r>
              <a:rPr lang="zh-CN" altLang="en-US" sz="3200" b="1" dirty="0">
                <a:solidFill>
                  <a:srgbClr val="0070C0"/>
                </a:solidFill>
                <a:latin typeface="微软雅黑" panose="020B0503020204020204" charset="-122"/>
                <a:ea typeface="微软雅黑" panose="020B0503020204020204" charset="-122"/>
              </a:rPr>
              <a:t>裂分及耦合常数</a:t>
            </a:r>
          </a:p>
        </p:txBody>
      </p:sp>
      <p:sp>
        <p:nvSpPr>
          <p:cNvPr id="3" name="矩形 2"/>
          <p:cNvSpPr/>
          <p:nvPr/>
        </p:nvSpPr>
        <p:spPr>
          <a:xfrm>
            <a:off x="467544" y="1853802"/>
            <a:ext cx="7920880" cy="978729"/>
          </a:xfrm>
          <a:prstGeom prst="rect">
            <a:avLst/>
          </a:prstGeom>
        </p:spPr>
        <p:txBody>
          <a:bodyPr wrap="square">
            <a:spAutoFit/>
          </a:bodyPr>
          <a:lstStyle/>
          <a:p>
            <a:pPr marL="342900" lvl="0" indent="-342900" algn="just">
              <a:lnSpc>
                <a:spcPct val="120000"/>
              </a:lnSpc>
              <a:spcBef>
                <a:spcPct val="20000"/>
              </a:spcBef>
              <a:buClr>
                <a:srgbClr val="002060"/>
              </a:buClr>
              <a:buSzPct val="75000"/>
              <a:buFont typeface="Wingdings" panose="05000000000000000000" pitchFamily="2" charset="2"/>
              <a:buChar char="u"/>
            </a:pPr>
            <a:r>
              <a:rPr lang="en-US" altLang="zh-CN" sz="2400" kern="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有机物中最主要的元素是</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和</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H</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，而</a:t>
            </a:r>
            <a:r>
              <a:rPr lang="en-US" altLang="zh-CN" sz="2400" kern="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H</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的天然丰度为</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99.98%</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，因此，</a:t>
            </a:r>
            <a:r>
              <a:rPr lang="en-US" altLang="zh-CN" sz="2400" kern="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13</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en-US" altLang="zh-CN" sz="2400" kern="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H</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的耦合是最重要的</a:t>
            </a:r>
            <a:r>
              <a:rPr lang="zh-CN" altLang="en-US" sz="2400" kern="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a:t>
            </a:r>
            <a:endParaRPr lang="zh-CN" altLang="en-US" sz="2400" b="1"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441830" y="2858232"/>
            <a:ext cx="7776864" cy="1421928"/>
          </a:xfrm>
          <a:prstGeom prst="rect">
            <a:avLst/>
          </a:prstGeom>
        </p:spPr>
        <p:txBody>
          <a:bodyPr wrap="square">
            <a:spAutoFit/>
          </a:bodyPr>
          <a:lstStyle/>
          <a:p>
            <a:pPr marL="342900" lvl="0" indent="-342900" algn="just">
              <a:lnSpc>
                <a:spcPct val="120000"/>
              </a:lnSpc>
              <a:spcBef>
                <a:spcPct val="20000"/>
              </a:spcBef>
              <a:buClr>
                <a:srgbClr val="002060"/>
              </a:buClr>
              <a:buSzPct val="75000"/>
              <a:buFont typeface="Wingdings" panose="05000000000000000000" pitchFamily="2" charset="2"/>
              <a:buChar char="u"/>
            </a:pP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碳谱中谱线的裂分数目与氢谱一样决定于相邻耦合原子的自旋量子数</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I</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和原子数目</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n</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，可用 </a:t>
            </a:r>
            <a:r>
              <a:rPr lang="en-US" altLang="zh-CN"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2nI+1 </a:t>
            </a:r>
            <a:r>
              <a:rPr lang="zh-CN" altLang="en-US" sz="2400" kern="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规律来计算，谱线之间的裂距便是耦合常数</a:t>
            </a:r>
            <a:r>
              <a:rPr lang="en-US" altLang="zh-CN" sz="2400" b="1" kern="0" dirty="0">
                <a:solidFill>
                  <a:srgbClr val="000000"/>
                </a:solidFill>
                <a:latin typeface="Times New Roman" panose="02020603050405020304" pitchFamily="18" charset="0"/>
                <a:cs typeface="Times New Roman" panose="02020603050405020304" pitchFamily="18" charset="0"/>
              </a:rPr>
              <a:t>J</a:t>
            </a:r>
            <a:r>
              <a:rPr lang="zh-CN" altLang="en-US" sz="2400" b="1" kern="0" dirty="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build="p"/>
      <p:bldP spid="3"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8F9702F5-CC67-4A39-BEE6-8C5C0B959291}" type="datetime10">
              <a:rPr lang="zh-CN" altLang="en-US" smtClean="0">
                <a:solidFill>
                  <a:srgbClr val="000000"/>
                </a:solidFill>
              </a:rPr>
              <a:t>12:58</a:t>
            </a:fld>
            <a:endParaRPr lang="en-US" altLang="zh-CN" smtClean="0">
              <a:solidFill>
                <a:srgbClr val="000000"/>
              </a:solidFill>
            </a:endParaRPr>
          </a:p>
        </p:txBody>
      </p:sp>
      <p:sp>
        <p:nvSpPr>
          <p:cNvPr id="245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CF45644B-C676-448D-A148-793A526DE864}" type="slidenum">
              <a:rPr lang="en-US" altLang="zh-CN" smtClean="0">
                <a:solidFill>
                  <a:srgbClr val="000000"/>
                </a:solidFill>
              </a:rPr>
              <a:t>18</a:t>
            </a:fld>
            <a:endParaRPr lang="en-US" altLang="zh-CN" smtClean="0">
              <a:solidFill>
                <a:srgbClr val="000000"/>
              </a:solidFill>
            </a:endParaRPr>
          </a:p>
        </p:txBody>
      </p:sp>
      <p:graphicFrame>
        <p:nvGraphicFramePr>
          <p:cNvPr id="24580" name="Object 2"/>
          <p:cNvGraphicFramePr>
            <a:graphicFrameLocks noChangeAspect="1"/>
          </p:cNvGraphicFramePr>
          <p:nvPr/>
        </p:nvGraphicFramePr>
        <p:xfrm>
          <a:off x="971550" y="897731"/>
          <a:ext cx="7056438" cy="3305175"/>
        </p:xfrm>
        <a:graphic>
          <a:graphicData uri="http://schemas.openxmlformats.org/presentationml/2006/ole">
            <mc:AlternateContent xmlns:mc="http://schemas.openxmlformats.org/markup-compatibility/2006">
              <mc:Choice xmlns:v="urn:schemas-microsoft-com:vml" Requires="v">
                <p:oleObj spid="_x0000_s8258" name="BMP 图像" r:id="rId4" imgW="6419850" imgH="3562350" progId="Paint.Picture">
                  <p:embed/>
                </p:oleObj>
              </mc:Choice>
              <mc:Fallback>
                <p:oleObj name="BMP 图像" r:id="rId4" imgW="6419850" imgH="3562350" progId="Paint.Picture">
                  <p:embed/>
                  <p:pic>
                    <p:nvPicPr>
                      <p:cNvPr id="0" name="图片 82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897731"/>
                        <a:ext cx="7056438" cy="33051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1" name="Text Box 3"/>
          <p:cNvSpPr txBox="1">
            <a:spLocks noChangeArrowheads="1"/>
          </p:cNvSpPr>
          <p:nvPr/>
        </p:nvSpPr>
        <p:spPr bwMode="auto">
          <a:xfrm>
            <a:off x="2913063" y="1657350"/>
            <a:ext cx="203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spcBef>
                <a:spcPct val="50000"/>
              </a:spcBef>
            </a:pPr>
            <a:r>
              <a:rPr lang="en-US" altLang="zh-CN">
                <a:solidFill>
                  <a:srgbClr val="000000"/>
                </a:solidFill>
                <a:latin typeface="Futura Book" pitchFamily="34" charset="0"/>
              </a:rPr>
              <a:t>sepet, </a:t>
            </a:r>
            <a:r>
              <a:rPr lang="en-US" altLang="zh-CN" baseline="30000">
                <a:solidFill>
                  <a:srgbClr val="000000"/>
                </a:solidFill>
                <a:latin typeface="Futura Book" pitchFamily="34" charset="0"/>
              </a:rPr>
              <a:t>2</a:t>
            </a:r>
            <a:r>
              <a:rPr lang="en-US" altLang="zh-CN">
                <a:solidFill>
                  <a:srgbClr val="000000"/>
                </a:solidFill>
                <a:latin typeface="Futura Book" pitchFamily="34" charset="0"/>
              </a:rPr>
              <a:t>J = 5.7 Hz</a:t>
            </a:r>
          </a:p>
        </p:txBody>
      </p:sp>
      <p:sp>
        <p:nvSpPr>
          <p:cNvPr id="24582" name="Text Box 4"/>
          <p:cNvSpPr txBox="1">
            <a:spLocks noChangeArrowheads="1"/>
          </p:cNvSpPr>
          <p:nvPr/>
        </p:nvSpPr>
        <p:spPr bwMode="auto">
          <a:xfrm>
            <a:off x="6908801" y="1657350"/>
            <a:ext cx="1897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spcBef>
                <a:spcPct val="50000"/>
              </a:spcBef>
            </a:pPr>
            <a:r>
              <a:rPr lang="en-US" altLang="zh-CN">
                <a:solidFill>
                  <a:srgbClr val="000000"/>
                </a:solidFill>
                <a:latin typeface="Futura Book" pitchFamily="34" charset="0"/>
              </a:rPr>
              <a:t>q, </a:t>
            </a:r>
            <a:r>
              <a:rPr lang="en-US" altLang="zh-CN" baseline="30000">
                <a:solidFill>
                  <a:srgbClr val="000000"/>
                </a:solidFill>
                <a:latin typeface="Futura Book" pitchFamily="34" charset="0"/>
              </a:rPr>
              <a:t>1</a:t>
            </a:r>
            <a:r>
              <a:rPr lang="en-US" altLang="zh-CN">
                <a:solidFill>
                  <a:srgbClr val="000000"/>
                </a:solidFill>
                <a:latin typeface="Futura Book" pitchFamily="34" charset="0"/>
              </a:rPr>
              <a:t>J = 127.7 Hz</a:t>
            </a:r>
          </a:p>
        </p:txBody>
      </p:sp>
      <p:sp>
        <p:nvSpPr>
          <p:cNvPr id="24583" name="Text Box 5"/>
          <p:cNvSpPr txBox="1">
            <a:spLocks noChangeArrowheads="1"/>
          </p:cNvSpPr>
          <p:nvPr/>
        </p:nvSpPr>
        <p:spPr bwMode="auto">
          <a:xfrm>
            <a:off x="1547664" y="357504"/>
            <a:ext cx="58326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spcBef>
                <a:spcPct val="50000"/>
              </a:spcBef>
            </a:pP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丙酮的</a:t>
            </a:r>
            <a:r>
              <a:rPr lang="en-US" altLang="zh-CN" sz="2400" b="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13</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非去耦谱和</a:t>
            </a:r>
            <a:r>
              <a:rPr lang="en-US" altLang="zh-CN" sz="2400" b="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13</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质子噪声去耦谱</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FDA4E9A5-6E94-453B-911F-93AE4E8F9B45}" type="datetime10">
              <a:rPr lang="zh-CN" altLang="en-US" smtClean="0">
                <a:solidFill>
                  <a:srgbClr val="000000"/>
                </a:solidFill>
              </a:rPr>
              <a:t>12:58</a:t>
            </a:fld>
            <a:endParaRPr lang="en-US" altLang="zh-CN" dirty="0" smtClean="0">
              <a:solidFill>
                <a:srgbClr val="000000"/>
              </a:solidFill>
            </a:endParaRPr>
          </a:p>
        </p:txBody>
      </p:sp>
      <p:sp>
        <p:nvSpPr>
          <p:cNvPr id="2560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BD5487A5-4979-483E-9FAC-B6B5D3464B00}" type="slidenum">
              <a:rPr lang="en-US" altLang="zh-CN" smtClean="0">
                <a:solidFill>
                  <a:srgbClr val="000000"/>
                </a:solidFill>
              </a:rPr>
              <a:t>19</a:t>
            </a:fld>
            <a:endParaRPr lang="en-US" altLang="zh-CN" smtClean="0">
              <a:solidFill>
                <a:srgbClr val="000000"/>
              </a:solidFill>
            </a:endParaRPr>
          </a:p>
        </p:txBody>
      </p:sp>
      <p:sp>
        <p:nvSpPr>
          <p:cNvPr id="25604" name="Text Box 2"/>
          <p:cNvSpPr txBox="1">
            <a:spLocks noChangeArrowheads="1"/>
          </p:cNvSpPr>
          <p:nvPr/>
        </p:nvSpPr>
        <p:spPr bwMode="auto">
          <a:xfrm>
            <a:off x="1711" y="897564"/>
            <a:ext cx="814228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en-US" altLang="zh-CN" sz="2400" b="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13</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en-US" altLang="zh-CN" sz="2400" b="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H </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耦合常数</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13</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en-US" altLang="zh-CN" sz="240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H </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耦合是碳谱中最重要的耦合作用，而其中又以</a:t>
            </a:r>
            <a:r>
              <a:rPr lang="en-US" altLang="zh-CN" sz="240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J</a:t>
            </a:r>
            <a:r>
              <a:rPr lang="en-US" altLang="zh-CN" sz="2400" baseline="-25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CH</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最为重要。</a:t>
            </a:r>
            <a:r>
              <a:rPr lang="en-US" altLang="zh-CN" sz="2400"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J</a:t>
            </a:r>
            <a:r>
              <a:rPr lang="en-US" altLang="zh-CN" sz="2400" baseline="-25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CH</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约在 </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120-300 Hz </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范围，影响其大小的主要因素是 </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C-H </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键的</a:t>
            </a:r>
            <a:r>
              <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s </a:t>
            </a:r>
            <a:r>
              <a:rPr lang="zh-CN" altLang="en-US" sz="24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电子成分</a:t>
            </a:r>
            <a:r>
              <a:rPr lang="zh-CN" altLang="en-US" sz="2400"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endParaRPr lang="en-US" altLang="zh-CN" sz="240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5605" name="Text Box 4"/>
          <p:cNvSpPr txBox="1">
            <a:spLocks noChangeArrowheads="1"/>
          </p:cNvSpPr>
          <p:nvPr/>
        </p:nvSpPr>
        <p:spPr bwMode="auto">
          <a:xfrm>
            <a:off x="181498" y="2517744"/>
            <a:ext cx="7116051" cy="2492990"/>
          </a:xfrm>
          <a:prstGeom prst="rect">
            <a:avLst/>
          </a:prstGeom>
          <a:noFill/>
          <a:ln w="9525">
            <a:solidFill>
              <a:srgbClr val="FFCC99"/>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eaLnBrk="0" hangingPunct="0">
              <a:defRPr>
                <a:solidFill>
                  <a:schemeClr val="tx1"/>
                </a:solidFill>
                <a:latin typeface="Comic Sans MS" panose="030F0702030302020204" pitchFamily="66" charset="0"/>
                <a:ea typeface="宋体" panose="02010600030101010101" pitchFamily="2" charset="-122"/>
              </a:defRPr>
            </a:lvl3pPr>
            <a:lvl4pPr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r>
              <a:rPr lang="zh-CN" altLang="en-US" sz="2400" b="1" dirty="0">
                <a:solidFill>
                  <a:srgbClr val="00091A"/>
                </a:solidFill>
                <a:latin typeface="Times New Roman" panose="02020603050405020304" pitchFamily="18" charset="0"/>
                <a:ea typeface="微软雅黑" panose="020B0503020204020204" charset="-122"/>
                <a:cs typeface="Times New Roman" panose="02020603050405020304" pitchFamily="18" charset="0"/>
              </a:rPr>
              <a:t>例如：</a:t>
            </a:r>
            <a:r>
              <a:rPr lang="zh-CN" altLang="zh-CN" sz="2400" b="1"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4     </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sp</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3 </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杂化   </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s%=25%</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J=125Hz</a:t>
            </a:r>
          </a:p>
          <a:p>
            <a:pPr lvl="2">
              <a:lnSpc>
                <a:spcPct val="150000"/>
              </a:lnSpc>
            </a:pP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2</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2        </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(sp</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2 </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杂化    </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s%=33%</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J=157Hz</a:t>
            </a:r>
          </a:p>
          <a:p>
            <a:pPr lvl="3">
              <a:lnSpc>
                <a:spcPct val="150000"/>
              </a:lnSpc>
            </a:pP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C</a:t>
            </a:r>
            <a:r>
              <a:rPr lang="en-US" altLang="zh-CN" sz="2400" baseline="-25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6</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H</a:t>
            </a:r>
            <a:r>
              <a:rPr lang="en-US" altLang="zh-CN" sz="2400" baseline="-25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6</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sp</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2 </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杂化    </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s%=33%</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J=159Hz</a:t>
            </a:r>
          </a:p>
          <a:p>
            <a:pPr lvl="3">
              <a:lnSpc>
                <a:spcPct val="150000"/>
              </a:lnSpc>
            </a:pP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HC     CH </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err="1">
                <a:solidFill>
                  <a:srgbClr val="00091A"/>
                </a:solidFill>
                <a:latin typeface="Times New Roman" panose="02020603050405020304" pitchFamily="18" charset="0"/>
                <a:ea typeface="微软雅黑" panose="020B0503020204020204" charset="-122"/>
                <a:cs typeface="Times New Roman" panose="02020603050405020304" pitchFamily="18" charset="0"/>
              </a:rPr>
              <a:t>sp</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smtClean="0">
                <a:solidFill>
                  <a:srgbClr val="00091A"/>
                </a:solidFill>
                <a:latin typeface="Times New Roman" panose="02020603050405020304" pitchFamily="18" charset="0"/>
                <a:ea typeface="微软雅黑" panose="020B0503020204020204" charset="-122"/>
                <a:cs typeface="Times New Roman" panose="02020603050405020304" pitchFamily="18" charset="0"/>
              </a:rPr>
              <a:t>杂化 </a:t>
            </a:r>
            <a:r>
              <a:rPr lang="en-US" altLang="zh-CN" sz="2400" dirty="0" smtClean="0">
                <a:solidFill>
                  <a:srgbClr val="00091A"/>
                </a:solidFill>
                <a:latin typeface="Times New Roman" panose="02020603050405020304" pitchFamily="18" charset="0"/>
                <a:ea typeface="微软雅黑" panose="020B0503020204020204" charset="-122"/>
                <a:cs typeface="Times New Roman" panose="02020603050405020304" pitchFamily="18" charset="0"/>
              </a:rPr>
              <a:t>s</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%=50%</a:t>
            </a:r>
            <a:r>
              <a:rPr lang="zh-CN" altLang="en-US"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aseline="300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00091A"/>
                </a:solidFill>
                <a:latin typeface="Times New Roman" panose="02020603050405020304" pitchFamily="18" charset="0"/>
                <a:ea typeface="微软雅黑" panose="020B0503020204020204" charset="-122"/>
                <a:cs typeface="Times New Roman" panose="02020603050405020304" pitchFamily="18" charset="0"/>
              </a:rPr>
              <a:t>J=249Hz</a:t>
            </a:r>
          </a:p>
          <a:p>
            <a:pPr eaLnBrk="1" hangingPunct="1"/>
            <a:endParaRPr kumimoji="1" lang="en-US" altLang="zh-CN" sz="2400" dirty="0">
              <a:solidFill>
                <a:srgbClr val="00091A"/>
              </a:solidFill>
              <a:latin typeface="Times New Roman" panose="02020603050405020304" pitchFamily="18" charset="0"/>
            </a:endParaRPr>
          </a:p>
        </p:txBody>
      </p:sp>
      <p:graphicFrame>
        <p:nvGraphicFramePr>
          <p:cNvPr id="25606" name="Object 5"/>
          <p:cNvGraphicFramePr>
            <a:graphicFrameLocks noChangeAspect="1"/>
          </p:cNvGraphicFramePr>
          <p:nvPr>
            <p:extLst>
              <p:ext uri="{D42A27DB-BD31-4B8C-83A1-F6EECF244321}">
                <p14:modId xmlns:p14="http://schemas.microsoft.com/office/powerpoint/2010/main" val="3847870229"/>
              </p:ext>
            </p:extLst>
          </p:nvPr>
        </p:nvGraphicFramePr>
        <p:xfrm>
          <a:off x="2051720" y="4227934"/>
          <a:ext cx="457200" cy="298847"/>
        </p:xfrm>
        <a:graphic>
          <a:graphicData uri="http://schemas.openxmlformats.org/presentationml/2006/ole">
            <mc:AlternateContent xmlns:mc="http://schemas.openxmlformats.org/markup-compatibility/2006">
              <mc:Choice xmlns:v="urn:schemas-microsoft-com:vml" Requires="v">
                <p:oleObj spid="_x0000_s9281" name="文档" r:id="rId4" imgW="176530" imgH="152400" progId="Word.Document.8">
                  <p:embed/>
                </p:oleObj>
              </mc:Choice>
              <mc:Fallback>
                <p:oleObj name="文档" r:id="rId4" imgW="176530" imgH="152400" progId="Word.Document.8">
                  <p:embed/>
                  <p:pic>
                    <p:nvPicPr>
                      <p:cNvPr id="0" name="图片 92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4227934"/>
                        <a:ext cx="457200" cy="29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7" name="Text Box 6"/>
          <p:cNvSpPr txBox="1">
            <a:spLocks noChangeArrowheads="1"/>
          </p:cNvSpPr>
          <p:nvPr/>
        </p:nvSpPr>
        <p:spPr bwMode="auto">
          <a:xfrm>
            <a:off x="1907705" y="200026"/>
            <a:ext cx="56165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pPr>
            <a:r>
              <a:rPr lang="zh-CN" altLang="en-US" sz="3200" b="1" dirty="0">
                <a:solidFill>
                  <a:srgbClr val="C00000"/>
                </a:solidFill>
                <a:latin typeface="微软雅黑" panose="020B0503020204020204" charset="-122"/>
                <a:ea typeface="微软雅黑" panose="020B0503020204020204" charset="-122"/>
              </a:rPr>
              <a:t>耦合常数的典型值</a:t>
            </a:r>
          </a:p>
        </p:txBody>
      </p:sp>
      <p:sp>
        <p:nvSpPr>
          <p:cNvPr id="2" name="矩形 1"/>
          <p:cNvSpPr/>
          <p:nvPr/>
        </p:nvSpPr>
        <p:spPr>
          <a:xfrm>
            <a:off x="1907704" y="2016740"/>
            <a:ext cx="4474302" cy="461665"/>
          </a:xfrm>
          <a:prstGeom prst="rect">
            <a:avLst/>
          </a:prstGeom>
        </p:spPr>
        <p:txBody>
          <a:bodyPr wrap="none">
            <a:spAutoFit/>
          </a:bodyPr>
          <a:lstStyle/>
          <a:p>
            <a:pPr lvl="0"/>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近似计算式 </a:t>
            </a:r>
            <a:r>
              <a:rPr lang="en-US" altLang="zh-CN" sz="2400" b="1" baseline="3000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J=5</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(s%</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zh-CN" altLang="en-US"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sym typeface="Symbol" panose="05050102010706020507" pitchFamily="18" charset="2"/>
              </a:rPr>
              <a:t></a:t>
            </a:r>
            <a:r>
              <a:rPr lang="en-US" altLang="zh-CN" sz="2400" b="1" dirty="0">
                <a:solidFill>
                  <a:srgbClr val="000000"/>
                </a:solidFill>
                <a:latin typeface="Times New Roman" panose="02020603050405020304" pitchFamily="18" charset="0"/>
                <a:ea typeface="微软雅黑" panose="020B0503020204020204" charset="-122"/>
                <a:cs typeface="Times New Roman" panose="02020603050405020304" pitchFamily="18" charset="0"/>
              </a:rPr>
              <a:t>100 Hz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nimBg="1"/>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62A6E4DA-F5A3-46E2-8418-627BDF588426}" type="datetime10">
              <a:rPr lang="zh-CN" altLang="en-US" smtClean="0">
                <a:solidFill>
                  <a:srgbClr val="000000"/>
                </a:solidFill>
              </a:rPr>
              <a:t>12:58</a:t>
            </a:fld>
            <a:endParaRPr lang="en-US" altLang="zh-CN" smtClean="0">
              <a:solidFill>
                <a:srgbClr val="000000"/>
              </a:solidFill>
            </a:endParaRPr>
          </a:p>
        </p:txBody>
      </p:sp>
      <p:sp>
        <p:nvSpPr>
          <p:cNvPr id="2662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宋体" panose="02010600030101010101" pitchFamily="2" charset="-122"/>
              </a:defRPr>
            </a:lvl1pPr>
            <a:lvl2pPr marL="742950" indent="-285750" eaLnBrk="0" hangingPunct="0">
              <a:defRPr>
                <a:solidFill>
                  <a:schemeClr val="tx1"/>
                </a:solidFill>
                <a:latin typeface="Comic Sans MS" panose="030F0702030302020204" pitchFamily="66" charset="0"/>
                <a:ea typeface="宋体" panose="02010600030101010101" pitchFamily="2" charset="-122"/>
              </a:defRPr>
            </a:lvl2pPr>
            <a:lvl3pPr marL="1143000" indent="-228600" eaLnBrk="0" hangingPunct="0">
              <a:defRPr>
                <a:solidFill>
                  <a:schemeClr val="tx1"/>
                </a:solidFill>
                <a:latin typeface="Comic Sans MS" panose="030F0702030302020204" pitchFamily="66" charset="0"/>
                <a:ea typeface="宋体" panose="02010600030101010101" pitchFamily="2" charset="-122"/>
              </a:defRPr>
            </a:lvl3pPr>
            <a:lvl4pPr marL="1600200" indent="-228600" eaLnBrk="0" hangingPunct="0">
              <a:defRPr>
                <a:solidFill>
                  <a:schemeClr val="tx1"/>
                </a:solidFill>
                <a:latin typeface="Comic Sans MS" panose="030F0702030302020204" pitchFamily="66" charset="0"/>
                <a:ea typeface="宋体" panose="02010600030101010101" pitchFamily="2" charset="-122"/>
              </a:defRPr>
            </a:lvl4pPr>
            <a:lvl5pPr marL="2057400" indent="-228600" eaLnBrk="0" hangingPunct="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fld id="{9068632F-9D77-4B10-A471-FB757AA465BD}" type="slidenum">
              <a:rPr lang="en-US" altLang="zh-CN" smtClean="0">
                <a:solidFill>
                  <a:srgbClr val="000000"/>
                </a:solidFill>
              </a:rPr>
              <a:t>20</a:t>
            </a:fld>
            <a:endParaRPr lang="en-US" altLang="zh-CN" smtClean="0">
              <a:solidFill>
                <a:srgbClr val="000000"/>
              </a:solidFill>
            </a:endParaRPr>
          </a:p>
        </p:txBody>
      </p:sp>
      <p:sp>
        <p:nvSpPr>
          <p:cNvPr id="26629" name="Rectangle 3"/>
          <p:cNvSpPr>
            <a:spLocks noGrp="1" noChangeArrowheads="1"/>
          </p:cNvSpPr>
          <p:nvPr>
            <p:ph type="body" idx="1"/>
          </p:nvPr>
        </p:nvSpPr>
        <p:spPr>
          <a:xfrm>
            <a:off x="467545" y="951570"/>
            <a:ext cx="7993063" cy="2268457"/>
          </a:xfrm>
        </p:spPr>
        <p:txBody>
          <a:bodyPr/>
          <a:lstStyle/>
          <a:p>
            <a:pPr algn="just" eaLnBrk="1" hangingPunct="1">
              <a:lnSpc>
                <a:spcPct val="120000"/>
              </a:lnSpc>
              <a:buFontTx/>
              <a:buNone/>
            </a:pPr>
            <a:r>
              <a:rPr lang="zh-CN" altLang="en-US" sz="2800" b="1" dirty="0" smtClean="0">
                <a:solidFill>
                  <a:srgbClr val="C00000"/>
                </a:solidFill>
                <a:latin typeface="Times New Roman" panose="02020603050405020304" pitchFamily="18" charset="0"/>
              </a:rPr>
              <a:t> </a:t>
            </a:r>
            <a:r>
              <a:rPr lang="zh-CN" altLang="en-US" b="1" dirty="0" smtClean="0">
                <a:solidFill>
                  <a:srgbClr val="C00000"/>
                </a:solidFill>
                <a:latin typeface="微软雅黑" panose="020B0503020204020204" charset="-122"/>
                <a:ea typeface="微软雅黑" panose="020B0503020204020204" charset="-122"/>
              </a:rPr>
              <a:t>注意：</a:t>
            </a:r>
            <a:endParaRPr lang="en-US" altLang="zh-CN" b="1" dirty="0" smtClean="0">
              <a:solidFill>
                <a:srgbClr val="C00000"/>
              </a:solidFill>
              <a:latin typeface="微软雅黑" panose="020B0503020204020204" charset="-122"/>
              <a:ea typeface="微软雅黑" panose="020B0503020204020204" charset="-122"/>
            </a:endParaRPr>
          </a:p>
          <a:p>
            <a:pPr algn="just" eaLnBrk="1" hangingPunct="1">
              <a:lnSpc>
                <a:spcPct val="120000"/>
              </a:lnSpc>
              <a:buFontTx/>
              <a:buNone/>
            </a:pPr>
            <a:r>
              <a:rPr lang="zh-CN" altLang="en-US" sz="2800" dirty="0" smtClean="0">
                <a:solidFill>
                  <a:srgbClr val="00091A"/>
                </a:solidFill>
                <a:latin typeface="微软雅黑" panose="020B0503020204020204" charset="-122"/>
                <a:ea typeface="微软雅黑" panose="020B0503020204020204" charset="-122"/>
              </a:rPr>
              <a:t>       常见的</a:t>
            </a:r>
            <a:r>
              <a:rPr lang="en-US" altLang="zh-CN" sz="2800" baseline="30000" dirty="0" smtClean="0">
                <a:solidFill>
                  <a:srgbClr val="00091A"/>
                </a:solidFill>
                <a:latin typeface="微软雅黑" panose="020B0503020204020204" charset="-122"/>
                <a:ea typeface="微软雅黑" panose="020B0503020204020204" charset="-122"/>
              </a:rPr>
              <a:t>13</a:t>
            </a:r>
            <a:r>
              <a:rPr lang="en-US" altLang="zh-CN" sz="2800" dirty="0" smtClean="0">
                <a:solidFill>
                  <a:srgbClr val="00091A"/>
                </a:solidFill>
                <a:latin typeface="微软雅黑" panose="020B0503020204020204" charset="-122"/>
                <a:ea typeface="微软雅黑" panose="020B0503020204020204" charset="-122"/>
              </a:rPr>
              <a:t>C</a:t>
            </a:r>
            <a:r>
              <a:rPr lang="zh-CN" altLang="en-US" sz="2800" dirty="0" smtClean="0">
                <a:solidFill>
                  <a:srgbClr val="00091A"/>
                </a:solidFill>
                <a:latin typeface="微软雅黑" panose="020B0503020204020204" charset="-122"/>
                <a:ea typeface="微软雅黑" panose="020B0503020204020204" charset="-122"/>
              </a:rPr>
              <a:t>谱为质子噪声去耦谱，但是只是去除了</a:t>
            </a:r>
            <a:r>
              <a:rPr lang="en-US" altLang="zh-CN" sz="2800" baseline="30000" dirty="0" smtClean="0">
                <a:solidFill>
                  <a:srgbClr val="00091A"/>
                </a:solidFill>
                <a:latin typeface="微软雅黑" panose="020B0503020204020204" charset="-122"/>
                <a:ea typeface="微软雅黑" panose="020B0503020204020204" charset="-122"/>
              </a:rPr>
              <a:t>13</a:t>
            </a:r>
            <a:r>
              <a:rPr lang="en-US" altLang="zh-CN" sz="2800" dirty="0" smtClean="0">
                <a:solidFill>
                  <a:srgbClr val="00091A"/>
                </a:solidFill>
                <a:latin typeface="微软雅黑" panose="020B0503020204020204" charset="-122"/>
                <a:ea typeface="微软雅黑" panose="020B0503020204020204" charset="-122"/>
              </a:rPr>
              <a:t>C</a:t>
            </a:r>
            <a:r>
              <a:rPr lang="zh-CN" altLang="en-US" sz="2800" dirty="0" smtClean="0">
                <a:solidFill>
                  <a:srgbClr val="00091A"/>
                </a:solidFill>
                <a:latin typeface="微软雅黑" panose="020B0503020204020204" charset="-122"/>
                <a:ea typeface="微软雅黑" panose="020B0503020204020204" charset="-122"/>
              </a:rPr>
              <a:t>与</a:t>
            </a:r>
            <a:r>
              <a:rPr lang="en-US" altLang="zh-CN" sz="2800" dirty="0" smtClean="0">
                <a:solidFill>
                  <a:srgbClr val="00091A"/>
                </a:solidFill>
                <a:latin typeface="微软雅黑" panose="020B0503020204020204" charset="-122"/>
                <a:ea typeface="微软雅黑" panose="020B0503020204020204" charset="-122"/>
              </a:rPr>
              <a:t>H</a:t>
            </a:r>
            <a:r>
              <a:rPr lang="zh-CN" altLang="en-US" sz="2800" dirty="0" smtClean="0">
                <a:solidFill>
                  <a:srgbClr val="00091A"/>
                </a:solidFill>
                <a:latin typeface="微软雅黑" panose="020B0503020204020204" charset="-122"/>
                <a:ea typeface="微软雅黑" panose="020B0503020204020204" charset="-122"/>
              </a:rPr>
              <a:t>之间的耦合，当化合物含有其他丰核如氟、磷或使用氘代试剂时，应还包含碳与这些核之间的耦合信息。</a:t>
            </a:r>
            <a:endParaRPr lang="en-US" altLang="zh-CN" sz="2800" dirty="0" smtClean="0">
              <a:solidFill>
                <a:srgbClr val="00091A"/>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主题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735</TotalTime>
  <Words>1522</Words>
  <Application>Microsoft Office PowerPoint</Application>
  <PresentationFormat>全屏显示(16:9)</PresentationFormat>
  <Paragraphs>162</Paragraphs>
  <Slides>20</Slides>
  <Notes>20</Notes>
  <HiddenSlides>0</HiddenSlides>
  <MMClips>0</MMClips>
  <ScaleCrop>false</ScaleCrop>
  <HeadingPairs>
    <vt:vector size="8" baseType="variant">
      <vt:variant>
        <vt:lpstr>已用的字体</vt:lpstr>
      </vt:variant>
      <vt:variant>
        <vt:i4>10</vt:i4>
      </vt:variant>
      <vt:variant>
        <vt:lpstr>主题</vt:lpstr>
      </vt:variant>
      <vt:variant>
        <vt:i4>7</vt:i4>
      </vt:variant>
      <vt:variant>
        <vt:lpstr>嵌入 OLE 服务器</vt:lpstr>
      </vt:variant>
      <vt:variant>
        <vt:i4>3</vt:i4>
      </vt:variant>
      <vt:variant>
        <vt:lpstr>幻灯片标题</vt:lpstr>
      </vt:variant>
      <vt:variant>
        <vt:i4>20</vt:i4>
      </vt:variant>
    </vt:vector>
  </HeadingPairs>
  <TitlesOfParts>
    <vt:vector size="40" baseType="lpstr">
      <vt:lpstr>Futura Book</vt:lpstr>
      <vt:lpstr>楷体_GB2312</vt:lpstr>
      <vt:lpstr>宋体</vt:lpstr>
      <vt:lpstr>微软雅黑</vt:lpstr>
      <vt:lpstr>Arial</vt:lpstr>
      <vt:lpstr>Calibri</vt:lpstr>
      <vt:lpstr>Comic Sans MS</vt:lpstr>
      <vt:lpstr>Symbol</vt:lpstr>
      <vt:lpstr>Times New Roman</vt:lpstr>
      <vt:lpstr>Wingdings</vt:lpstr>
      <vt:lpstr>2_Crayons</vt:lpstr>
      <vt:lpstr>主题2</vt:lpstr>
      <vt:lpstr>1_Network</vt:lpstr>
      <vt:lpstr>1_主题2</vt:lpstr>
      <vt:lpstr>Network</vt:lpstr>
      <vt:lpstr>2_主题2</vt:lpstr>
      <vt:lpstr>2_Network</vt:lpstr>
      <vt:lpstr>ChemWindow.Document</vt:lpstr>
      <vt:lpstr>BMP 图像</vt:lpstr>
      <vt:lpstr>文档</vt:lpstr>
      <vt:lpstr>        第三节  核磁共振碳谱</vt:lpstr>
      <vt:lpstr>        第二节 核磁共振碳谱</vt:lpstr>
      <vt:lpstr>一、核磁共振碳谱特点</vt:lpstr>
      <vt:lpstr>PowerPoint 演示文稿</vt:lpstr>
      <vt:lpstr>二、13C NMR的主要参数-化学位移</vt:lpstr>
      <vt:lpstr>PowerPoint 演示文稿</vt:lpstr>
      <vt:lpstr>2.  常见官能团13C NMR化学位移及其主要影响参数</vt:lpstr>
      <vt:lpstr>PowerPoint 演示文稿</vt:lpstr>
      <vt:lpstr>PowerPoint 演示文稿</vt:lpstr>
      <vt:lpstr>2）环烷烃及其衍生物</vt:lpstr>
      <vt:lpstr>3）烯烃和取代烯烃</vt:lpstr>
      <vt:lpstr>PowerPoint 演示文稿</vt:lpstr>
      <vt:lpstr>PowerPoint 演示文稿</vt:lpstr>
      <vt:lpstr>PowerPoint 演示文稿</vt:lpstr>
      <vt:lpstr>PowerPoint 演示文稿</vt:lpstr>
      <vt:lpstr>PowerPoint 演示文稿</vt:lpstr>
      <vt:lpstr>三、耦合裂分及耦合常数</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xw</cp:lastModifiedBy>
  <cp:revision>229</cp:revision>
  <dcterms:created xsi:type="dcterms:W3CDTF">2008-04-26T02:51:00Z</dcterms:created>
  <dcterms:modified xsi:type="dcterms:W3CDTF">2020-12-11T05:00:22Z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