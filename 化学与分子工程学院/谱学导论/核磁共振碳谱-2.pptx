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5.xml" ContentType="application/vnd.openxmlformats-officedocument.theme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6.xml" ContentType="application/vnd.openxmlformats-officedocument.theme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theme/theme7.xml" ContentType="application/vnd.openxmlformats-officedocument.theme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36" r:id="rId1"/>
    <p:sldMasterId id="2147483749" r:id="rId2"/>
    <p:sldMasterId id="2147483763" r:id="rId3"/>
    <p:sldMasterId id="2147483776" r:id="rId4"/>
    <p:sldMasterId id="2147483789" r:id="rId5"/>
    <p:sldMasterId id="2147483802" r:id="rId6"/>
    <p:sldMasterId id="2147483816" r:id="rId7"/>
    <p:sldMasterId id="2147483829" r:id="rId8"/>
  </p:sldMasterIdLst>
  <p:notesMasterIdLst>
    <p:notesMasterId r:id="rId29"/>
  </p:notesMasterIdLst>
  <p:sldIdLst>
    <p:sldId id="517" r:id="rId9"/>
    <p:sldId id="518" r:id="rId10"/>
    <p:sldId id="465" r:id="rId11"/>
    <p:sldId id="466" r:id="rId12"/>
    <p:sldId id="467" r:id="rId13"/>
    <p:sldId id="519" r:id="rId14"/>
    <p:sldId id="468" r:id="rId15"/>
    <p:sldId id="469" r:id="rId16"/>
    <p:sldId id="470" r:id="rId17"/>
    <p:sldId id="471" r:id="rId18"/>
    <p:sldId id="472" r:id="rId19"/>
    <p:sldId id="473" r:id="rId20"/>
    <p:sldId id="510" r:id="rId21"/>
    <p:sldId id="511" r:id="rId22"/>
    <p:sldId id="474" r:id="rId23"/>
    <p:sldId id="515" r:id="rId24"/>
    <p:sldId id="516" r:id="rId25"/>
    <p:sldId id="520" r:id="rId26"/>
    <p:sldId id="522" r:id="rId27"/>
    <p:sldId id="521" r:id="rId28"/>
  </p:sldIdLst>
  <p:sldSz cx="9144000" cy="5143500" type="screen16x9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9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91A"/>
    <a:srgbClr val="002060"/>
    <a:srgbClr val="4739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485"/>
    <p:restoredTop sz="94301" autoAdjust="0"/>
  </p:normalViewPr>
  <p:slideViewPr>
    <p:cSldViewPr showGuides="1">
      <p:cViewPr varScale="1">
        <p:scale>
          <a:sx n="96" d="100"/>
          <a:sy n="96" d="100"/>
        </p:scale>
        <p:origin x="1032" y="84"/>
      </p:cViewPr>
      <p:guideLst>
        <p:guide orient="horz" pos="1620"/>
        <p:guide pos="2895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300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12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512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  <a:t>‹#›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4658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59395" name="文本占位符 2"/>
          <p:cNvSpPr>
            <a:spLocks noGrp="1"/>
          </p:cNvSpPr>
          <p:nvPr>
            <p:ph type="body"/>
          </p:nvPr>
        </p:nvSpPr>
        <p:spPr/>
        <p:txBody>
          <a:bodyPr wrap="square" lIns="94348" tIns="47174" rIns="94348" bIns="47174" anchor="t"/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Arial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6656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b="0" dirty="0" smtClean="0"/>
          </a:p>
        </p:txBody>
      </p:sp>
      <p:sp>
        <p:nvSpPr>
          <p:cNvPr id="665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EB084D0-A0A9-423E-9EFE-8265343FF222}" type="slidenum">
              <a:rPr lang="en-US" altLang="zh-CN">
                <a:solidFill>
                  <a:prstClr val="black"/>
                </a:solidFill>
                <a:latin typeface="Arial" panose="020B0604020202020204" pitchFamily="34" charset="0"/>
              </a:rPr>
              <a:pPr eaLnBrk="1" hangingPunct="1"/>
              <a:t>2</a:t>
            </a:fld>
            <a:endParaRPr lang="en-US" altLang="zh-CN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828F8FC-8043-4085-96F1-330A9F450F6F}" type="slidenum">
              <a:rPr lang="en-US" altLang="zh-CN">
                <a:solidFill>
                  <a:prstClr val="black"/>
                </a:solidFill>
                <a:latin typeface="Arial" panose="020B0604020202020204" pitchFamily="34" charset="0"/>
              </a:rPr>
              <a:t>3</a:t>
            </a:fld>
            <a:endParaRPr lang="en-US" altLang="zh-CN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endParaRPr lang="en-US" altLang="zh-CN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zh-CN" altLang="en-US" b="0" dirty="0"/>
          </a:p>
        </p:txBody>
      </p:sp>
      <p:sp>
        <p:nvSpPr>
          <p:cNvPr id="6861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302F14B-F18B-42A6-8F8A-E14B86FA84A8}" type="slidenum">
              <a:rPr lang="en-US" altLang="zh-CN">
                <a:solidFill>
                  <a:prstClr val="black"/>
                </a:solidFill>
                <a:latin typeface="Arial" panose="020B0604020202020204" pitchFamily="34" charset="0"/>
              </a:rPr>
              <a:t>4</a:t>
            </a:fld>
            <a:endParaRPr lang="en-US" altLang="zh-CN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6963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 smtClean="0"/>
          </a:p>
        </p:txBody>
      </p:sp>
      <p:sp>
        <p:nvSpPr>
          <p:cNvPr id="6963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E286246-01D0-4756-A971-110215E653AA}" type="slidenum">
              <a:rPr lang="en-US" altLang="zh-CN">
                <a:solidFill>
                  <a:prstClr val="black"/>
                </a:solidFill>
                <a:latin typeface="Arial" panose="020B0604020202020204" pitchFamily="34" charset="0"/>
              </a:rPr>
              <a:t>5</a:t>
            </a:fld>
            <a:endParaRPr lang="en-US" altLang="zh-CN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47107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lang="en-US" altLang="zh-CN" dirty="0" smtClean="0"/>
          </a:p>
        </p:txBody>
      </p:sp>
      <p:sp>
        <p:nvSpPr>
          <p:cNvPr id="47108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itchFamily="66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itchFamily="66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itchFamily="66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itchFamily="66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itchFamily="66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  <a:ea typeface="宋体" pitchFamily="2" charset="-122"/>
              </a:defRPr>
            </a:lvl9pPr>
          </a:lstStyle>
          <a:p>
            <a:pPr eaLnBrk="1" hangingPunct="1"/>
            <a:fld id="{E52CE36F-807D-4720-B093-88173531F2DC}" type="slidenum">
              <a:rPr lang="en-US" altLang="zh-CN">
                <a:solidFill>
                  <a:srgbClr val="000000"/>
                </a:solidFill>
                <a:latin typeface="Arial" pitchFamily="34" charset="0"/>
              </a:rPr>
              <a:pPr eaLnBrk="1" hangingPunct="1"/>
              <a:t>6</a:t>
            </a:fld>
            <a:endParaRPr lang="en-US" altLang="zh-CN">
              <a:solidFill>
                <a:srgbClr val="000000"/>
              </a:solidFill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spcAft>
                <a:spcPts val="0"/>
              </a:spcAft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/>
              <a:ea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395027-1D6A-41FC-9170-B73183ECB71C}" type="slidenum">
              <a:rPr lang="zh-CN" altLang="en-US" smtClean="0">
                <a:solidFill>
                  <a:prstClr val="black"/>
                </a:solidFill>
              </a:rPr>
              <a:t>7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395027-1D6A-41FC-9170-B73183ECB71C}" type="slidenum">
              <a:rPr lang="zh-CN" altLang="en-US" smtClean="0">
                <a:solidFill>
                  <a:prstClr val="black"/>
                </a:solidFill>
              </a:rPr>
              <a:t>8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395027-1D6A-41FC-9170-B73183ECB71C}" type="slidenum">
              <a:rPr lang="zh-CN" altLang="en-US" smtClean="0">
                <a:solidFill>
                  <a:prstClr val="black"/>
                </a:solidFill>
              </a:rPr>
              <a:t>9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66529AF-DEC1-4F63-AF95-F84983B4C9B8}" type="slidenum">
              <a:rPr lang="en-US" altLang="zh-CN">
                <a:solidFill>
                  <a:prstClr val="black"/>
                </a:solidFill>
                <a:latin typeface="Arial" panose="020B0604020202020204" pitchFamily="34" charset="0"/>
              </a:rPr>
              <a:t>10</a:t>
            </a:fld>
            <a:endParaRPr lang="en-US" altLang="zh-CN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ü"/>
            </a:pPr>
            <a:endParaRPr lang="en-US" altLang="zh-CN" b="1" dirty="0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395027-1D6A-41FC-9170-B73183ECB71C}" type="slidenum">
              <a:rPr lang="zh-CN" altLang="en-US" smtClean="0">
                <a:solidFill>
                  <a:prstClr val="black"/>
                </a:solidFill>
              </a:rPr>
              <a:t>11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395027-1D6A-41FC-9170-B73183ECB71C}" type="slidenum">
              <a:rPr lang="zh-CN" altLang="en-US" smtClean="0">
                <a:solidFill>
                  <a:prstClr val="black"/>
                </a:solidFill>
              </a:rPr>
              <a:t>12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395027-1D6A-41FC-9170-B73183ECB71C}" type="slidenum">
              <a:rPr lang="zh-CN" altLang="en-US" smtClean="0">
                <a:solidFill>
                  <a:prstClr val="black"/>
                </a:solidFill>
              </a:rPr>
              <a:t>15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algn="l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481912-DC2F-4AD2-90AE-6D3C4E8E9772}" type="datetime10">
              <a:rPr lang="zh-CN" altLang="en-US" smtClean="0">
                <a:solidFill>
                  <a:srgbClr val="000000"/>
                </a:solidFill>
              </a:rPr>
              <a:t>11:36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FD546A-0929-4E7E-8B3D-7EFDD4DE2F0C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9718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35B8CA-1F22-4435-A5D3-28286EF487A3}" type="datetime10">
              <a:rPr lang="zh-CN" altLang="en-US" smtClean="0">
                <a:solidFill>
                  <a:srgbClr val="000000"/>
                </a:solidFill>
              </a:rPr>
              <a:t>11:36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61CDDE-619A-4197-AF8E-2A4A38504A2E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630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479FF4-5659-4594-AF1E-6BA2593A43C6}" type="datetime10">
              <a:rPr lang="zh-CN" altLang="en-US" smtClean="0">
                <a:solidFill>
                  <a:srgbClr val="000000"/>
                </a:solidFill>
              </a:rPr>
              <a:t>11:36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6832C6-7097-4C0A-AE02-E8ED6C4FE30F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3325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3D2F29-96BA-408E-8A0A-2F5D31D9D2F5}" type="datetime10">
              <a:rPr lang="zh-CN" altLang="en-US" smtClean="0">
                <a:solidFill>
                  <a:srgbClr val="000000"/>
                </a:solidFill>
              </a:rPr>
              <a:t>11:36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7FEEB1-CD75-4A59-BA17-C1FD9B3DFDA2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7106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8CA6C-4C2E-4086-B9C4-BD42C0AA4829}" type="datetime10">
              <a:rPr lang="zh-CN" altLang="en-US" smtClean="0">
                <a:solidFill>
                  <a:srgbClr val="000000"/>
                </a:solidFill>
              </a:rPr>
              <a:t>11:36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760350-21DC-4B39-815D-B4B97B4CA865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781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D7E795-B7C4-472F-A3FF-885D375C8AC3}" type="datetime10">
              <a:rPr lang="zh-CN" altLang="en-US" smtClean="0">
                <a:solidFill>
                  <a:srgbClr val="000000"/>
                </a:solidFill>
              </a:rPr>
              <a:t>11:36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305451-B55C-4980-A542-B180880A40A2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981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A5DDF9-1C30-4FB5-B907-54406C6BFEFA}" type="datetime10">
              <a:rPr lang="zh-CN" altLang="en-US" smtClean="0">
                <a:solidFill>
                  <a:srgbClr val="000000"/>
                </a:solidFill>
              </a:rPr>
              <a:t>11:36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CAE06F-9411-4E11-B14D-28024352F36A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9751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C0EE5B-95B2-4374-B0B3-6DA485AC6EC5}" type="datetime10">
              <a:rPr lang="zh-CN" altLang="en-US" smtClean="0">
                <a:solidFill>
                  <a:srgbClr val="000000"/>
                </a:solidFill>
              </a:rPr>
              <a:t>11:36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C2E051-CBDF-404C-A708-BD955E264B00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586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18A07-95B3-43E2-976D-2A2C99176A28}" type="datetime10">
              <a:rPr lang="zh-CN" altLang="en-US" smtClean="0">
                <a:solidFill>
                  <a:srgbClr val="000000"/>
                </a:solidFill>
              </a:rPr>
              <a:t>11:36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752FE6-656A-4DD6-AB37-64D09EF542DF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6595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50C719-2B21-4A53-8158-1AB24E25983E}" type="datetime10">
              <a:rPr lang="zh-CN" altLang="en-US" smtClean="0">
                <a:solidFill>
                  <a:srgbClr val="000000"/>
                </a:solidFill>
              </a:rPr>
              <a:t>11:36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6CA1A1-0FD4-4883-99E7-4D5660858930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1765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7D3B83-0AE7-407E-88C3-83CC528FEE90}" type="datetime10">
              <a:rPr lang="zh-CN" altLang="en-US" smtClean="0">
                <a:solidFill>
                  <a:srgbClr val="000000"/>
                </a:solidFill>
              </a:rPr>
              <a:t>11:36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55A8C2-C0AC-4C30-A746-B20E99B03A17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78201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485900"/>
            <a:ext cx="3810000" cy="14859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086100"/>
            <a:ext cx="3810000" cy="14859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685800" y="4686300"/>
            <a:ext cx="1905000" cy="3429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D4E55C-19D1-42FB-BD6D-6EB8D36CD872}" type="datetime10">
              <a:rPr lang="zh-CN" altLang="en-US" smtClean="0">
                <a:solidFill>
                  <a:srgbClr val="000000"/>
                </a:solidFill>
                <a:latin typeface="Comic Sans MS" panose="030F0702030302020204"/>
              </a:rPr>
              <a:t>11:36</a:t>
            </a:fld>
            <a:endParaRPr lang="en-US" altLang="zh-CN">
              <a:solidFill>
                <a:srgbClr val="000000"/>
              </a:solidFill>
              <a:latin typeface="Comic Sans MS" panose="030F0702030302020204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  <a:latin typeface="Comic Sans MS" panose="030F0702030302020204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10B21A7-4BE2-4CF0-B11D-4036BE6B9099}" type="slidenum">
              <a:rPr lang="en-US" altLang="zh-CN" smtClean="0">
                <a:solidFill>
                  <a:srgbClr val="000000"/>
                </a:solidFill>
                <a:latin typeface="Comic Sans MS" panose="030F0702030302020204"/>
              </a:rPr>
              <a:t>‹#›</a:t>
            </a:fld>
            <a:endParaRPr lang="en-US" altLang="zh-CN">
              <a:solidFill>
                <a:srgbClr val="000000"/>
              </a:solidFill>
              <a:latin typeface="Comic Sans MS" panose="030F07020303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969936904"/>
      </p:ext>
    </p:extLst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800100"/>
            <a:ext cx="0" cy="3371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244725"/>
            <a:ext cx="1338263" cy="1641475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2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2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2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2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2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9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9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9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9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11455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4643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350044"/>
            <a:ext cx="6781800" cy="1600200"/>
          </a:xfrm>
        </p:spPr>
        <p:txBody>
          <a:bodyPr/>
          <a:lstStyle>
            <a:lvl1pPr algn="r">
              <a:defRPr sz="48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14643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2287191"/>
            <a:ext cx="6248400" cy="177165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3200"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9D764619-9B74-4204-9D8E-B0918C5B285B}" type="datetime10">
              <a:rPr lang="zh-CN" altLang="en-US"/>
              <a:pPr>
                <a:defRPr/>
              </a:pPr>
              <a:t>11:36</a:t>
            </a:fld>
            <a:endParaRPr lang="en-US" altLang="zh-CN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934FACB4-7D29-4E20-A509-EF2E12682EB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7874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9FBF7C75-5814-44CF-A5B0-74627A8821D6}" type="datetime10">
              <a:rPr lang="zh-CN" altLang="en-US"/>
              <a:pPr>
                <a:defRPr/>
              </a:pPr>
              <a:t>11:36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8FA30292-5E48-4D71-BD17-E39EFCA1F26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900659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4074FB05-5F83-424A-9657-92F76BD63B7C}" type="datetime10">
              <a:rPr lang="zh-CN" altLang="en-US"/>
              <a:pPr>
                <a:defRPr/>
              </a:pPr>
              <a:t>11:36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879573FC-FB65-4B41-9E84-755F828744C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91024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89447"/>
            <a:ext cx="4038600" cy="33087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89447"/>
            <a:ext cx="4038600" cy="33087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54286B9F-7E17-4591-A1A4-F477729ACDDC}" type="datetime10">
              <a:rPr lang="zh-CN" altLang="en-US"/>
              <a:pPr>
                <a:defRPr/>
              </a:pPr>
              <a:t>11:36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15831276-3ACF-4400-9E62-BBD7CEC4A3B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13625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3A25672D-2126-4BC3-B920-8B60D9A8CF23}" type="datetime10">
              <a:rPr lang="zh-CN" altLang="en-US"/>
              <a:pPr>
                <a:defRPr/>
              </a:pPr>
              <a:t>11:36</a:t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69F9C92D-C4B4-456E-BF30-A40C58B073D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77467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07D0C78B-EB9E-4D6D-A7E7-02E70B559546}" type="datetime10">
              <a:rPr lang="zh-CN" altLang="en-US"/>
              <a:pPr>
                <a:defRPr/>
              </a:pPr>
              <a:t>11:36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3906328F-8EE4-4712-97A3-3DD1F6228B6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92072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E8757BFF-4CFE-4F9C-A87F-C56C1A17EB7F}" type="datetime10">
              <a:rPr lang="zh-CN" altLang="en-US"/>
              <a:pPr>
                <a:defRPr/>
              </a:pPr>
              <a:t>11:36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058AE0E2-F8B5-4301-A585-6D794982FD4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09136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620295B5-E67F-4EDC-96A0-838A9AD0EF0B}" type="datetime10">
              <a:rPr lang="zh-CN" altLang="en-US"/>
              <a:pPr>
                <a:defRPr/>
              </a:pPr>
              <a:t>11:36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0536DEB3-AFCE-40DF-B2F0-2881FD80C4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465011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66187018-22C1-41B1-A752-2592CEB370A4}" type="datetime10">
              <a:rPr lang="zh-CN" altLang="en-US"/>
              <a:pPr>
                <a:defRPr/>
              </a:pPr>
              <a:t>11:36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14F393F4-7131-40D7-B500-98B86683981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4166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F88FD0AF-AD7E-493F-9176-41ACC967C410}" type="datetime10">
              <a:rPr lang="zh-CN" altLang="en-US"/>
              <a:pPr>
                <a:defRPr/>
              </a:pPr>
              <a:t>11:36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E2E36391-49C0-4ACF-904E-08C364741D5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33689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91679"/>
            <a:ext cx="2057400" cy="4506515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91679"/>
            <a:ext cx="6019800" cy="4506515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A3A8984B-AF77-4C33-80D1-1AB719DBB62C}" type="datetime10">
              <a:rPr lang="zh-CN" altLang="en-US"/>
              <a:pPr>
                <a:defRPr/>
              </a:pPr>
              <a:t>11:36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C353CDB9-4169-4CF9-95FC-50D2B16ACBC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04153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91679"/>
            <a:ext cx="7543800" cy="97155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89447"/>
            <a:ext cx="4038600" cy="3308747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89447"/>
            <a:ext cx="4038600" cy="3308747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4F6DB2C2-5E16-4C3B-A0A1-CD80E06A722F}" type="datetime10">
              <a:rPr lang="zh-CN" altLang="en-US"/>
              <a:pPr>
                <a:defRPr/>
              </a:pPr>
              <a:t>11:36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25F95E7E-4216-436A-ADCB-B655D058AFE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994091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485900"/>
            <a:ext cx="3810000" cy="14859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086100"/>
            <a:ext cx="3810000" cy="14859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F068E1F5-E25D-48D5-ACC0-2429614F2F6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26489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2FC947-A34A-4949-817D-66018DA17E7C}" type="datetime10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11:36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0DB2DC-4C9A-4742-B13C-FB6460FD3503}" type="slidenum">
              <a:rPr lang="en-US" altLang="zh-CN" smtClean="0">
                <a:solidFill>
                  <a:srgbClr val="000000"/>
                </a:solidFill>
              </a:rPr>
              <a:pPr/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30195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ED5795-ABC6-4AFE-A17B-DB737F69BD2D}" type="datetime10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11:36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0DB2DC-4C9A-4742-B13C-FB6460FD3503}" type="slidenum">
              <a:rPr lang="en-US" altLang="zh-CN" smtClean="0">
                <a:solidFill>
                  <a:srgbClr val="000000"/>
                </a:solidFill>
              </a:rPr>
              <a:pPr/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327015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ED5795-ABC6-4AFE-A17B-DB737F69BD2D}" type="datetime10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11:36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0DB2DC-4C9A-4742-B13C-FB6460FD3503}" type="slidenum">
              <a:rPr lang="en-US" altLang="zh-CN" smtClean="0">
                <a:solidFill>
                  <a:srgbClr val="000000"/>
                </a:solidFill>
              </a:rPr>
              <a:pPr/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097499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ED5795-ABC6-4AFE-A17B-DB737F69BD2D}" type="datetime10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11:36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0DB2DC-4C9A-4742-B13C-FB6460FD3503}" type="slidenum">
              <a:rPr lang="en-US" altLang="zh-CN" smtClean="0">
                <a:solidFill>
                  <a:srgbClr val="000000"/>
                </a:solidFill>
              </a:rPr>
              <a:pPr/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75978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ED5795-ABC6-4AFE-A17B-DB737F69BD2D}" type="datetime10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11:36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0DB2DC-4C9A-4742-B13C-FB6460FD3503}" type="slidenum">
              <a:rPr lang="en-US" altLang="zh-CN" smtClean="0">
                <a:solidFill>
                  <a:srgbClr val="000000"/>
                </a:solidFill>
              </a:rPr>
              <a:pPr/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3272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ED5795-ABC6-4AFE-A17B-DB737F69BD2D}" type="datetime10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11:36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0DB2DC-4C9A-4742-B13C-FB6460FD3503}" type="slidenum">
              <a:rPr lang="en-US" altLang="zh-CN" smtClean="0">
                <a:solidFill>
                  <a:srgbClr val="000000"/>
                </a:solidFill>
              </a:rPr>
              <a:pPr/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528686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ED5795-ABC6-4AFE-A17B-DB737F69BD2D}" type="datetime10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11:36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0DB2DC-4C9A-4742-B13C-FB6460FD3503}" type="slidenum">
              <a:rPr lang="en-US" altLang="zh-CN" smtClean="0">
                <a:solidFill>
                  <a:srgbClr val="000000"/>
                </a:solidFill>
              </a:rPr>
              <a:pPr/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132898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ED5795-ABC6-4AFE-A17B-DB737F69BD2D}" type="datetime10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11:36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0DB2DC-4C9A-4742-B13C-FB6460FD3503}" type="slidenum">
              <a:rPr lang="en-US" altLang="zh-CN" smtClean="0">
                <a:solidFill>
                  <a:srgbClr val="000000"/>
                </a:solidFill>
              </a:rPr>
              <a:pPr/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56024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ED5795-ABC6-4AFE-A17B-DB737F69BD2D}" type="datetime10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11:36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0DB2DC-4C9A-4742-B13C-FB6460FD3503}" type="slidenum">
              <a:rPr lang="en-US" altLang="zh-CN" smtClean="0">
                <a:solidFill>
                  <a:srgbClr val="000000"/>
                </a:solidFill>
              </a:rPr>
              <a:pPr/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962882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ED5795-ABC6-4AFE-A17B-DB737F69BD2D}" type="datetime10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11:36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0DB2DC-4C9A-4742-B13C-FB6460FD3503}" type="slidenum">
              <a:rPr lang="en-US" altLang="zh-CN" smtClean="0">
                <a:solidFill>
                  <a:srgbClr val="000000"/>
                </a:solidFill>
              </a:rPr>
              <a:pPr/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77248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ED5795-ABC6-4AFE-A17B-DB737F69BD2D}" type="datetime10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11:36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0DB2DC-4C9A-4742-B13C-FB6460FD3503}" type="slidenum">
              <a:rPr lang="en-US" altLang="zh-CN" smtClean="0">
                <a:solidFill>
                  <a:srgbClr val="000000"/>
                </a:solidFill>
              </a:rPr>
              <a:pPr/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748993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485900"/>
            <a:ext cx="3810000" cy="14859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086100"/>
            <a:ext cx="3810000" cy="14859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685800" y="4686300"/>
            <a:ext cx="1905000" cy="3429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ED5795-ABC6-4AFE-A17B-DB737F69BD2D}" type="datetime10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pPr>
                <a:defRPr/>
              </a:pPr>
              <a:t>11:36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</p:spPr>
        <p:txBody>
          <a:bodyPr/>
          <a:lstStyle>
            <a:lvl1pPr>
              <a:defRPr smtClean="0"/>
            </a:lvl1pPr>
          </a:lstStyle>
          <a:p>
            <a:fld id="{9A0DB2DC-4C9A-4742-B13C-FB6460FD3503}" type="slidenum">
              <a:rPr lang="en-US" altLang="zh-CN">
                <a:solidFill>
                  <a:srgbClr val="000000"/>
                </a:solidFill>
                <a:latin typeface="Arial" panose="020B0604020202020204" pitchFamily="34" charset="0"/>
              </a:rPr>
              <a:pPr/>
              <a:t>‹#›</a:t>
            </a:fld>
            <a:endParaRPr lang="en-US" altLang="zh-CN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8070853"/>
      </p:ext>
    </p:extLst>
  </p:cSld>
  <p:clrMapOvr>
    <a:masterClrMapping/>
  </p:clrMapOvr>
  <p:hf sldNum="0" hdr="0" ftr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0F4B94-2CA0-4857-9BDA-AABF86B8DA4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364907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8AF858-1F65-4D87-9A1C-E772E583D2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575983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144B62-9A9D-431E-AF02-9CCC1398D35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425026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D37C8D-0F02-4C1B-B5D4-908C3DDA85A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369141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1085FE-D5DE-4A62-B20F-C22529569A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422009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041B70-8684-4BD6-AFA5-A6B92F15630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55929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5F1FCC-FE22-4403-AB26-CD3DC3EADA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886333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9770B1-A31F-4C4E-8904-B3843D4142C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234162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CF02D4-64C4-41D5-AF46-43D6ED08CC2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265475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71CA54-5BA1-48F1-B9CD-00DAF5E1404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274549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0B4B18-A1AF-4E7C-8F11-399BC6057D3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845027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485900"/>
            <a:ext cx="3810000" cy="14859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086100"/>
            <a:ext cx="3810000" cy="14859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685800" y="4686300"/>
            <a:ext cx="1905000" cy="3429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F24120-1D96-49E0-B414-8370D617630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088774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481912-DC2F-4AD2-90AE-6D3C4E8E9772}" type="datetime10">
              <a:rPr lang="zh-CN" altLang="en-US" smtClean="0">
                <a:solidFill>
                  <a:srgbClr val="000000"/>
                </a:solidFill>
              </a:rPr>
              <a:t>11:36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FD546A-0929-4E7E-8B3D-7EFDD4DE2F0C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971810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35B8CA-1F22-4435-A5D3-28286EF487A3}" type="datetime10">
              <a:rPr lang="zh-CN" altLang="en-US" smtClean="0">
                <a:solidFill>
                  <a:srgbClr val="000000"/>
                </a:solidFill>
              </a:rPr>
              <a:t>11:36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61CDDE-619A-4197-AF8E-2A4A38504A2E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63034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479FF4-5659-4594-AF1E-6BA2593A43C6}" type="datetime10">
              <a:rPr lang="zh-CN" altLang="en-US" smtClean="0">
                <a:solidFill>
                  <a:srgbClr val="000000"/>
                </a:solidFill>
              </a:rPr>
              <a:t>11:36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6832C6-7097-4C0A-AE02-E8ED6C4FE30F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332515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3D2F29-96BA-408E-8A0A-2F5D31D9D2F5}" type="datetime10">
              <a:rPr lang="zh-CN" altLang="en-US" smtClean="0">
                <a:solidFill>
                  <a:srgbClr val="000000"/>
                </a:solidFill>
              </a:rPr>
              <a:t>11:36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7FEEB1-CD75-4A59-BA17-C1FD9B3DFDA2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710670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8CA6C-4C2E-4086-B9C4-BD42C0AA4829}" type="datetime10">
              <a:rPr lang="zh-CN" altLang="en-US" smtClean="0">
                <a:solidFill>
                  <a:srgbClr val="000000"/>
                </a:solidFill>
              </a:rPr>
              <a:t>11:36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760350-21DC-4B39-815D-B4B97B4CA865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78170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D7E795-B7C4-472F-A3FF-885D375C8AC3}" type="datetime10">
              <a:rPr lang="zh-CN" altLang="en-US" smtClean="0">
                <a:solidFill>
                  <a:srgbClr val="000000"/>
                </a:solidFill>
              </a:rPr>
              <a:t>11:36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305451-B55C-4980-A542-B180880A40A2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98188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A5DDF9-1C30-4FB5-B907-54406C6BFEFA}" type="datetime10">
              <a:rPr lang="zh-CN" altLang="en-US" smtClean="0">
                <a:solidFill>
                  <a:srgbClr val="000000"/>
                </a:solidFill>
              </a:rPr>
              <a:t>11:36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CAE06F-9411-4E11-B14D-28024352F36A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975163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C0EE5B-95B2-4374-B0B3-6DA485AC6EC5}" type="datetime10">
              <a:rPr lang="zh-CN" altLang="en-US" smtClean="0">
                <a:solidFill>
                  <a:srgbClr val="000000"/>
                </a:solidFill>
              </a:rPr>
              <a:t>11:36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C2E051-CBDF-404C-A708-BD955E264B00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586097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18A07-95B3-43E2-976D-2A2C99176A28}" type="datetime10">
              <a:rPr lang="zh-CN" altLang="en-US" smtClean="0">
                <a:solidFill>
                  <a:srgbClr val="000000"/>
                </a:solidFill>
              </a:rPr>
              <a:t>11:36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752FE6-656A-4DD6-AB37-64D09EF542DF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659545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50C719-2B21-4A53-8158-1AB24E25983E}" type="datetime10">
              <a:rPr lang="zh-CN" altLang="en-US" smtClean="0">
                <a:solidFill>
                  <a:srgbClr val="000000"/>
                </a:solidFill>
              </a:rPr>
              <a:t>11:36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6CA1A1-0FD4-4883-99E7-4D5660858930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176569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7D3B83-0AE7-407E-88C3-83CC528FEE90}" type="datetime10">
              <a:rPr lang="zh-CN" altLang="en-US" smtClean="0">
                <a:solidFill>
                  <a:srgbClr val="000000"/>
                </a:solidFill>
              </a:rPr>
              <a:t>11:36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55A8C2-C0AC-4C30-A746-B20E99B03A17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782012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485900"/>
            <a:ext cx="3810000" cy="14859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086100"/>
            <a:ext cx="3810000" cy="14859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685800" y="4686300"/>
            <a:ext cx="1905000" cy="3429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D4E55C-19D1-42FB-BD6D-6EB8D36CD872}" type="datetime10">
              <a:rPr lang="zh-CN" altLang="en-US" smtClean="0">
                <a:solidFill>
                  <a:srgbClr val="000000"/>
                </a:solidFill>
                <a:latin typeface="Comic Sans MS" panose="030F0702030302020204"/>
              </a:rPr>
              <a:t>11:36</a:t>
            </a:fld>
            <a:endParaRPr lang="en-US" altLang="zh-CN">
              <a:solidFill>
                <a:srgbClr val="000000"/>
              </a:solidFill>
              <a:latin typeface="Comic Sans MS" panose="030F0702030302020204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  <a:latin typeface="Comic Sans MS" panose="030F0702030302020204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10B21A7-4BE2-4CF0-B11D-4036BE6B9099}" type="slidenum">
              <a:rPr lang="en-US" altLang="zh-CN" smtClean="0">
                <a:solidFill>
                  <a:srgbClr val="000000"/>
                </a:solidFill>
                <a:latin typeface="Comic Sans MS" panose="030F0702030302020204"/>
              </a:rPr>
              <a:t>‹#›</a:t>
            </a:fld>
            <a:endParaRPr lang="en-US" altLang="zh-CN">
              <a:solidFill>
                <a:srgbClr val="000000"/>
              </a:solidFill>
              <a:latin typeface="Comic Sans MS" panose="030F07020303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969936904"/>
      </p:ext>
    </p:extLst>
  </p:cSld>
  <p:clrMapOvr>
    <a:masterClrMapping/>
  </p:clrMapOvr>
  <p:hf hdr="0" ftr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800100"/>
            <a:ext cx="0" cy="3371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244725"/>
            <a:ext cx="1338263" cy="1641475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2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2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2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2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2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9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9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9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9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11455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4643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350044"/>
            <a:ext cx="6781800" cy="1600200"/>
          </a:xfrm>
        </p:spPr>
        <p:txBody>
          <a:bodyPr/>
          <a:lstStyle>
            <a:lvl1pPr algn="r">
              <a:defRPr sz="48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14643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2287191"/>
            <a:ext cx="6248400" cy="177165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3200"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9D764619-9B74-4204-9D8E-B0918C5B285B}" type="datetime10">
              <a:rPr lang="zh-CN" altLang="en-US"/>
              <a:pPr>
                <a:defRPr/>
              </a:pPr>
              <a:t>11:36</a:t>
            </a:fld>
            <a:endParaRPr lang="en-US" altLang="zh-CN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934FACB4-7D29-4E20-A509-EF2E12682EB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78743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9FBF7C75-5814-44CF-A5B0-74627A8821D6}" type="datetime10">
              <a:rPr lang="zh-CN" altLang="en-US"/>
              <a:pPr>
                <a:defRPr/>
              </a:pPr>
              <a:t>11:36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8FA30292-5E48-4D71-BD17-E39EFCA1F26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9006594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4074FB05-5F83-424A-9657-92F76BD63B7C}" type="datetime10">
              <a:rPr lang="zh-CN" altLang="en-US"/>
              <a:pPr>
                <a:defRPr/>
              </a:pPr>
              <a:t>11:36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879573FC-FB65-4B41-9E84-755F828744C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910248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89447"/>
            <a:ext cx="4038600" cy="33087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89447"/>
            <a:ext cx="4038600" cy="33087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54286B9F-7E17-4591-A1A4-F477729ACDDC}" type="datetime10">
              <a:rPr lang="zh-CN" altLang="en-US"/>
              <a:pPr>
                <a:defRPr/>
              </a:pPr>
              <a:t>11:36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15831276-3ACF-4400-9E62-BBD7CEC4A3B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136255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3A25672D-2126-4BC3-B920-8B60D9A8CF23}" type="datetime10">
              <a:rPr lang="zh-CN" altLang="en-US"/>
              <a:pPr>
                <a:defRPr/>
              </a:pPr>
              <a:t>11:36</a:t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69F9C92D-C4B4-456E-BF30-A40C58B073D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774676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07D0C78B-EB9E-4D6D-A7E7-02E70B559546}" type="datetime10">
              <a:rPr lang="zh-CN" altLang="en-US"/>
              <a:pPr>
                <a:defRPr/>
              </a:pPr>
              <a:t>11:36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3906328F-8EE4-4712-97A3-3DD1F6228B6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920727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E8757BFF-4CFE-4F9C-A87F-C56C1A17EB7F}" type="datetime10">
              <a:rPr lang="zh-CN" altLang="en-US"/>
              <a:pPr>
                <a:defRPr/>
              </a:pPr>
              <a:t>11:36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058AE0E2-F8B5-4301-A585-6D794982FD4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091360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620295B5-E67F-4EDC-96A0-838A9AD0EF0B}" type="datetime10">
              <a:rPr lang="zh-CN" altLang="en-US"/>
              <a:pPr>
                <a:defRPr/>
              </a:pPr>
              <a:t>11:36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0536DEB3-AFCE-40DF-B2F0-2881FD80C4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4650111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66187018-22C1-41B1-A752-2592CEB370A4}" type="datetime10">
              <a:rPr lang="zh-CN" altLang="en-US"/>
              <a:pPr>
                <a:defRPr/>
              </a:pPr>
              <a:t>11:36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14F393F4-7131-40D7-B500-98B86683981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41669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F88FD0AF-AD7E-493F-9176-41ACC967C410}" type="datetime10">
              <a:rPr lang="zh-CN" altLang="en-US"/>
              <a:pPr>
                <a:defRPr/>
              </a:pPr>
              <a:t>11:36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E2E36391-49C0-4ACF-904E-08C364741D5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336892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91679"/>
            <a:ext cx="2057400" cy="4506515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91679"/>
            <a:ext cx="6019800" cy="4506515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A3A8984B-AF77-4C33-80D1-1AB719DBB62C}" type="datetime10">
              <a:rPr lang="zh-CN" altLang="en-US"/>
              <a:pPr>
                <a:defRPr/>
              </a:pPr>
              <a:t>11:36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C353CDB9-4169-4CF9-95FC-50D2B16ACBC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041532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91679"/>
            <a:ext cx="7543800" cy="97155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89447"/>
            <a:ext cx="4038600" cy="3308747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89447"/>
            <a:ext cx="4038600" cy="3308747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4F6DB2C2-5E16-4C3B-A0A1-CD80E06A722F}" type="datetime10">
              <a:rPr lang="zh-CN" altLang="en-US"/>
              <a:pPr>
                <a:defRPr/>
              </a:pPr>
              <a:t>11:36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25F95E7E-4216-436A-ADCB-B655D058AFE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994091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485900"/>
            <a:ext cx="3810000" cy="14859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086100"/>
            <a:ext cx="3810000" cy="14859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F068E1F5-E25D-48D5-ACC0-2429614F2F6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264890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algn="r" fontAlgn="base">
              <a:buNone/>
            </a:pPr>
            <a:fld id="{9A0DB2DC-4C9A-4742-B13C-FB6460FD3503}" type="slidenum">
              <a:rPr lang="en-US" altLang="zh-CN" strike="noStrike" noProof="1" smtClean="0">
                <a:solidFill>
                  <a:schemeClr val="bg2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971810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smtClean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63034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smtClean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332515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smtClean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710670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smtClean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6781700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smtClean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98188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smtClean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9751631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smtClean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5860973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smtClean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595451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smtClean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176569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smtClean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7820125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485900"/>
            <a:ext cx="3810000" cy="14859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086100"/>
            <a:ext cx="3810000" cy="14859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685800" y="4686300"/>
            <a:ext cx="1905000" cy="34290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</p:spPr>
        <p:txBody>
          <a:bodyPr/>
          <a:lstStyle>
            <a:lvl1pPr>
              <a:defRPr smtClean="0"/>
            </a:lvl1pPr>
          </a:lstStyle>
          <a:p>
            <a:pPr lvl="0" fontAlgn="base">
              <a:buNone/>
            </a:pPr>
            <a:fld id="{9A0DB2DC-4C9A-4742-B13C-FB6460FD3503}" type="slidenum">
              <a:rPr lang="en-US" altLang="zh-CN" strike="noStrike" noProof="1" smtClean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9936904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800100"/>
            <a:ext cx="0" cy="3371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244725"/>
            <a:ext cx="1338263" cy="1641475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2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2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2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2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2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9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9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9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9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11455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4643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350044"/>
            <a:ext cx="6781800" cy="1600200"/>
          </a:xfrm>
        </p:spPr>
        <p:txBody>
          <a:bodyPr/>
          <a:lstStyle>
            <a:lvl1pPr algn="r">
              <a:defRPr sz="48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14643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2287191"/>
            <a:ext cx="6248400" cy="177165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3200"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9D764619-9B74-4204-9D8E-B0918C5B285B}" type="datetime10">
              <a:rPr lang="zh-CN" altLang="en-US"/>
              <a:pPr>
                <a:defRPr/>
              </a:pPr>
              <a:t>11:36</a:t>
            </a:fld>
            <a:endParaRPr lang="en-US" altLang="zh-CN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934FACB4-7D29-4E20-A509-EF2E12682EB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787431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9FBF7C75-5814-44CF-A5B0-74627A8821D6}" type="datetime10">
              <a:rPr lang="zh-CN" altLang="en-US"/>
              <a:pPr>
                <a:defRPr/>
              </a:pPr>
              <a:t>11:36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8FA30292-5E48-4D71-BD17-E39EFCA1F26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90065947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4074FB05-5F83-424A-9657-92F76BD63B7C}" type="datetime10">
              <a:rPr lang="zh-CN" altLang="en-US"/>
              <a:pPr>
                <a:defRPr/>
              </a:pPr>
              <a:t>11:36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879573FC-FB65-4B41-9E84-755F828744C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9102487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89447"/>
            <a:ext cx="4038600" cy="33087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89447"/>
            <a:ext cx="4038600" cy="33087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54286B9F-7E17-4591-A1A4-F477729ACDDC}" type="datetime10">
              <a:rPr lang="zh-CN" altLang="en-US"/>
              <a:pPr>
                <a:defRPr/>
              </a:pPr>
              <a:t>11:36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15831276-3ACF-4400-9E62-BBD7CEC4A3B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1362554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3A25672D-2126-4BC3-B920-8B60D9A8CF23}" type="datetime10">
              <a:rPr lang="zh-CN" altLang="en-US"/>
              <a:pPr>
                <a:defRPr/>
              </a:pPr>
              <a:t>11:36</a:t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69F9C92D-C4B4-456E-BF30-A40C58B073D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7746761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07D0C78B-EB9E-4D6D-A7E7-02E70B559546}" type="datetime10">
              <a:rPr lang="zh-CN" altLang="en-US"/>
              <a:pPr>
                <a:defRPr/>
              </a:pPr>
              <a:t>11:36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3906328F-8EE4-4712-97A3-3DD1F6228B6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920727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E8757BFF-4CFE-4F9C-A87F-C56C1A17EB7F}" type="datetime10">
              <a:rPr lang="zh-CN" altLang="en-US"/>
              <a:pPr>
                <a:defRPr/>
              </a:pPr>
              <a:t>11:36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058AE0E2-F8B5-4301-A585-6D794982FD4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0913605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620295B5-E67F-4EDC-96A0-838A9AD0EF0B}" type="datetime10">
              <a:rPr lang="zh-CN" altLang="en-US"/>
              <a:pPr>
                <a:defRPr/>
              </a:pPr>
              <a:t>11:36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0536DEB3-AFCE-40DF-B2F0-2881FD80C4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46501112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66187018-22C1-41B1-A752-2592CEB370A4}" type="datetime10">
              <a:rPr lang="zh-CN" altLang="en-US"/>
              <a:pPr>
                <a:defRPr/>
              </a:pPr>
              <a:t>11:36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14F393F4-7131-40D7-B500-98B86683981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416692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F88FD0AF-AD7E-493F-9176-41ACC967C410}" type="datetime10">
              <a:rPr lang="zh-CN" altLang="en-US"/>
              <a:pPr>
                <a:defRPr/>
              </a:pPr>
              <a:t>11:36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E2E36391-49C0-4ACF-904E-08C364741D5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3368928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91679"/>
            <a:ext cx="2057400" cy="4506515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91679"/>
            <a:ext cx="6019800" cy="4506515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A3A8984B-AF77-4C33-80D1-1AB719DBB62C}" type="datetime10">
              <a:rPr lang="zh-CN" altLang="en-US"/>
              <a:pPr>
                <a:defRPr/>
              </a:pPr>
              <a:t>11:36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C353CDB9-4169-4CF9-95FC-50D2B16ACBC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0415329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91679"/>
            <a:ext cx="7543800" cy="97155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89447"/>
            <a:ext cx="4038600" cy="3308747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89447"/>
            <a:ext cx="4038600" cy="3308747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4F6DB2C2-5E16-4C3B-A0A1-CD80E06A722F}" type="datetime10">
              <a:rPr lang="zh-CN" altLang="en-US"/>
              <a:pPr>
                <a:defRPr/>
              </a:pPr>
              <a:t>11:36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25F95E7E-4216-436A-ADCB-B655D058AFE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9940915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485900"/>
            <a:ext cx="3810000" cy="14859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086100"/>
            <a:ext cx="3810000" cy="14859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F068E1F5-E25D-48D5-ACC0-2429614F2F6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2648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image" Target="../media/image2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image" Target="../media/image2.jpe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61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Relationship Id="rId14" Type="http://schemas.openxmlformats.org/officeDocument/2006/relationships/image" Target="../media/image2.jpe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9.xml"/><Relationship Id="rId13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73.xml"/><Relationship Id="rId2" Type="http://schemas.openxmlformats.org/officeDocument/2006/relationships/slideLayout" Target="../slideLayouts/slideLayout63.xml"/><Relationship Id="rId1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72.xml"/><Relationship Id="rId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71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Relationship Id="rId1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2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7.xml"/><Relationship Id="rId7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6.xml"/><Relationship Id="rId2" Type="http://schemas.openxmlformats.org/officeDocument/2006/relationships/slideLayout" Target="../slideLayouts/slideLayout76.xml"/><Relationship Id="rId1" Type="http://schemas.openxmlformats.org/officeDocument/2006/relationships/slideLayout" Target="../slideLayouts/slideLayout75.xml"/><Relationship Id="rId6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5.xml"/><Relationship Id="rId5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4.xml"/><Relationship Id="rId4" Type="http://schemas.openxmlformats.org/officeDocument/2006/relationships/slideLayout" Target="../slideLayouts/slideLayout78.xml"/><Relationship Id="rId9" Type="http://schemas.openxmlformats.org/officeDocument/2006/relationships/slideLayout" Target="../slideLayouts/slideLayout83.xml"/><Relationship Id="rId14" Type="http://schemas.openxmlformats.org/officeDocument/2006/relationships/image" Target="../media/image2.jpe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4.xml"/><Relationship Id="rId13" Type="http://schemas.openxmlformats.org/officeDocument/2006/relationships/slideLayout" Target="../slideLayouts/slideLayout99.xml"/><Relationship Id="rId3" Type="http://schemas.openxmlformats.org/officeDocument/2006/relationships/slideLayout" Target="../slideLayouts/slideLayout89.xml"/><Relationship Id="rId7" Type="http://schemas.openxmlformats.org/officeDocument/2006/relationships/slideLayout" Target="../slideLayouts/slideLayout93.xml"/><Relationship Id="rId12" Type="http://schemas.openxmlformats.org/officeDocument/2006/relationships/slideLayout" Target="../slideLayouts/slideLayout98.xml"/><Relationship Id="rId2" Type="http://schemas.openxmlformats.org/officeDocument/2006/relationships/slideLayout" Target="../slideLayouts/slideLayout88.xml"/><Relationship Id="rId1" Type="http://schemas.openxmlformats.org/officeDocument/2006/relationships/slideLayout" Target="../slideLayouts/slideLayout87.xml"/><Relationship Id="rId6" Type="http://schemas.openxmlformats.org/officeDocument/2006/relationships/slideLayout" Target="../slideLayouts/slideLayout92.xml"/><Relationship Id="rId11" Type="http://schemas.openxmlformats.org/officeDocument/2006/relationships/slideLayout" Target="../slideLayouts/slideLayout97.xml"/><Relationship Id="rId5" Type="http://schemas.openxmlformats.org/officeDocument/2006/relationships/slideLayout" Target="../slideLayouts/slideLayout91.xml"/><Relationship Id="rId10" Type="http://schemas.openxmlformats.org/officeDocument/2006/relationships/slideLayout" Target="../slideLayouts/slideLayout96.xml"/><Relationship Id="rId4" Type="http://schemas.openxmlformats.org/officeDocument/2006/relationships/slideLayout" Target="../slideLayouts/slideLayout90.xml"/><Relationship Id="rId9" Type="http://schemas.openxmlformats.org/officeDocument/2006/relationships/slideLayout" Target="../slideLayouts/slideLayout95.xml"/><Relationship Id="rId14" Type="http://schemas.openxmlformats.org/officeDocument/2006/relationships/theme" Target="../theme/theme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楷体_GB2312" pitchFamily="49" charset="-122"/>
                <a:cs typeface="+mn-cs"/>
              </a:defRPr>
            </a:lvl1pPr>
          </a:lstStyle>
          <a:p>
            <a:pPr>
              <a:defRPr/>
            </a:pPr>
            <a:fld id="{ABD4E55C-19D1-42FB-BD6D-6EB8D36CD872}" type="datetime10">
              <a:rPr lang="zh-CN" altLang="en-US" smtClean="0">
                <a:solidFill>
                  <a:srgbClr val="000000"/>
                </a:solidFill>
                <a:latin typeface="Comic Sans MS" panose="030F0702030302020204"/>
              </a:rPr>
              <a:t>11:36</a:t>
            </a:fld>
            <a:endParaRPr lang="en-US" altLang="zh-CN">
              <a:solidFill>
                <a:srgbClr val="000000"/>
              </a:solidFill>
              <a:latin typeface="Comic Sans MS" panose="030F0702030302020204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楷体_GB2312" pitchFamily="49" charset="-122"/>
                <a:cs typeface="+mn-cs"/>
              </a:defRPr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  <a:latin typeface="Comic Sans MS" panose="030F0702030302020204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rgbClr val="898989"/>
                </a:solidFill>
                <a:ea typeface="楷体_GB2312" pitchFamily="49" charset="-122"/>
                <a:cs typeface="+mn-cs"/>
              </a:defRPr>
            </a:lvl1pPr>
          </a:lstStyle>
          <a:p>
            <a:pPr>
              <a:defRPr/>
            </a:pPr>
            <a:fld id="{810B21A7-4BE2-4CF0-B11D-4036BE6B9099}" type="slidenum">
              <a:rPr lang="en-US" altLang="zh-CN" smtClean="0">
                <a:solidFill>
                  <a:srgbClr val="000000"/>
                </a:solidFill>
                <a:latin typeface="Comic Sans MS" panose="030F0702030302020204"/>
              </a:rPr>
              <a:t>‹#›</a:t>
            </a:fld>
            <a:endParaRPr lang="en-US" altLang="zh-CN">
              <a:solidFill>
                <a:srgbClr val="000000"/>
              </a:solidFill>
              <a:latin typeface="Comic Sans MS" panose="030F07020303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</p:sldLayoutIdLst>
  <p:hf hdr="0" ft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Line 2"/>
          <p:cNvSpPr>
            <a:spLocks noChangeShapeType="1"/>
          </p:cNvSpPr>
          <p:nvPr/>
        </p:nvSpPr>
        <p:spPr bwMode="auto">
          <a:xfrm>
            <a:off x="7962900" y="1143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051" name="Rectangle 3"/>
          <p:cNvSpPr>
            <a:spLocks noGrp="1"/>
          </p:cNvSpPr>
          <p:nvPr>
            <p:ph type="title"/>
          </p:nvPr>
        </p:nvSpPr>
        <p:spPr bwMode="auto">
          <a:xfrm>
            <a:off x="457200" y="92075"/>
            <a:ext cx="75438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2052" name="Rectangle 4"/>
          <p:cNvSpPr>
            <a:spLocks noGrp="1"/>
          </p:cNvSpPr>
          <p:nvPr>
            <p:ph type="body"/>
          </p:nvPr>
        </p:nvSpPr>
        <p:spPr bwMode="auto">
          <a:xfrm>
            <a:off x="457200" y="1289050"/>
            <a:ext cx="8229600" cy="330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4541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6300"/>
            <a:ext cx="21336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7902147A-06D6-4673-8391-58B9A200DBCB}" type="datetime10">
              <a:rPr lang="zh-CN" altLang="en-US"/>
              <a:pPr>
                <a:defRPr/>
              </a:pPr>
              <a:t>11:36</a:t>
            </a:fld>
            <a:endParaRPr lang="en-US" altLang="zh-CN"/>
          </a:p>
        </p:txBody>
      </p:sp>
      <p:sp>
        <p:nvSpPr>
          <p:cNvPr id="14541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541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6300"/>
            <a:ext cx="21336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00F0E12-73A7-490A-8348-7A074CACC78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2056" name="Group 8"/>
          <p:cNvGrpSpPr>
            <a:grpSpLocks/>
          </p:cNvGrpSpPr>
          <p:nvPr/>
        </p:nvGrpSpPr>
        <p:grpSpPr bwMode="auto">
          <a:xfrm>
            <a:off x="8153400" y="114300"/>
            <a:ext cx="792163" cy="97155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9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9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9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3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3" cy="7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611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</p:sldLayoutIdLst>
  <p:hf sldNum="0"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>
          <a:solidFill>
            <a:schemeClr val="tx1"/>
          </a:solidFill>
          <a:latin typeface="+mn-lt"/>
          <a:ea typeface="+mn-ea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>
          <a:solidFill>
            <a:schemeClr val="tx1"/>
          </a:solidFill>
          <a:latin typeface="+mn-lt"/>
          <a:ea typeface="+mn-ea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056130" indent="-31623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513330" indent="-31623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2970530" indent="-31623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427730" indent="-31623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楷体_GB2312" pitchFamily="49" charset="-122"/>
                <a:cs typeface="+mn-cs"/>
              </a:defRPr>
            </a:lvl1pPr>
          </a:lstStyle>
          <a:p>
            <a:pPr>
              <a:defRPr/>
            </a:pPr>
            <a:fld id="{A4D396E5-C3EC-4B73-B8E0-C4A2465C294B}" type="datetime10">
              <a:rPr lang="zh-CN" altLang="en-US" sz="1400" smtClean="0">
                <a:solidFill>
                  <a:prstClr val="black"/>
                </a:solidFill>
                <a:ea typeface="宋体" panose="02010600030101010101" pitchFamily="2" charset="-122"/>
              </a:rPr>
              <a:pPr>
                <a:defRPr/>
              </a:pPr>
              <a:t>11:36</a:t>
            </a:fld>
            <a:endParaRPr lang="en-US" altLang="zh-CN" sz="1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楷体_GB2312" pitchFamily="49" charset="-122"/>
                <a:cs typeface="+mn-cs"/>
              </a:defRPr>
            </a:lvl1pPr>
          </a:lstStyle>
          <a:p>
            <a:pPr>
              <a:defRPr/>
            </a:pPr>
            <a:endParaRPr lang="en-US" altLang="zh-CN" sz="1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rgbClr val="898989"/>
                </a:solidFill>
                <a:ea typeface="楷体_GB2312" pitchFamily="49" charset="-122"/>
                <a:cs typeface="+mn-cs"/>
              </a:defRPr>
            </a:lvl1pPr>
          </a:lstStyle>
          <a:p>
            <a:fld id="{9A0DB2DC-4C9A-4742-B13C-FB6460FD3503}" type="slidenum">
              <a:rPr lang="en-US" altLang="zh-CN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9675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  <p:sldLayoutId id="2147483775" r:id="rId12"/>
  </p:sldLayoutIdLst>
  <p:hf sldNum="0" hdr="0" ft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楷体_GB2312" pitchFamily="49" charset="-122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楷体_GB2312" pitchFamily="49" charset="-122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98989"/>
                </a:solidFill>
                <a:ea typeface="楷体_GB2312" pitchFamily="49" charset="-122"/>
                <a:cs typeface="+mn-cs"/>
              </a:defRPr>
            </a:lvl1pPr>
          </a:lstStyle>
          <a:p>
            <a:pPr>
              <a:defRPr/>
            </a:pPr>
            <a:fld id="{C86B7CD4-BF4B-492E-81BC-BB9B3E17942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7055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  <p:sldLayoutId id="2147483788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楷体_GB2312" pitchFamily="49" charset="-122"/>
                <a:cs typeface="+mn-cs"/>
              </a:defRPr>
            </a:lvl1pPr>
          </a:lstStyle>
          <a:p>
            <a:pPr>
              <a:defRPr/>
            </a:pPr>
            <a:fld id="{ABD4E55C-19D1-42FB-BD6D-6EB8D36CD872}" type="datetime10">
              <a:rPr lang="zh-CN" altLang="en-US" smtClean="0">
                <a:solidFill>
                  <a:srgbClr val="000000"/>
                </a:solidFill>
                <a:latin typeface="Comic Sans MS" panose="030F0702030302020204"/>
              </a:rPr>
              <a:t>11:36</a:t>
            </a:fld>
            <a:endParaRPr lang="en-US" altLang="zh-CN">
              <a:solidFill>
                <a:srgbClr val="000000"/>
              </a:solidFill>
              <a:latin typeface="Comic Sans MS" panose="030F0702030302020204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楷体_GB2312" pitchFamily="49" charset="-122"/>
                <a:cs typeface="+mn-cs"/>
              </a:defRPr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  <a:latin typeface="Comic Sans MS" panose="030F0702030302020204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rgbClr val="898989"/>
                </a:solidFill>
                <a:ea typeface="楷体_GB2312" pitchFamily="49" charset="-122"/>
                <a:cs typeface="+mn-cs"/>
              </a:defRPr>
            </a:lvl1pPr>
          </a:lstStyle>
          <a:p>
            <a:pPr>
              <a:defRPr/>
            </a:pPr>
            <a:fld id="{810B21A7-4BE2-4CF0-B11D-4036BE6B9099}" type="slidenum">
              <a:rPr lang="en-US" altLang="zh-CN" smtClean="0">
                <a:solidFill>
                  <a:srgbClr val="000000"/>
                </a:solidFill>
                <a:latin typeface="Comic Sans MS" panose="030F0702030302020204"/>
              </a:rPr>
              <a:t>‹#›</a:t>
            </a:fld>
            <a:endParaRPr lang="en-US" altLang="zh-CN">
              <a:solidFill>
                <a:srgbClr val="000000"/>
              </a:solidFill>
              <a:latin typeface="Comic Sans MS" panose="030F07020303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  <p:sldLayoutId id="2147483801" r:id="rId12"/>
  </p:sldLayoutIdLst>
  <p:hf hdr="0" ft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Line 2"/>
          <p:cNvSpPr>
            <a:spLocks noChangeShapeType="1"/>
          </p:cNvSpPr>
          <p:nvPr/>
        </p:nvSpPr>
        <p:spPr bwMode="auto">
          <a:xfrm>
            <a:off x="7962900" y="1143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051" name="Rectangle 3"/>
          <p:cNvSpPr>
            <a:spLocks noGrp="1"/>
          </p:cNvSpPr>
          <p:nvPr>
            <p:ph type="title"/>
          </p:nvPr>
        </p:nvSpPr>
        <p:spPr bwMode="auto">
          <a:xfrm>
            <a:off x="457200" y="92075"/>
            <a:ext cx="75438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2052" name="Rectangle 4"/>
          <p:cNvSpPr>
            <a:spLocks noGrp="1"/>
          </p:cNvSpPr>
          <p:nvPr>
            <p:ph type="body"/>
          </p:nvPr>
        </p:nvSpPr>
        <p:spPr bwMode="auto">
          <a:xfrm>
            <a:off x="457200" y="1289050"/>
            <a:ext cx="8229600" cy="330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4541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6300"/>
            <a:ext cx="21336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7902147A-06D6-4673-8391-58B9A200DBCB}" type="datetime10">
              <a:rPr lang="zh-CN" altLang="en-US"/>
              <a:pPr>
                <a:defRPr/>
              </a:pPr>
              <a:t>11:36</a:t>
            </a:fld>
            <a:endParaRPr lang="en-US" altLang="zh-CN"/>
          </a:p>
        </p:txBody>
      </p:sp>
      <p:sp>
        <p:nvSpPr>
          <p:cNvPr id="14541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541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6300"/>
            <a:ext cx="21336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00F0E12-73A7-490A-8348-7A074CACC78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2056" name="Group 8"/>
          <p:cNvGrpSpPr>
            <a:grpSpLocks/>
          </p:cNvGrpSpPr>
          <p:nvPr/>
        </p:nvGrpSpPr>
        <p:grpSpPr bwMode="auto">
          <a:xfrm>
            <a:off x="8153400" y="114300"/>
            <a:ext cx="792163" cy="97155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9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9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9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3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3" cy="7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611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  <p:sldLayoutId id="2147483814" r:id="rId12"/>
    <p:sldLayoutId id="2147483815" r:id="rId13"/>
  </p:sldLayoutIdLst>
  <p:hf sldNum="0"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>
          <a:solidFill>
            <a:schemeClr val="tx1"/>
          </a:solidFill>
          <a:latin typeface="+mn-lt"/>
          <a:ea typeface="+mn-ea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>
          <a:solidFill>
            <a:schemeClr val="tx1"/>
          </a:solidFill>
          <a:latin typeface="+mn-lt"/>
          <a:ea typeface="+mn-ea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056130" indent="-31623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513330" indent="-31623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2970530" indent="-31623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427730" indent="-31623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楷体_GB2312" pitchFamily="49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楷体_GB2312" pitchFamily="49" charset="-122"/>
                <a:cs typeface="+mn-cs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rgbClr val="898989"/>
                </a:solidFill>
                <a:ea typeface="楷体_GB2312" pitchFamily="49" charset="-122"/>
                <a:cs typeface="+mn-cs"/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smtClean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</p:sldLayoutIdLst>
  <p:hf sldNum="0"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Line 2"/>
          <p:cNvSpPr>
            <a:spLocks noChangeShapeType="1"/>
          </p:cNvSpPr>
          <p:nvPr/>
        </p:nvSpPr>
        <p:spPr bwMode="auto">
          <a:xfrm>
            <a:off x="7962900" y="1143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051" name="Rectangle 3"/>
          <p:cNvSpPr>
            <a:spLocks noGrp="1"/>
          </p:cNvSpPr>
          <p:nvPr>
            <p:ph type="title"/>
          </p:nvPr>
        </p:nvSpPr>
        <p:spPr bwMode="auto">
          <a:xfrm>
            <a:off x="457200" y="92075"/>
            <a:ext cx="75438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2052" name="Rectangle 4"/>
          <p:cNvSpPr>
            <a:spLocks noGrp="1"/>
          </p:cNvSpPr>
          <p:nvPr>
            <p:ph type="body"/>
          </p:nvPr>
        </p:nvSpPr>
        <p:spPr bwMode="auto">
          <a:xfrm>
            <a:off x="457200" y="1289050"/>
            <a:ext cx="8229600" cy="330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4541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6300"/>
            <a:ext cx="21336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7902147A-06D6-4673-8391-58B9A200DBCB}" type="datetime10">
              <a:rPr lang="zh-CN" altLang="en-US"/>
              <a:pPr>
                <a:defRPr/>
              </a:pPr>
              <a:t>11:36</a:t>
            </a:fld>
            <a:endParaRPr lang="en-US" altLang="zh-CN"/>
          </a:p>
        </p:txBody>
      </p:sp>
      <p:sp>
        <p:nvSpPr>
          <p:cNvPr id="14541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541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6300"/>
            <a:ext cx="21336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00F0E12-73A7-490A-8348-7A074CACC78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2056" name="Group 8"/>
          <p:cNvGrpSpPr>
            <a:grpSpLocks/>
          </p:cNvGrpSpPr>
          <p:nvPr/>
        </p:nvGrpSpPr>
        <p:grpSpPr bwMode="auto">
          <a:xfrm>
            <a:off x="8153400" y="114300"/>
            <a:ext cx="792163" cy="97155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9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9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9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3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3" cy="7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611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  <p:sldLayoutId id="2147483841" r:id="rId12"/>
    <p:sldLayoutId id="2147483842" r:id="rId13"/>
  </p:sldLayoutIdLst>
  <p:hf sldNum="0"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>
          <a:solidFill>
            <a:schemeClr val="tx1"/>
          </a:solidFill>
          <a:latin typeface="+mn-lt"/>
          <a:ea typeface="+mn-ea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>
          <a:solidFill>
            <a:schemeClr val="tx1"/>
          </a:solidFill>
          <a:latin typeface="+mn-lt"/>
          <a:ea typeface="+mn-ea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056130" indent="-31623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513330" indent="-31623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2970530" indent="-31623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427730" indent="-31623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6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6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2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8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2"/>
          <p:cNvSpPr>
            <a:spLocks noGrp="1"/>
          </p:cNvSpPr>
          <p:nvPr>
            <p:ph type="title"/>
          </p:nvPr>
        </p:nvSpPr>
        <p:spPr>
          <a:xfrm>
            <a:off x="899592" y="123478"/>
            <a:ext cx="6084664" cy="647700"/>
          </a:xfrm>
        </p:spPr>
        <p:txBody>
          <a:bodyPr vert="horz" wrap="square" lIns="91440" tIns="45720" rIns="91440" bIns="45720" anchor="b"/>
          <a:lstStyle/>
          <a:p>
            <a:pPr eaLnBrk="1" hangingPunct="1"/>
            <a:r>
              <a:rPr lang="zh-CN" altLang="en-US" sz="3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第</a:t>
            </a:r>
            <a:r>
              <a:rPr lang="zh-CN" altLang="en-US" sz="3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  <a:r>
              <a:rPr lang="zh-CN" altLang="en-US" sz="3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 核磁共振碳谱</a:t>
            </a:r>
          </a:p>
        </p:txBody>
      </p:sp>
      <p:sp>
        <p:nvSpPr>
          <p:cNvPr id="7173" name="Rectangle 3"/>
          <p:cNvSpPr>
            <a:spLocks noGrp="1"/>
          </p:cNvSpPr>
          <p:nvPr>
            <p:ph idx="1"/>
          </p:nvPr>
        </p:nvSpPr>
        <p:spPr>
          <a:xfrm>
            <a:off x="539552" y="987574"/>
            <a:ext cx="8784976" cy="3744416"/>
          </a:xfrm>
        </p:spPr>
        <p:txBody>
          <a:bodyPr vert="horz" wrap="square" lIns="91440" tIns="45720" rIns="91440" bIns="45720" anchor="t"/>
          <a:lstStyle/>
          <a:p>
            <a:pPr marL="0" indent="0" algn="just">
              <a:lnSpc>
                <a:spcPct val="120000"/>
              </a:lnSpc>
              <a:buSzPct val="75000"/>
              <a:buNone/>
            </a:pP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一、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核磁共振碳谱的</a:t>
            </a:r>
            <a:r>
              <a:rPr lang="zh-CN" altLang="en-US" sz="2800" b="1" dirty="0" smtClean="0">
                <a:latin typeface="微软雅黑" panose="020B0503020204020204" charset="-122"/>
                <a:ea typeface="微软雅黑" panose="020B0503020204020204" charset="-122"/>
              </a:rPr>
              <a:t>特点</a:t>
            </a:r>
            <a:endParaRPr lang="en-US" altLang="zh-CN" sz="2800" b="1" dirty="0" smtClean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20000"/>
              </a:lnSpc>
              <a:buSzPct val="75000"/>
              <a:buNone/>
            </a:pPr>
            <a:r>
              <a:rPr lang="zh-CN" altLang="en-US" sz="2800" b="1" dirty="0" smtClean="0">
                <a:latin typeface="微软雅黑" panose="020B0503020204020204" charset="-122"/>
                <a:ea typeface="微软雅黑" panose="020B0503020204020204" charset="-122"/>
              </a:rPr>
              <a:t>二、</a:t>
            </a:r>
            <a:r>
              <a:rPr lang="en-US" altLang="zh-CN" sz="2800" b="1" baseline="30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13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 NMR</a:t>
            </a:r>
            <a:r>
              <a:rPr lang="zh-CN" altLang="en-US" sz="28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的主要参数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-</a:t>
            </a:r>
            <a:r>
              <a:rPr lang="zh-CN" altLang="en-US" sz="28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化学位移</a:t>
            </a:r>
            <a:endParaRPr lang="en-US" altLang="zh-CN" sz="28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20000"/>
              </a:lnSpc>
              <a:buSzPct val="75000"/>
              <a:buNone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、耦合裂分及耦合常数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>
              <a:lnSpc>
                <a:spcPct val="120000"/>
              </a:lnSpc>
              <a:buSzPct val="75000"/>
              <a:buNone/>
            </a:pP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四、</a:t>
            </a:r>
            <a:r>
              <a:rPr lang="en-US" altLang="zh-CN" sz="28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碳谱中几种常见的图谱</a:t>
            </a:r>
          </a:p>
          <a:p>
            <a:pPr marL="0" indent="0" algn="just" eaLnBrk="1" hangingPunct="1">
              <a:lnSpc>
                <a:spcPct val="120000"/>
              </a:lnSpc>
              <a:buSzPct val="75000"/>
              <a:buNone/>
            </a:pP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五、 碳谱的解析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70" name="日期占位符 3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eaLnBrk="1" hangingPunct="1"/>
            <a:fld id="{BB962C8B-B14F-4D97-AF65-F5344CB8AC3E}" type="datetime10">
              <a:rPr lang="zh-CN" altLang="en-US" sz="1000" dirty="0">
                <a:solidFill>
                  <a:srgbClr val="000000"/>
                </a:solidFill>
              </a:rPr>
              <a:pPr eaLnBrk="1" hangingPunct="1"/>
              <a:t>11:36</a:t>
            </a:fld>
            <a:endParaRPr lang="zh-CN" altLang="en-US" sz="1000" dirty="0">
              <a:solidFill>
                <a:srgbClr val="000000"/>
              </a:solidFill>
            </a:endParaRPr>
          </a:p>
        </p:txBody>
      </p:sp>
      <p:sp>
        <p:nvSpPr>
          <p:cNvPr id="7171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algn="r" eaLnBrk="1" hangingPunct="1"/>
            <a:fld id="{9A0DB2DC-4C9A-4742-B13C-FB6460FD3503}" type="slidenum">
              <a:rPr lang="en-US" altLang="zh-CN" sz="1000" dirty="0">
                <a:solidFill>
                  <a:srgbClr val="000000"/>
                </a:solidFill>
              </a:rPr>
              <a:pPr algn="r" eaLnBrk="1" hangingPunct="1"/>
              <a:t>1</a:t>
            </a:fld>
            <a:endParaRPr lang="en-US" altLang="zh-CN" sz="1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9897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日期占位符 1"/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C4175F1-8F0E-4B9B-B0AA-BFDF52BF134C}" type="datetime10">
              <a:rPr lang="zh-CN" altLang="en-US" smtClean="0">
                <a:solidFill>
                  <a:srgbClr val="000000"/>
                </a:solidFill>
              </a:rPr>
              <a:pPr eaLnBrk="1" hangingPunct="1"/>
              <a:t>11:36</a:t>
            </a:fld>
            <a:endParaRPr lang="en-US" altLang="zh-CN" smtClean="0">
              <a:solidFill>
                <a:srgbClr val="000000"/>
              </a:solidFill>
            </a:endParaRPr>
          </a:p>
        </p:txBody>
      </p:sp>
      <p:sp>
        <p:nvSpPr>
          <p:cNvPr id="27651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AB2C16F-335C-420C-96E4-D08E4E0DB15D}" type="slidenum">
              <a:rPr lang="en-US" altLang="zh-CN" smtClean="0">
                <a:solidFill>
                  <a:srgbClr val="000000"/>
                </a:solidFill>
              </a:rPr>
              <a:pPr eaLnBrk="1" hangingPunct="1"/>
              <a:t>2</a:t>
            </a:fld>
            <a:endParaRPr lang="en-US" altLang="zh-CN" smtClean="0">
              <a:solidFill>
                <a:srgbClr val="000000"/>
              </a:solidFill>
            </a:endParaRPr>
          </a:p>
        </p:txBody>
      </p:sp>
      <p:sp>
        <p:nvSpPr>
          <p:cNvPr id="27652" name="Text Box 2"/>
          <p:cNvSpPr txBox="1">
            <a:spLocks noChangeArrowheads="1"/>
          </p:cNvSpPr>
          <p:nvPr/>
        </p:nvSpPr>
        <p:spPr bwMode="auto">
          <a:xfrm>
            <a:off x="323850" y="1513835"/>
            <a:ext cx="9000678" cy="1421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u"/>
            </a:pPr>
            <a:r>
              <a:rPr lang="en-US" altLang="zh-CN" sz="2400" b="1" dirty="0">
                <a:solidFill>
                  <a:srgbClr val="4739FB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质子噪声去耦谱是最常见的碳谱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。以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一相当宽的频率（包括样品中所有氢核的共振频率）照射样品，由此去除</a:t>
            </a:r>
            <a:r>
              <a:rPr lang="en-US" altLang="zh-CN" sz="2400" baseline="30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13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altLang="zh-CN" sz="2400" baseline="30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H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之间的全部耦合，使每种化学等价的碳原子仅出现一条共振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谱线；</a:t>
            </a:r>
            <a:endParaRPr lang="zh-CN" altLang="en-US"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653" name="Text Box 3"/>
          <p:cNvSpPr txBox="1">
            <a:spLocks noChangeArrowheads="1"/>
          </p:cNvSpPr>
          <p:nvPr/>
        </p:nvSpPr>
        <p:spPr bwMode="auto">
          <a:xfrm>
            <a:off x="395288" y="897731"/>
            <a:ext cx="817871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质子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噪声去耦谱（</a:t>
            </a:r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proton noise decoupling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</a:p>
        </p:txBody>
      </p:sp>
      <p:sp>
        <p:nvSpPr>
          <p:cNvPr id="27654" name="Text Box 3"/>
          <p:cNvSpPr txBox="1">
            <a:spLocks noChangeArrowheads="1"/>
          </p:cNvSpPr>
          <p:nvPr/>
        </p:nvSpPr>
        <p:spPr bwMode="auto">
          <a:xfrm>
            <a:off x="2163206" y="53209"/>
            <a:ext cx="510909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 smtClean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四、碳</a:t>
            </a:r>
            <a:r>
              <a:rPr lang="zh-CN" altLang="en-US" sz="32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谱中几种常见的图谱</a:t>
            </a:r>
          </a:p>
        </p:txBody>
      </p:sp>
      <p:sp>
        <p:nvSpPr>
          <p:cNvPr id="2" name="矩形 1"/>
          <p:cNvSpPr/>
          <p:nvPr/>
        </p:nvSpPr>
        <p:spPr>
          <a:xfrm>
            <a:off x="305703" y="2935763"/>
            <a:ext cx="8500591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u"/>
            </a:pP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有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几种不同种类的碳原子，即有几条共振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谱线；</a:t>
            </a:r>
            <a:endParaRPr lang="zh-CN" altLang="en-US"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05703" y="3646386"/>
            <a:ext cx="8644929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u"/>
            </a:pP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由于不同种类的碳原子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NOE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效应和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T</a:t>
            </a:r>
            <a:r>
              <a:rPr lang="en-US" altLang="zh-CN" sz="2400" baseline="-25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不同，峰高不能定量反映碳原子的数目。</a:t>
            </a:r>
          </a:p>
        </p:txBody>
      </p:sp>
    </p:spTree>
    <p:extLst>
      <p:ext uri="{BB962C8B-B14F-4D97-AF65-F5344CB8AC3E}">
        <p14:creationId xmlns:p14="http://schemas.microsoft.com/office/powerpoint/2010/main" val="173883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2" grpId="0"/>
      <p:bldP spid="27653" grpId="0"/>
      <p:bldP spid="2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195486"/>
            <a:ext cx="9865344" cy="470297"/>
          </a:xfrm>
        </p:spPr>
        <p:txBody>
          <a:bodyPr/>
          <a:lstStyle/>
          <a:p>
            <a:pPr algn="l" eaLnBrk="1" hangingPunct="1"/>
            <a:r>
              <a:rPr lang="en-US" altLang="zh-CN" sz="2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2.</a:t>
            </a:r>
            <a:r>
              <a:rPr lang="zh-CN" altLang="en-US" sz="2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反转门控去耦谱（</a:t>
            </a:r>
            <a:r>
              <a:rPr lang="en-US" altLang="zh-CN" sz="2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inverse gated decoupling</a:t>
            </a:r>
            <a:r>
              <a:rPr lang="zh-CN" altLang="en-US" sz="2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30725" name="Rectangle 3"/>
          <p:cNvSpPr>
            <a:spLocks noGrp="1" noChangeArrowheads="1"/>
          </p:cNvSpPr>
          <p:nvPr>
            <p:ph idx="1"/>
          </p:nvPr>
        </p:nvSpPr>
        <p:spPr>
          <a:xfrm>
            <a:off x="0" y="1025366"/>
            <a:ext cx="5112568" cy="3349228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1400" b="1" dirty="0" smtClean="0">
                <a:latin typeface="楷体_GB2312" pitchFamily="49" charset="-122"/>
                <a:ea typeface="楷体_GB2312" pitchFamily="49" charset="-122"/>
              </a:rPr>
              <a:t>     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</a:rPr>
              <a:t>反转门控去耦是用加长脉冲间隔，使脉冲间隔大于</a:t>
            </a:r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</a:rPr>
              <a:t>5T</a:t>
            </a:r>
            <a:r>
              <a:rPr lang="en-US" altLang="zh-CN" sz="2400" baseline="-25000" dirty="0" smtClean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</a:rPr>
              <a:t>,T</a:t>
            </a:r>
            <a:r>
              <a:rPr lang="en-US" altLang="zh-CN" sz="2400" baseline="-25000" dirty="0" smtClean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</a:rPr>
              <a:t>为该化合物各碳原子中最长纵向弛豫时间，使分子中所有碳核磁化强度矢量均恢复至平衡状态，</a:t>
            </a:r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</a:rPr>
              <a:t>NOE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</a:rPr>
              <a:t>的增益很少，使谱线强度能够代表碳数的多少的方法，由此方法测得的碳谱称为反转门控去耦谱，亦称为定量碳谱。</a:t>
            </a:r>
          </a:p>
        </p:txBody>
      </p:sp>
      <p:sp>
        <p:nvSpPr>
          <p:cNvPr id="30722" name="日期占位符 3"/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84A8F30-153E-4BF5-8300-34BB7EACC7CD}" type="datetime10">
              <a:rPr lang="zh-CN" altLang="en-US" smtClean="0">
                <a:solidFill>
                  <a:srgbClr val="000000"/>
                </a:solidFill>
              </a:rPr>
              <a:t>11:36</a:t>
            </a:fld>
            <a:endParaRPr lang="en-US" altLang="zh-CN" smtClean="0">
              <a:solidFill>
                <a:srgbClr val="000000"/>
              </a:solidFill>
            </a:endParaRPr>
          </a:p>
        </p:txBody>
      </p:sp>
      <p:sp>
        <p:nvSpPr>
          <p:cNvPr id="3072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AD8FEC7-5671-4563-A505-83FABA901E90}" type="slidenum">
              <a:rPr lang="en-US" altLang="zh-CN" smtClean="0">
                <a:solidFill>
                  <a:srgbClr val="000000"/>
                </a:solidFill>
              </a:rPr>
              <a:t>3</a:t>
            </a:fld>
            <a:endParaRPr lang="en-US" altLang="zh-CN" smtClean="0">
              <a:solidFill>
                <a:srgbClr val="000000"/>
              </a:solidFill>
            </a:endParaRP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4" t="2652" r="3647" b="633"/>
          <a:stretch>
            <a:fillRect/>
          </a:stretch>
        </p:blipFill>
        <p:spPr bwMode="auto">
          <a:xfrm>
            <a:off x="5366508" y="1574007"/>
            <a:ext cx="3744912" cy="1997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939710" y="2330648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023739" y="3457370"/>
            <a:ext cx="232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5" grpId="0" build="p"/>
      <p:bldP spid="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80" y="87474"/>
            <a:ext cx="9121120" cy="1025761"/>
          </a:xfrm>
        </p:spPr>
        <p:txBody>
          <a:bodyPr/>
          <a:lstStyle/>
          <a:p>
            <a:pPr eaLnBrk="1" hangingPunct="1"/>
            <a:r>
              <a:rPr lang="en-US" altLang="zh-CN" sz="2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3.DEPT</a:t>
            </a:r>
            <a:r>
              <a:rPr lang="zh-CN" altLang="en-US" sz="2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err="1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Distortionless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Enhancement by Polarization Transfer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</a:t>
            </a:r>
            <a:r>
              <a:rPr lang="zh-CN" altLang="en-US" sz="2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谱</a:t>
            </a:r>
            <a:endParaRPr lang="en-US" altLang="zh-CN" sz="2800" b="1" dirty="0" smtClean="0">
              <a:solidFill>
                <a:srgbClr val="0070C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1749" name="Rectangle 3"/>
          <p:cNvSpPr>
            <a:spLocks noGrp="1" noChangeArrowheads="1"/>
          </p:cNvSpPr>
          <p:nvPr>
            <p:ph idx="1"/>
          </p:nvPr>
        </p:nvSpPr>
        <p:spPr>
          <a:xfrm>
            <a:off x="684511" y="1256585"/>
            <a:ext cx="7920037" cy="809774"/>
          </a:xfrm>
        </p:spPr>
        <p:txBody>
          <a:bodyPr/>
          <a:lstStyle/>
          <a:p>
            <a:pPr marL="0" indent="0" eaLnBrk="1" hangingPunct="1">
              <a:lnSpc>
                <a:spcPct val="140000"/>
              </a:lnSpc>
              <a:buNone/>
            </a:pPr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DEPT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谱法是确定碳原子级数最常用的方法，由此得到的谱称为</a:t>
            </a:r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DEPT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谱图。</a:t>
            </a:r>
            <a:endParaRPr lang="zh-CN" alt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746" name="日期占位符 3"/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540469F-F8AC-4205-B6A0-8C2A3917F588}" type="datetime10">
              <a:rPr lang="zh-CN" altLang="en-US" smtClean="0">
                <a:solidFill>
                  <a:srgbClr val="000000"/>
                </a:solidFill>
              </a:rPr>
              <a:t>11:36</a:t>
            </a:fld>
            <a:endParaRPr lang="en-US" altLang="zh-CN" smtClean="0">
              <a:solidFill>
                <a:srgbClr val="000000"/>
              </a:solidFill>
            </a:endParaRPr>
          </a:p>
        </p:txBody>
      </p:sp>
      <p:sp>
        <p:nvSpPr>
          <p:cNvPr id="3174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6B4AA43-3C3E-460C-88EA-357BF2EA292F}" type="slidenum">
              <a:rPr lang="en-US" altLang="zh-CN" smtClean="0">
                <a:solidFill>
                  <a:srgbClr val="000000"/>
                </a:solidFill>
              </a:rPr>
              <a:t>4</a:t>
            </a:fld>
            <a:endParaRPr lang="en-US" altLang="zh-CN" smtClean="0">
              <a:solidFill>
                <a:srgbClr val="000000"/>
              </a:solidFill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1403648" y="2409733"/>
            <a:ext cx="7200900" cy="1458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ü"/>
            </a:pPr>
            <a:r>
              <a:rPr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DEPT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135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谱：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CH</a:t>
            </a:r>
            <a:r>
              <a:rPr lang="en-US" altLang="zh-CN" sz="2400" baseline="-30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、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CH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出正峰，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CH</a:t>
            </a:r>
            <a:r>
              <a:rPr lang="en-US" altLang="zh-CN" sz="2400" baseline="-30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出负峰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。</a:t>
            </a: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DEPT 90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谱：只有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CH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出正峰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DEPT 45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谱：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CH</a:t>
            </a:r>
            <a:r>
              <a:rPr lang="en-US" altLang="zh-CN" sz="2400" baseline="-30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CH</a:t>
            </a:r>
            <a:r>
              <a:rPr lang="en-US" altLang="zh-CN" sz="2400" baseline="-30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CH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均出正峰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2" name="矩形 1"/>
          <p:cNvSpPr/>
          <p:nvPr/>
        </p:nvSpPr>
        <p:spPr>
          <a:xfrm>
            <a:off x="3347864" y="1761660"/>
            <a:ext cx="3722494" cy="6093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40000"/>
              </a:lnSpc>
              <a:spcBef>
                <a:spcPct val="20000"/>
              </a:spcBef>
            </a:pPr>
            <a:r>
              <a:rPr lang="en-US" altLang="zh-CN" sz="24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DEPT</a:t>
            </a:r>
            <a:r>
              <a:rPr lang="zh-CN" altLang="en-US" sz="24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谱有下列三种谱图：</a:t>
            </a:r>
            <a:endParaRPr lang="en-US" altLang="zh-CN" sz="2400" kern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763688" y="4083918"/>
            <a:ext cx="71287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与质子噪声去偶谱对比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季碳可辨别</a:t>
            </a:r>
            <a:r>
              <a:rPr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出来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日期占位符 1"/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751BDC5-74C0-4E50-842F-A2D456C11903}" type="datetime10">
              <a:rPr lang="zh-CN" altLang="en-US" smtClean="0">
                <a:solidFill>
                  <a:srgbClr val="000000"/>
                </a:solidFill>
              </a:rPr>
              <a:t>11:36</a:t>
            </a:fld>
            <a:endParaRPr lang="en-US" altLang="zh-CN" smtClean="0">
              <a:solidFill>
                <a:srgbClr val="000000"/>
              </a:solidFill>
            </a:endParaRPr>
          </a:p>
        </p:txBody>
      </p:sp>
      <p:sp>
        <p:nvSpPr>
          <p:cNvPr id="32771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C7BEF36-FBF8-4571-A843-3ACBFA12C9F9}" type="slidenum">
              <a:rPr lang="en-US" altLang="zh-CN" smtClean="0">
                <a:solidFill>
                  <a:srgbClr val="000000"/>
                </a:solidFill>
              </a:rPr>
              <a:t>5</a:t>
            </a:fld>
            <a:endParaRPr lang="en-US" altLang="zh-CN" dirty="0" smtClean="0">
              <a:solidFill>
                <a:srgbClr val="000000"/>
              </a:solidFill>
            </a:endParaRPr>
          </a:p>
        </p:txBody>
      </p:sp>
      <p:pic>
        <p:nvPicPr>
          <p:cNvPr id="3277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778" y="127010"/>
            <a:ext cx="6840537" cy="2355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</p:pic>
      <p:sp>
        <p:nvSpPr>
          <p:cNvPr id="32773" name="Text Box 3"/>
          <p:cNvSpPr txBox="1">
            <a:spLocks noChangeArrowheads="1"/>
          </p:cNvSpPr>
          <p:nvPr/>
        </p:nvSpPr>
        <p:spPr bwMode="auto">
          <a:xfrm>
            <a:off x="2051051" y="357188"/>
            <a:ext cx="56165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32774" name="Text Box 5"/>
          <p:cNvSpPr txBox="1">
            <a:spLocks noChangeArrowheads="1"/>
          </p:cNvSpPr>
          <p:nvPr/>
        </p:nvSpPr>
        <p:spPr bwMode="auto">
          <a:xfrm>
            <a:off x="395288" y="1168004"/>
            <a:ext cx="28813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32775" name="Text Box 6"/>
          <p:cNvSpPr txBox="1">
            <a:spLocks noChangeArrowheads="1"/>
          </p:cNvSpPr>
          <p:nvPr/>
        </p:nvSpPr>
        <p:spPr bwMode="auto">
          <a:xfrm>
            <a:off x="1439068" y="2679762"/>
            <a:ext cx="7200900" cy="2012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ü"/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DEPT 135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谱：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CH</a:t>
            </a:r>
            <a:r>
              <a:rPr lang="en-US" altLang="zh-CN" sz="2400" b="1" baseline="-30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、 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CH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出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正峰， 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CH</a:t>
            </a:r>
            <a:r>
              <a:rPr lang="en-US" altLang="zh-CN" sz="2400" b="1" baseline="-30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出负峰。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DEPT 90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谱：只有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CH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出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正峰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DEPT 45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谱：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CH</a:t>
            </a:r>
            <a:r>
              <a:rPr lang="en-US" altLang="zh-CN" sz="2400" b="1" baseline="-30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CH</a:t>
            </a:r>
            <a:r>
              <a:rPr lang="en-US" altLang="zh-CN" sz="2400" b="1" baseline="-30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CH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均出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正峰。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与</a:t>
            </a:r>
            <a:r>
              <a:rPr lang="en-US" altLang="zh-CN" sz="2400" b="1" baseline="30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13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C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全去偶谱对比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季碳可辨别出来。</a:t>
            </a:r>
          </a:p>
        </p:txBody>
      </p:sp>
      <p:sp>
        <p:nvSpPr>
          <p:cNvPr id="32776" name="AutoShape 7"/>
          <p:cNvSpPr/>
          <p:nvPr/>
        </p:nvSpPr>
        <p:spPr bwMode="auto">
          <a:xfrm>
            <a:off x="1116014" y="3165873"/>
            <a:ext cx="217487" cy="1296088"/>
          </a:xfrm>
          <a:prstGeom prst="leftBrace">
            <a:avLst>
              <a:gd name="adj1" fmla="val 35888"/>
              <a:gd name="adj2" fmla="val 50000"/>
            </a:avLst>
          </a:prstGeom>
          <a:noFill/>
          <a:ln w="38100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solidFill>
                <a:srgbClr val="000000"/>
              </a:solidFill>
              <a:latin typeface="Comic Sans MS" panose="030F0702030302020204"/>
              <a:ea typeface="宋体" panose="02010600030101010101" pitchFamily="2" charset="-122"/>
            </a:endParaRPr>
          </a:p>
        </p:txBody>
      </p:sp>
      <p:sp>
        <p:nvSpPr>
          <p:cNvPr id="32777" name="Text Box 8"/>
          <p:cNvSpPr txBox="1">
            <a:spLocks noChangeArrowheads="1"/>
          </p:cNvSpPr>
          <p:nvPr/>
        </p:nvSpPr>
        <p:spPr bwMode="auto">
          <a:xfrm>
            <a:off x="404336" y="3166723"/>
            <a:ext cx="738664" cy="11334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000000"/>
                </a:solidFill>
              </a:rPr>
              <a:t>季碳均不出峰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394747" y="2137219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化合物</a:t>
            </a:r>
            <a:r>
              <a:rPr lang="en-US" altLang="zh-CN" dirty="0" smtClean="0"/>
              <a:t>17</a:t>
            </a:r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8035046" y="1559174"/>
            <a:ext cx="251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15506" y="1189842"/>
            <a:ext cx="251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15506" y="773463"/>
            <a:ext cx="251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15506" y="357188"/>
            <a:ext cx="251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title" idx="4294967295"/>
          </p:nvPr>
        </p:nvSpPr>
        <p:spPr>
          <a:xfrm>
            <a:off x="1042988" y="411163"/>
            <a:ext cx="6870700" cy="498475"/>
          </a:xfrm>
        </p:spPr>
        <p:txBody>
          <a:bodyPr/>
          <a:lstStyle/>
          <a:p>
            <a:pPr eaLnBrk="1" hangingPunct="1"/>
            <a:r>
              <a:rPr lang="zh-CN" altLang="en-US" sz="3600" b="1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五、碳谱的解析</a:t>
            </a:r>
          </a:p>
        </p:txBody>
      </p:sp>
      <p:sp>
        <p:nvSpPr>
          <p:cNvPr id="20483" name="Rectangle 8"/>
          <p:cNvSpPr>
            <a:spLocks noGrp="1" noChangeArrowheads="1"/>
          </p:cNvSpPr>
          <p:nvPr>
            <p:ph type="body" idx="4294967295"/>
          </p:nvPr>
        </p:nvSpPr>
        <p:spPr>
          <a:xfrm>
            <a:off x="1447800" y="1419225"/>
            <a:ext cx="7696200" cy="1656581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SzPct val="75000"/>
              <a:buFont typeface="Arial" pitchFamily="34" charset="0"/>
              <a:buNone/>
            </a:pPr>
            <a:r>
              <a:rPr lang="en-US" altLang="zh-CN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1. </a:t>
            </a:r>
            <a:r>
              <a:rPr lang="zh-CN" altLang="en-US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碳谱的解析步骤</a:t>
            </a:r>
            <a:endParaRPr lang="en-US" altLang="zh-CN" b="1" dirty="0" smtClean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SzPct val="75000"/>
              <a:buFont typeface="Arial" pitchFamily="34" charset="0"/>
              <a:buNone/>
            </a:pPr>
            <a:r>
              <a:rPr lang="en-US" altLang="zh-CN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2.</a:t>
            </a:r>
            <a:r>
              <a:rPr lang="zh-CN" altLang="en-US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碳谱解析解析实例</a:t>
            </a:r>
            <a:endParaRPr lang="en-US" altLang="zh-CN" b="1" dirty="0" smtClean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4481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>
          <a:xfrm>
            <a:off x="407442" y="214998"/>
            <a:ext cx="5472658" cy="378619"/>
          </a:xfrm>
        </p:spPr>
        <p:txBody>
          <a:bodyPr/>
          <a:lstStyle/>
          <a:p>
            <a:pPr algn="l" eaLnBrk="1" hangingPunct="1"/>
            <a:r>
              <a:rPr lang="en-US" altLang="zh-CN" sz="3200" b="1" dirty="0" smtClean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lang="zh-CN" altLang="en-US" sz="3200" b="1" dirty="0" smtClean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碳谱的解析步骤</a:t>
            </a:r>
          </a:p>
        </p:txBody>
      </p:sp>
      <p:sp>
        <p:nvSpPr>
          <p:cNvPr id="33797" name="Rectangle 3"/>
          <p:cNvSpPr>
            <a:spLocks noGrp="1" noChangeArrowheads="1"/>
          </p:cNvSpPr>
          <p:nvPr>
            <p:ph idx="1"/>
          </p:nvPr>
        </p:nvSpPr>
        <p:spPr>
          <a:xfrm>
            <a:off x="412450" y="1451371"/>
            <a:ext cx="8351838" cy="486054"/>
          </a:xfrm>
        </p:spPr>
        <p:txBody>
          <a:bodyPr/>
          <a:lstStyle/>
          <a:p>
            <a:pPr marL="0" indent="0" eaLnBrk="1" hangingPunct="1">
              <a:lnSpc>
                <a:spcPct val="110000"/>
              </a:lnSpc>
              <a:buSzPct val="75000"/>
              <a:buNone/>
            </a:pPr>
            <a:r>
              <a:rPr lang="en-US" altLang="zh-CN" sz="28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8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）区分谱图中的溶剂峰和杂质峰</a:t>
            </a:r>
            <a:r>
              <a:rPr lang="zh-CN" altLang="en-US" sz="2400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        </a:t>
            </a:r>
          </a:p>
        </p:txBody>
      </p:sp>
      <p:sp>
        <p:nvSpPr>
          <p:cNvPr id="33794" name="日期占位符 3"/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062C4A9-4C29-4F0C-A582-489294719AC6}" type="datetime10">
              <a:rPr lang="zh-CN" altLang="en-US" smtClean="0">
                <a:solidFill>
                  <a:srgbClr val="000000"/>
                </a:solidFill>
              </a:rPr>
              <a:t>11:36</a:t>
            </a:fld>
            <a:endParaRPr lang="en-US" altLang="zh-CN" smtClean="0">
              <a:solidFill>
                <a:srgbClr val="000000"/>
              </a:solidFill>
            </a:endParaRPr>
          </a:p>
        </p:txBody>
      </p:sp>
      <p:sp>
        <p:nvSpPr>
          <p:cNvPr id="3379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CADFD63-B39B-4584-9DE9-2520DD7BC6F8}" type="slidenum">
              <a:rPr lang="en-US" altLang="zh-CN" smtClean="0">
                <a:solidFill>
                  <a:srgbClr val="000000"/>
                </a:solidFill>
              </a:rPr>
              <a:t>7</a:t>
            </a:fld>
            <a:endParaRPr lang="en-US" altLang="zh-CN" smtClean="0">
              <a:solidFill>
                <a:srgbClr val="00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412450" y="3003798"/>
            <a:ext cx="851163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75000"/>
              <a:buFont typeface="Wingdings" panose="05000000000000000000" pitchFamily="2" charset="2"/>
              <a:buChar char="u"/>
            </a:pPr>
            <a:r>
              <a:rPr lang="zh-CN" altLang="en-US" sz="24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400" kern="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  一般</a:t>
            </a:r>
            <a:r>
              <a:rPr lang="zh-CN" altLang="en-US" sz="24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杂质峰均为较弱的峰。当杂质峰较强而难以确定时，可用反转门控去耦的方法测定定量碳谱，在定量碳谱中各峰面积（ 峰强度）与分子结构中各碳原子数成正比，明显不符合比例关系的峰一般为杂质峰。</a:t>
            </a:r>
            <a:endParaRPr lang="zh-CN" altLang="en-US" dirty="0">
              <a:solidFill>
                <a:srgbClr val="000000"/>
              </a:solidFill>
              <a:latin typeface="Comic Sans MS" panose="030F0702030302020204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95537" y="681540"/>
            <a:ext cx="4355680" cy="5663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10000"/>
              </a:lnSpc>
              <a:spcBef>
                <a:spcPct val="20000"/>
              </a:spcBef>
              <a:buSzPct val="75000"/>
            </a:pP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）由分子式计算</a:t>
            </a:r>
            <a:r>
              <a:rPr lang="zh-CN" altLang="en-US" sz="2800" b="1" kern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不饱和度</a:t>
            </a:r>
            <a:endParaRPr lang="en-US" altLang="zh-CN" sz="2800" b="1" kern="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1973253"/>
            <a:ext cx="8352928" cy="90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lnSpc>
                <a:spcPct val="110000"/>
              </a:lnSpc>
              <a:spcBef>
                <a:spcPct val="20000"/>
              </a:spcBef>
              <a:buClr>
                <a:srgbClr val="002060"/>
              </a:buClr>
              <a:buSzPct val="75000"/>
              <a:buFont typeface="Wingdings" panose="05000000000000000000" pitchFamily="2" charset="2"/>
              <a:buChar char="u"/>
            </a:pPr>
            <a:r>
              <a:rPr lang="zh-CN" altLang="en-US" sz="2400" kern="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   除</a:t>
            </a:r>
            <a:r>
              <a:rPr lang="zh-CN" altLang="en-US" sz="24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氘代水（</a:t>
            </a:r>
            <a:r>
              <a:rPr lang="en-US" altLang="zh-CN" sz="24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r>
              <a:rPr lang="en-US" altLang="zh-CN" sz="2400" kern="0" baseline="-25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en-US" altLang="zh-CN" sz="24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O</a:t>
            </a:r>
            <a:r>
              <a:rPr lang="zh-CN" altLang="en-US" sz="24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）等少数不含碳的氘代溶剂外，溶剂中的碳原子在碳谱中均有相应的共振吸收</a:t>
            </a:r>
            <a:r>
              <a:rPr lang="zh-CN" altLang="en-US" sz="2400" kern="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峰</a:t>
            </a:r>
            <a:endParaRPr lang="zh-CN" altLang="en-US" sz="2400" kern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7" grpId="0" build="p"/>
      <p:bldP spid="2" grpId="0"/>
      <p:bldP spid="3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771550"/>
            <a:ext cx="7696200" cy="2159887"/>
          </a:xfrm>
        </p:spPr>
        <p:txBody>
          <a:bodyPr/>
          <a:lstStyle/>
          <a:p>
            <a:pPr marL="0" indent="0" eaLnBrk="1" hangingPunct="1">
              <a:lnSpc>
                <a:spcPct val="110000"/>
              </a:lnSpc>
              <a:buSzPct val="75000"/>
              <a:buNone/>
            </a:pPr>
            <a:r>
              <a:rPr lang="en-US" altLang="zh-CN" sz="28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3) </a:t>
            </a:r>
            <a:r>
              <a:rPr lang="zh-CN" altLang="en-US" sz="28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分析化合物结构的对称性</a:t>
            </a:r>
            <a:endParaRPr lang="en-US" altLang="zh-CN" sz="2800" b="1" dirty="0" smtClean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eaLnBrk="1" hangingPunct="1">
              <a:lnSpc>
                <a:spcPct val="110000"/>
              </a:lnSpc>
              <a:buSzPct val="75000"/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400" b="1" dirty="0" smtClean="0">
                <a:latin typeface="微软雅黑" panose="020B0503020204020204" charset="-122"/>
                <a:ea typeface="微软雅黑" panose="020B0503020204020204" charset="-122"/>
              </a:rPr>
              <a:t>      </a:t>
            </a:r>
          </a:p>
          <a:p>
            <a:pPr marL="0" indent="0" eaLnBrk="1" hangingPunct="1">
              <a:lnSpc>
                <a:spcPct val="110000"/>
              </a:lnSpc>
              <a:buSzPct val="75000"/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400" b="1" dirty="0" smtClean="0">
                <a:latin typeface="微软雅黑" panose="020B0503020204020204" charset="-122"/>
                <a:ea typeface="微软雅黑" panose="020B0503020204020204" charset="-122"/>
              </a:rPr>
              <a:t>     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</a:rPr>
              <a:t>在质子噪声去耦谱中每条谱线都表示一种类型的碳原子，故当谱线数目与分子式中碳原子数目相等时，说明分子没有对称性，而当谱线数目小于分子式中碳原子数目时，则说明分子中有某种对称性，</a:t>
            </a:r>
            <a:endParaRPr lang="zh-CN" altLang="en-US" sz="2400" b="1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842" name="日期占位符 3"/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6ECB33C-3C73-4030-92FF-B148F34F0780}" type="datetime10">
              <a:rPr lang="zh-CN" altLang="en-US" smtClean="0">
                <a:solidFill>
                  <a:srgbClr val="000000"/>
                </a:solidFill>
              </a:rPr>
              <a:t>11:36</a:t>
            </a:fld>
            <a:endParaRPr lang="en-US" altLang="zh-CN" smtClean="0">
              <a:solidFill>
                <a:srgbClr val="000000"/>
              </a:solidFill>
            </a:endParaRPr>
          </a:p>
        </p:txBody>
      </p:sp>
      <p:sp>
        <p:nvSpPr>
          <p:cNvPr id="3584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97C6128-B7A4-48D9-93B0-10281D31E252}" type="slidenum">
              <a:rPr lang="en-US" altLang="zh-CN" smtClean="0">
                <a:solidFill>
                  <a:srgbClr val="000000"/>
                </a:solidFill>
              </a:rPr>
              <a:t>8</a:t>
            </a:fld>
            <a:endParaRPr lang="en-US" altLang="zh-CN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3"/>
          <p:cNvSpPr>
            <a:spLocks noGrp="1" noChangeArrowheads="1"/>
          </p:cNvSpPr>
          <p:nvPr>
            <p:ph idx="1"/>
          </p:nvPr>
        </p:nvSpPr>
        <p:spPr>
          <a:xfrm>
            <a:off x="144214" y="195486"/>
            <a:ext cx="8604250" cy="539948"/>
          </a:xfrm>
        </p:spPr>
        <p:txBody>
          <a:bodyPr/>
          <a:lstStyle/>
          <a:p>
            <a:pPr marL="0" indent="0" algn="just" eaLnBrk="1" hangingPunct="1">
              <a:lnSpc>
                <a:spcPct val="130000"/>
              </a:lnSpc>
              <a:buSzPct val="75000"/>
              <a:buNone/>
            </a:pPr>
            <a:r>
              <a:rPr lang="en-US" altLang="zh-CN" sz="28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4) </a:t>
            </a:r>
            <a:r>
              <a:rPr lang="zh-CN" altLang="en-US" sz="28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按化学位移值分区确定碳原子类型</a:t>
            </a:r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1900" dirty="0" smtClean="0">
                <a:latin typeface="宋体" panose="02010600030101010101" pitchFamily="2" charset="-122"/>
              </a:rPr>
              <a:t>  </a:t>
            </a:r>
            <a:endParaRPr lang="zh-CN" altLang="en-US" sz="2000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866" name="日期占位符 3"/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8DAF60C-ADA0-4AE2-83DB-5EEA801B23A4}" type="datetime10">
              <a:rPr lang="zh-CN" altLang="en-US" smtClean="0">
                <a:solidFill>
                  <a:srgbClr val="000000"/>
                </a:solidFill>
              </a:rPr>
              <a:t>11:36</a:t>
            </a:fld>
            <a:endParaRPr lang="en-US" altLang="zh-CN" smtClean="0">
              <a:solidFill>
                <a:srgbClr val="000000"/>
              </a:solidFill>
            </a:endParaRPr>
          </a:p>
        </p:txBody>
      </p:sp>
      <p:sp>
        <p:nvSpPr>
          <p:cNvPr id="3686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C22901F-4510-4CD3-9427-042A8D3D31C6}" type="slidenum">
              <a:rPr lang="en-US" altLang="zh-CN" smtClean="0">
                <a:solidFill>
                  <a:srgbClr val="000000"/>
                </a:solidFill>
              </a:rPr>
              <a:t>9</a:t>
            </a:fld>
            <a:endParaRPr lang="en-US" altLang="zh-CN" smtClean="0">
              <a:solidFill>
                <a:srgbClr val="00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51520" y="793760"/>
            <a:ext cx="8280920" cy="4534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30000"/>
              </a:lnSpc>
              <a:spcBef>
                <a:spcPct val="20000"/>
              </a:spcBef>
            </a:pPr>
            <a:r>
              <a:rPr lang="zh-CN" altLang="en-US" sz="2000" kern="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分为</a:t>
            </a:r>
            <a:r>
              <a:rPr lang="zh-CN" altLang="en-US" sz="20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三个区，根据这三个区域可大致归属谱图中各谱线的碳原子</a:t>
            </a:r>
            <a:r>
              <a:rPr lang="zh-CN" altLang="en-US" sz="2000" kern="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</a:t>
            </a:r>
            <a:endParaRPr lang="zh-CN" altLang="en-US" sz="2000" kern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24916" y="1319395"/>
            <a:ext cx="8307524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algn="just">
              <a:lnSpc>
                <a:spcPct val="13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u"/>
            </a:pPr>
            <a:r>
              <a:rPr lang="zh-CN" altLang="en-US" sz="20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饱和碳原子区（</a:t>
            </a:r>
            <a:r>
              <a:rPr lang="zh-CN" altLang="en-US" sz="20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</a:t>
            </a:r>
            <a:r>
              <a:rPr lang="en-US" altLang="zh-CN" sz="20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&lt;100</a:t>
            </a:r>
            <a:r>
              <a:rPr lang="zh-CN" altLang="en-US" sz="20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  饱和碳原子若不直接和杂原子（ </a:t>
            </a:r>
            <a:r>
              <a:rPr lang="en-US" altLang="zh-CN" sz="20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</a:t>
            </a:r>
            <a:r>
              <a:rPr lang="zh-CN" altLang="en-US" sz="20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0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r>
              <a:rPr lang="zh-CN" altLang="en-US" sz="20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0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0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0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 </a:t>
            </a:r>
            <a:r>
              <a:rPr lang="zh-CN" altLang="en-US" sz="20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等）相连，其化学位移值一般小于 </a:t>
            </a:r>
            <a:r>
              <a:rPr lang="en-US" altLang="zh-CN" sz="20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55</a:t>
            </a:r>
            <a:r>
              <a:rPr lang="zh-CN" altLang="en-US" sz="2000" kern="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2000" kern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81617" y="2061380"/>
            <a:ext cx="8532440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algn="just">
              <a:lnSpc>
                <a:spcPct val="13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u"/>
            </a:pPr>
            <a:r>
              <a:rPr lang="zh-CN" altLang="en-US" sz="20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不饱和碳原子区（ </a:t>
            </a:r>
            <a:r>
              <a:rPr lang="zh-CN" altLang="en-US" sz="20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</a:t>
            </a:r>
            <a:r>
              <a:rPr lang="zh-CN" altLang="en-US" sz="20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90-160</a:t>
            </a:r>
            <a:r>
              <a:rPr lang="zh-CN" altLang="en-US" sz="20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  烯碳原子和芳碳原子在这个区域出峰。当其直接与杂原子相连时，化学位移值可能会大于 </a:t>
            </a:r>
            <a:r>
              <a:rPr lang="en-US" altLang="zh-CN" sz="20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160</a:t>
            </a:r>
            <a:r>
              <a:rPr lang="zh-CN" altLang="en-US" sz="20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。叠烯的中央碳原子出峰位置也大于 </a:t>
            </a:r>
            <a:r>
              <a:rPr lang="en-US" altLang="zh-CN" sz="20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160</a:t>
            </a:r>
            <a:r>
              <a:rPr lang="zh-CN" altLang="en-US" sz="20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。炔碳原子化学位移值范围为 </a:t>
            </a:r>
            <a:r>
              <a:rPr lang="en-US" altLang="zh-CN" sz="20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70-100</a:t>
            </a:r>
            <a:r>
              <a:rPr lang="zh-CN" altLang="en-US" sz="2000" kern="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2000" kern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7613" y="3579862"/>
            <a:ext cx="8680448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algn="just">
              <a:lnSpc>
                <a:spcPct val="13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u"/>
            </a:pPr>
            <a:r>
              <a:rPr lang="zh-CN" altLang="en-US" sz="20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羰基或叠烯区（ </a:t>
            </a:r>
            <a:r>
              <a:rPr lang="zh-CN" altLang="en-US" sz="20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</a:t>
            </a:r>
            <a:r>
              <a:rPr lang="zh-CN" altLang="en-US" sz="20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&gt;150</a:t>
            </a:r>
            <a:r>
              <a:rPr lang="zh-CN" altLang="en-US" sz="2000" kern="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zh-CN" altLang="en-US" sz="20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叠烯的中央碳原子出峰位置也大于 </a:t>
            </a:r>
            <a:r>
              <a:rPr lang="en-US" altLang="zh-CN" sz="2000" kern="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160</a:t>
            </a:r>
            <a:r>
              <a:rPr lang="zh-CN" altLang="en-US" sz="2000" kern="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；羰基碳</a:t>
            </a:r>
            <a:r>
              <a:rPr lang="zh-CN" altLang="en-US" sz="20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原子的 </a:t>
            </a:r>
            <a:r>
              <a:rPr lang="zh-CN" altLang="en-US" sz="20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</a:t>
            </a:r>
            <a:r>
              <a:rPr lang="zh-CN" altLang="en-US" sz="20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值一般 </a:t>
            </a:r>
            <a:r>
              <a:rPr lang="en-US" altLang="zh-CN" sz="20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&gt;160</a:t>
            </a:r>
            <a:r>
              <a:rPr lang="zh-CN" altLang="en-US" sz="20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。其中酸、酯和</a:t>
            </a:r>
            <a:r>
              <a:rPr lang="zh-CN" altLang="en-US" sz="2000" kern="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酸酐等羰基</a:t>
            </a:r>
            <a:r>
              <a:rPr lang="zh-CN" altLang="en-US" sz="20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碳原子在 </a:t>
            </a:r>
            <a:r>
              <a:rPr lang="en-US" altLang="zh-CN" sz="20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160-180 </a:t>
            </a:r>
            <a:r>
              <a:rPr lang="zh-CN" altLang="en-US" sz="20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出峰，酮和醛在 </a:t>
            </a:r>
            <a:r>
              <a:rPr lang="en-US" altLang="zh-CN" sz="20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200 </a:t>
            </a:r>
            <a:r>
              <a:rPr lang="zh-CN" altLang="en-US" sz="20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以上出峰。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465535"/>
            <a:ext cx="7696200" cy="2754287"/>
          </a:xfrm>
        </p:spPr>
        <p:txBody>
          <a:bodyPr/>
          <a:lstStyle/>
          <a:p>
            <a:pPr marL="0" indent="0" algn="just" eaLnBrk="1" hangingPunct="1">
              <a:lnSpc>
                <a:spcPct val="130000"/>
              </a:lnSpc>
              <a:buSzPct val="75000"/>
              <a:buNone/>
            </a:pPr>
            <a:r>
              <a:rPr lang="en-US" altLang="zh-CN" sz="28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altLang="en-US" sz="28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）碳原子级数的确定</a:t>
            </a:r>
          </a:p>
          <a:p>
            <a:pPr algn="just" eaLnBrk="1" hangingPunct="1">
              <a:lnSpc>
                <a:spcPct val="130000"/>
              </a:lnSpc>
              <a:buFont typeface="宋体" panose="02010600030101010101" pitchFamily="2" charset="-122"/>
              <a:buNone/>
            </a:pPr>
            <a:r>
              <a:rPr lang="zh-CN" altLang="en-US" sz="2800" dirty="0" smtClean="0">
                <a:latin typeface="宋体" panose="02010600030101010101" pitchFamily="2" charset="-122"/>
              </a:rPr>
              <a:t>    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</a:rPr>
              <a:t>测定化合物的</a:t>
            </a:r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</a:rPr>
              <a:t>DEPT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</a:rPr>
              <a:t>谱并参照该化合物的质子噪声去耦谱，对</a:t>
            </a:r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</a:rPr>
              <a:t>DEPT-45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</a:rPr>
              <a:t>DEPT-90 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</a:rPr>
              <a:t>和 </a:t>
            </a:r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</a:rPr>
              <a:t>DEPT-135 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</a:rPr>
              <a:t>谱进行分析，由此确定各谱线所属的碳原子级数。根据碳原子的级数，便可计算出与碳相连的氢原子数。若此数目小于分子式中的氢原子数，则表明化合物中含有活泼氢，其数目为二者之差。</a:t>
            </a:r>
          </a:p>
        </p:txBody>
      </p:sp>
      <p:sp>
        <p:nvSpPr>
          <p:cNvPr id="37890" name="日期占位符 3"/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2501615-A21B-466A-8A2E-527CF723B0DB}" type="datetime10">
              <a:rPr lang="zh-CN" altLang="en-US" smtClean="0">
                <a:solidFill>
                  <a:srgbClr val="000000"/>
                </a:solidFill>
              </a:rPr>
              <a:t>11:36</a:t>
            </a:fld>
            <a:endParaRPr lang="en-US" altLang="zh-CN" smtClean="0">
              <a:solidFill>
                <a:srgbClr val="000000"/>
              </a:solidFill>
            </a:endParaRPr>
          </a:p>
        </p:txBody>
      </p:sp>
      <p:sp>
        <p:nvSpPr>
          <p:cNvPr id="3789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16BAD02-6A7E-445E-B8FB-75A0C03EB190}" type="slidenum">
              <a:rPr lang="en-US" altLang="zh-CN" smtClean="0">
                <a:solidFill>
                  <a:srgbClr val="000000"/>
                </a:solidFill>
              </a:rPr>
              <a:t>10</a:t>
            </a:fld>
            <a:endParaRPr lang="en-US" altLang="zh-CN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357187"/>
            <a:ext cx="7993062" cy="486371"/>
          </a:xfrm>
        </p:spPr>
        <p:txBody>
          <a:bodyPr/>
          <a:lstStyle/>
          <a:p>
            <a:pPr marL="0" indent="0" eaLnBrk="1" hangingPunct="1">
              <a:lnSpc>
                <a:spcPct val="130000"/>
              </a:lnSpc>
              <a:buSzPct val="75000"/>
              <a:buNone/>
            </a:pPr>
            <a:r>
              <a:rPr lang="en-US" altLang="zh-CN" sz="28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r>
              <a:rPr lang="zh-CN" altLang="en-US" sz="28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）对碳谱各谱线进行归属，推测可能结构</a:t>
            </a:r>
          </a:p>
          <a:p>
            <a:pPr lvl="0">
              <a:lnSpc>
                <a:spcPct val="130000"/>
              </a:lnSpc>
              <a:buNone/>
              <a:defRPr/>
            </a:pPr>
            <a:r>
              <a:rPr lang="zh-CN" altLang="en-US" sz="2400" kern="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        </a:t>
            </a:r>
            <a:r>
              <a:rPr lang="zh-CN" altLang="en-US" sz="2400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</a:t>
            </a:r>
            <a:r>
              <a:rPr lang="zh-CN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了碳谱中的溶剂峰和杂质峰、分子有无对称性、各谱线所属的碳原子的类型以及各谱线所属的碳原子的级数后，对于简单的化合物，已知分子式后，即可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推测出结构单元并进一步组合成若干可能的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结构式，通过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对碳谱的指认，从中找出最合理的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结构式。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914" name="日期占位符 3"/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BC47DE8-9921-48B2-9A13-7A045A06E571}" type="datetime10">
              <a:rPr lang="zh-CN" altLang="en-US" smtClean="0">
                <a:solidFill>
                  <a:srgbClr val="000000"/>
                </a:solidFill>
              </a:rPr>
              <a:t>11:36</a:t>
            </a:fld>
            <a:endParaRPr lang="en-US" altLang="zh-CN" smtClean="0">
              <a:solidFill>
                <a:srgbClr val="000000"/>
              </a:solidFill>
            </a:endParaRPr>
          </a:p>
        </p:txBody>
      </p:sp>
      <p:sp>
        <p:nvSpPr>
          <p:cNvPr id="3891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EBFB01A-23CC-42BE-85CB-0B43EE9A178D}" type="slidenum">
              <a:rPr lang="en-US" altLang="zh-CN" smtClean="0">
                <a:solidFill>
                  <a:srgbClr val="000000"/>
                </a:solidFill>
              </a:rPr>
              <a:t>11</a:t>
            </a:fld>
            <a:endParaRPr lang="en-US" altLang="zh-CN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5859" y="887721"/>
            <a:ext cx="88681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例</a:t>
            </a:r>
            <a:r>
              <a:rPr lang="en-US" altLang="zh-CN" sz="2400" b="1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 </a:t>
            </a:r>
            <a:r>
              <a:rPr lang="zh-CN" altLang="en-US" sz="2400" b="1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化合物</a:t>
            </a:r>
            <a:r>
              <a:rPr lang="en-US" altLang="zh-CN" sz="2400" b="1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r>
              <a:rPr lang="en-US" altLang="zh-CN" sz="2400" b="1" baseline="-25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lang="en-US" altLang="zh-CN" sz="2400" b="1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H</a:t>
            </a:r>
            <a:r>
              <a:rPr lang="en-US" altLang="zh-CN" sz="2400" b="1" baseline="-25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lang="en-US" altLang="zh-CN" sz="2400" b="1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O</a:t>
            </a:r>
            <a:r>
              <a:rPr lang="zh-CN" altLang="en-US" sz="2400" b="1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，根据</a:t>
            </a:r>
            <a:r>
              <a:rPr lang="en-US" altLang="zh-CN" sz="2400" b="1" baseline="30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13</a:t>
            </a:r>
            <a:r>
              <a:rPr lang="en-US" altLang="zh-CN" sz="2400" b="1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CNMR</a:t>
            </a:r>
            <a:r>
              <a:rPr lang="zh-CN" altLang="en-US" sz="2400" b="1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谱图确定结构，并说明依据。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491630"/>
            <a:ext cx="6735841" cy="31772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1"/>
          <p:cNvSpPr>
            <a:spLocks noChangeArrowheads="1"/>
          </p:cNvSpPr>
          <p:nvPr/>
        </p:nvSpPr>
        <p:spPr bwMode="auto">
          <a:xfrm>
            <a:off x="2447925" y="0"/>
            <a:ext cx="305724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SzPct val="75000"/>
            </a:pPr>
            <a:r>
              <a:rPr lang="en-US" altLang="zh-CN" sz="3200" b="1" dirty="0" smtClean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2.</a:t>
            </a:r>
            <a:r>
              <a:rPr lang="zh-CN" altLang="en-US" sz="3200" b="1" dirty="0" smtClean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碳谱解析</a:t>
            </a:r>
            <a:r>
              <a:rPr lang="zh-CN" altLang="en-US" sz="3200" b="1" dirty="0">
                <a:solidFill>
                  <a:srgbClr val="0070C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实例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8"/>
          <p:cNvSpPr/>
          <p:nvPr/>
        </p:nvSpPr>
        <p:spPr>
          <a:xfrm>
            <a:off x="545465" y="99733"/>
            <a:ext cx="6574790" cy="113261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1) 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计算不饱和度</a:t>
            </a:r>
            <a:endParaRPr lang="zh-CN" altLang="en-US" sz="24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f = 1+8-8/2 = 5</a:t>
            </a:r>
            <a:r>
              <a:rPr lang="en-US" altLang="zh-CN" sz="2400" dirty="0">
                <a:solidFill>
                  <a:srgbClr val="000099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Rectangle 8"/>
          <p:cNvSpPr/>
          <p:nvPr/>
        </p:nvSpPr>
        <p:spPr>
          <a:xfrm>
            <a:off x="534776" y="1033400"/>
            <a:ext cx="7741920" cy="113261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2) 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分子对称性的分析</a:t>
            </a:r>
            <a:endParaRPr lang="zh-CN" altLang="en-US" sz="24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条谱线    分子式有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个碳原子    存在一定的对称性</a:t>
            </a:r>
          </a:p>
        </p:txBody>
      </p:sp>
      <p:sp>
        <p:nvSpPr>
          <p:cNvPr id="7" name="Rectangle 8"/>
          <p:cNvSpPr/>
          <p:nvPr/>
        </p:nvSpPr>
        <p:spPr>
          <a:xfrm>
            <a:off x="534777" y="2004310"/>
            <a:ext cx="7421600" cy="257301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3) 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碳原子的化学位移值的分区</a:t>
            </a:r>
            <a:endParaRPr lang="zh-CN" altLang="en-US" sz="24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羰基区  </a:t>
            </a: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δ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=192   </a:t>
            </a:r>
            <a:r>
              <a:rPr lang="zh-CN" altLang="en-US" sz="2400" baseline="30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 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C=O 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（和不饱和基团相连）</a:t>
            </a:r>
          </a:p>
          <a:p>
            <a:pPr>
              <a:lnSpc>
                <a:spcPct val="130000"/>
              </a:lnSpc>
            </a:pP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      不饱和碳原子区 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δ=</a:t>
            </a:r>
            <a:r>
              <a:rPr lang="en-US" altLang="zh-CN" sz="2400" dirty="0" smtClean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128 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129  132  137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四条谱线 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                        单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取代苯或对位取代</a:t>
            </a: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苯</a:t>
            </a:r>
            <a:endParaRPr lang="zh-CN" altLang="en-US" sz="2400" i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2400" i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      </a:t>
            </a: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饱和碳原子区 </a:t>
            </a:r>
            <a:r>
              <a:rPr lang="zh-CN" altLang="en-US" sz="2400" i="1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  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δ</a:t>
            </a:r>
            <a:r>
              <a:rPr lang="en-US" altLang="zh-CN" sz="2400" dirty="0" smtClean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=26 </a:t>
            </a:r>
            <a:r>
              <a:rPr lang="zh-CN" altLang="en-US" sz="2400" i="1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          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   </a:t>
            </a:r>
            <a:endParaRPr lang="zh-CN" altLang="en-US" sz="2400" i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758" y="99733"/>
            <a:ext cx="3301242" cy="15571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8" grpId="0"/>
      <p:bldP spid="26628" grpId="1"/>
      <p:bldP spid="4" grpId="1"/>
      <p:bldP spid="4" grpId="2"/>
      <p:bldP spid="7" grpId="0"/>
      <p:bldP spid="7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6"/>
          <p:cNvSpPr/>
          <p:nvPr/>
        </p:nvSpPr>
        <p:spPr>
          <a:xfrm>
            <a:off x="539750" y="1977629"/>
            <a:ext cx="7848600" cy="572464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rgbClr val="FF0066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</a:p>
        </p:txBody>
      </p:sp>
      <p:sp>
        <p:nvSpPr>
          <p:cNvPr id="7" name="Rectangle 8"/>
          <p:cNvSpPr/>
          <p:nvPr/>
        </p:nvSpPr>
        <p:spPr>
          <a:xfrm>
            <a:off x="-396552" y="-22919"/>
            <a:ext cx="9793087" cy="257301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4)</a:t>
            </a:r>
            <a:r>
              <a:rPr lang="zh-CN" altLang="en-US" sz="28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碳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原子级数的确定</a:t>
            </a:r>
          </a:p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质子噪声去偶谱与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DEPT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谱比对</a:t>
            </a:r>
            <a:endParaRPr lang="zh-CN" altLang="en-US" sz="2400" dirty="0">
              <a:solidFill>
                <a:srgbClr val="FF33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rgbClr val="FF33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 dirty="0" smtClean="0">
                <a:solidFill>
                  <a:srgbClr val="FF33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羰基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  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δ=192   </a:t>
            </a:r>
            <a:r>
              <a:rPr lang="zh-CN" altLang="en-US" sz="2400" baseline="30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季碳</a:t>
            </a:r>
          </a:p>
          <a:p>
            <a:pPr>
              <a:lnSpc>
                <a:spcPct val="130000"/>
              </a:lnSpc>
            </a:pP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不饱和碳原子区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δ=128,129,132  CH 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以及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δ=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138   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季碳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单取代苯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</a:p>
          <a:p>
            <a:pPr>
              <a:lnSpc>
                <a:spcPct val="130000"/>
              </a:lnSpc>
            </a:pP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饱和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区   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δ=28     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可能是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</a:t>
            </a:r>
            <a:r>
              <a:rPr lang="en-US" altLang="zh-CN" sz="2400" baseline="-25000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或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</a:t>
            </a:r>
            <a:r>
              <a:rPr lang="en-US" altLang="zh-CN" sz="2400" baseline="-25000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或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 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zh-CN" altLang="en-US" sz="2400" b="1" i="1" dirty="0">
              <a:solidFill>
                <a:srgbClr val="000099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8673" name="Rectangle 4"/>
          <p:cNvSpPr/>
          <p:nvPr/>
        </p:nvSpPr>
        <p:spPr>
          <a:xfrm>
            <a:off x="168507" y="2282503"/>
            <a:ext cx="5184775" cy="121264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5)</a:t>
            </a:r>
            <a:r>
              <a:rPr lang="zh-CN" altLang="en-US" sz="28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结构单元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C=O,单取代</a:t>
            </a: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苯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4"/>
          <p:cNvSpPr/>
          <p:nvPr/>
        </p:nvSpPr>
        <p:spPr>
          <a:xfrm>
            <a:off x="185421" y="4292273"/>
            <a:ext cx="2010315" cy="597921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7) </a:t>
            </a:r>
            <a:r>
              <a:rPr lang="zh-CN" altLang="en-US" sz="28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           </a:t>
            </a:r>
            <a:endParaRPr lang="zh-CN" altLang="en-US" sz="24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360709"/>
              </p:ext>
            </p:extLst>
          </p:nvPr>
        </p:nvGraphicFramePr>
        <p:xfrm>
          <a:off x="4932040" y="3798685"/>
          <a:ext cx="1295400" cy="11799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6" name="CS ChemDraw Drawing" r:id="rId4" imgW="601698" imgH="729630" progId="ChemDraw.Document.6.0">
                  <p:embed/>
                </p:oleObj>
              </mc:Choice>
              <mc:Fallback>
                <p:oleObj name="CS ChemDraw Drawing" r:id="rId4" imgW="601698" imgH="729630" progId="ChemDraw.Document.6.0">
                  <p:embed/>
                  <p:pic>
                    <p:nvPicPr>
                      <p:cNvPr id="0" name="Object 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040" y="3798685"/>
                        <a:ext cx="1295400" cy="1179909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4"/>
          <p:cNvSpPr/>
          <p:nvPr/>
        </p:nvSpPr>
        <p:spPr>
          <a:xfrm>
            <a:off x="185421" y="3291830"/>
            <a:ext cx="5184775" cy="113261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6)</a:t>
            </a:r>
            <a:r>
              <a:rPr lang="zh-CN" altLang="en-US" sz="28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剩余结构单元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CH</a:t>
            </a:r>
            <a:r>
              <a:rPr lang="zh-CN" altLang="en-US" sz="2400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757" y="0"/>
            <a:ext cx="3301242" cy="15571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1"/>
      <p:bldP spid="7" grpId="2"/>
      <p:bldP spid="28673" grpId="0"/>
      <p:bldP spid="2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4489" y="1050131"/>
            <a:ext cx="5915025" cy="304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75860" y="197159"/>
            <a:ext cx="89766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例 </a:t>
            </a: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 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化合物</a:t>
            </a: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r>
              <a:rPr lang="en-US" altLang="zh-CN" sz="2400" baseline="-25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H</a:t>
            </a:r>
            <a:r>
              <a:rPr lang="en-US" altLang="zh-CN" sz="2400" baseline="-25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，根据如下</a:t>
            </a:r>
            <a:r>
              <a:rPr lang="en-US" altLang="zh-CN" sz="2400" baseline="30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13</a:t>
            </a: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CNMR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谱图确定结构，并说明依据。</a:t>
            </a:r>
            <a:endParaRPr lang="zh-CN" altLang="en-US"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8"/>
          <p:cNvSpPr/>
          <p:nvPr/>
        </p:nvSpPr>
        <p:spPr>
          <a:xfrm>
            <a:off x="0" y="27546"/>
            <a:ext cx="6574790" cy="105259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24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计算不饱和度</a:t>
            </a:r>
            <a:endParaRPr lang="zh-CN" altLang="en-US" sz="24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f = 1+8-8/2 = 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  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推测含有苯环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8"/>
          <p:cNvSpPr/>
          <p:nvPr/>
        </p:nvSpPr>
        <p:spPr>
          <a:xfrm>
            <a:off x="0" y="1119869"/>
            <a:ext cx="4723105" cy="153272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）分子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对称性的分析</a:t>
            </a:r>
            <a:endParaRPr lang="zh-CN" altLang="en-US" sz="24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4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lang="en-US" sz="24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谱线    分子式有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个碳原子    存在一定的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对称性  </a:t>
            </a:r>
            <a:endParaRPr lang="zh-CN" altLang="en-US" sz="2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8"/>
          <p:cNvSpPr/>
          <p:nvPr/>
        </p:nvSpPr>
        <p:spPr>
          <a:xfrm>
            <a:off x="13683" y="2737483"/>
            <a:ext cx="8926195" cy="153272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）碳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原子的化学位移值的分区</a:t>
            </a:r>
            <a:endParaRPr lang="zh-CN" altLang="en-US" sz="24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lvl="0">
              <a:lnSpc>
                <a:spcPct val="13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     不饱和碳原子</a:t>
            </a: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区  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δ=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126 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130 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137  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条谱线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       饱和碳原子区   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δ=19     1</a:t>
            </a: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条谱线</a:t>
            </a:r>
            <a:endParaRPr lang="zh-CN" altLang="en-US" sz="2400" i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3105" y="23821"/>
            <a:ext cx="4248472" cy="2185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8" grpId="0"/>
      <p:bldP spid="26628" grpId="1"/>
      <p:bldP spid="4" grpId="0"/>
      <p:bldP spid="4" grpId="1"/>
      <p:bldP spid="7" grpId="0"/>
      <p:bldP spid="7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6"/>
          <p:cNvSpPr/>
          <p:nvPr/>
        </p:nvSpPr>
        <p:spPr>
          <a:xfrm>
            <a:off x="478086" y="1907554"/>
            <a:ext cx="7848600" cy="572464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rgbClr val="FF0066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</a:p>
        </p:txBody>
      </p:sp>
      <p:sp>
        <p:nvSpPr>
          <p:cNvPr id="7" name="Rectangle 8"/>
          <p:cNvSpPr/>
          <p:nvPr/>
        </p:nvSpPr>
        <p:spPr>
          <a:xfrm>
            <a:off x="-119792" y="57816"/>
            <a:ext cx="8868256" cy="201285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）碳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原子级数的确定</a:t>
            </a:r>
          </a:p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质子噪声去偶谱与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DEPT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谱比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饱和碳原子区   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δ=19  CH</a:t>
            </a:r>
            <a:r>
              <a:rPr lang="en-US" altLang="zh-CN" sz="2400" baseline="-250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endParaRPr lang="zh-CN" altLang="en-US" sz="2400" b="1" i="1" dirty="0">
              <a:solidFill>
                <a:srgbClr val="000099"/>
              </a:solidFill>
              <a:latin typeface="Times New Roman" panose="02020603050405020304" pitchFamily="18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不饱和碳原子区 </a:t>
            </a:r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δ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=126</a:t>
            </a:r>
            <a:r>
              <a:rPr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130  </a:t>
            </a:r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以及</a:t>
            </a:r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δ=137 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季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碳 </a:t>
            </a:r>
            <a:endParaRPr lang="zh-CN" altLang="en-US" sz="2400" b="1" i="1" dirty="0">
              <a:solidFill>
                <a:srgbClr val="000099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8673" name="Rectangle 4"/>
          <p:cNvSpPr/>
          <p:nvPr/>
        </p:nvSpPr>
        <p:spPr>
          <a:xfrm>
            <a:off x="-119792" y="1624400"/>
            <a:ext cx="5184775" cy="1052596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）结构单元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   二取代苯环,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CH</a:t>
            </a:r>
            <a:r>
              <a:rPr lang="zh-CN" altLang="en-US" sz="2400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4"/>
          <p:cNvSpPr/>
          <p:nvPr/>
        </p:nvSpPr>
        <p:spPr>
          <a:xfrm>
            <a:off x="0" y="3693855"/>
            <a:ext cx="2030304" cy="572464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24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           </a:t>
            </a:r>
            <a:endParaRPr lang="zh-CN" altLang="en-US" sz="24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4"/>
          <p:cNvSpPr/>
          <p:nvPr/>
        </p:nvSpPr>
        <p:spPr>
          <a:xfrm>
            <a:off x="-119791" y="2560694"/>
            <a:ext cx="5184775" cy="1052596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）剩余结构单元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    CH</a:t>
            </a:r>
            <a:r>
              <a:rPr lang="zh-CN" altLang="en-US" sz="2400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1911341"/>
              </p:ext>
            </p:extLst>
          </p:nvPr>
        </p:nvGraphicFramePr>
        <p:xfrm>
          <a:off x="7631446" y="3599601"/>
          <a:ext cx="1346284" cy="881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8" name="CS ChemDraw Drawing" r:id="rId4" imgW="732620" imgH="638123" progId="ChemDraw.Document.6.0">
                  <p:embed/>
                </p:oleObj>
              </mc:Choice>
              <mc:Fallback>
                <p:oleObj name="CS ChemDraw Drawing" r:id="rId4" imgW="732620" imgH="638123" progId="ChemDraw.Document.6.0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1446" y="3599601"/>
                        <a:ext cx="1346284" cy="88136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2555776" y="3480946"/>
            <a:ext cx="4572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根据质子噪声去耦谱苯环区域出现三条谱线，而在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DETP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谱出现两条谱线，说明该苯环为两个相同基团邻位取代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0"/>
            <a:ext cx="3295009" cy="1482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28673" grpId="0"/>
      <p:bldP spid="2" grpId="0"/>
      <p:bldP spid="6" grpId="0"/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6963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03505"/>
            <a:ext cx="7416823" cy="4936490"/>
          </a:xfrm>
          <a:prstGeom prst="rect">
            <a:avLst/>
          </a:prstGeom>
          <a:noFill/>
          <a:ln>
            <a:noFill/>
          </a:ln>
          <a:extLst/>
        </p:spPr>
      </p:pic>
    </p:spTree>
    <p:extLst>
      <p:ext uri="{BB962C8B-B14F-4D97-AF65-F5344CB8AC3E}">
        <p14:creationId xmlns:p14="http://schemas.microsoft.com/office/powerpoint/2010/main" val="35383599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日期占位符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4312E80-952F-42AA-A910-B1443CDE2E8F}" type="datetime10">
              <a:rPr lang="zh-CN" altLang="en-US" smtClean="0"/>
              <a:pPr eaLnBrk="1" hangingPunct="1"/>
              <a:t>11:36</a:t>
            </a:fld>
            <a:endParaRPr lang="en-US" altLang="zh-CN" smtClean="0"/>
          </a:p>
        </p:txBody>
      </p:sp>
      <p:sp>
        <p:nvSpPr>
          <p:cNvPr id="53251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84D8674-C0C1-4128-BC8B-B072EE2B90CC}" type="slidenum">
              <a:rPr lang="en-US" altLang="zh-CN"/>
              <a:pPr eaLnBrk="1" hangingPunct="1"/>
              <a:t>20</a:t>
            </a:fld>
            <a:endParaRPr lang="en-US" altLang="zh-CN"/>
          </a:p>
        </p:txBody>
      </p:sp>
      <p:pic>
        <p:nvPicPr>
          <p:cNvPr id="5325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644359"/>
            <a:ext cx="6552728" cy="4182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3" name="矩形 3"/>
          <p:cNvSpPr>
            <a:spLocks noChangeArrowheads="1"/>
          </p:cNvSpPr>
          <p:nvPr/>
        </p:nvSpPr>
        <p:spPr bwMode="auto">
          <a:xfrm>
            <a:off x="1871663" y="23813"/>
            <a:ext cx="513754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/>
              <a:t>根据如下谱图确定化合物（</a:t>
            </a:r>
            <a:r>
              <a:rPr lang="en-US" altLang="zh-CN"/>
              <a:t>M=130</a:t>
            </a:r>
            <a:r>
              <a:rPr lang="zh-CN" altLang="zh-CN"/>
              <a:t>）结构，并说明依据。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6328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主题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主题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主题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主题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3_主题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2_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Crayons</Template>
  <TotalTime>651</TotalTime>
  <Words>1371</Words>
  <Application>Microsoft Office PowerPoint</Application>
  <PresentationFormat>全屏显示(16:9)</PresentationFormat>
  <Paragraphs>129</Paragraphs>
  <Slides>20</Slides>
  <Notes>17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8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9" baseType="lpstr">
      <vt:lpstr>楷体_GB2312</vt:lpstr>
      <vt:lpstr>宋体</vt:lpstr>
      <vt:lpstr>微软雅黑</vt:lpstr>
      <vt:lpstr>Arial</vt:lpstr>
      <vt:lpstr>Calibri</vt:lpstr>
      <vt:lpstr>Comic Sans MS</vt:lpstr>
      <vt:lpstr>Symbol</vt:lpstr>
      <vt:lpstr>Tahoma</vt:lpstr>
      <vt:lpstr>Times New Roman</vt:lpstr>
      <vt:lpstr>Wingdings</vt:lpstr>
      <vt:lpstr>主题2</vt:lpstr>
      <vt:lpstr>Network</vt:lpstr>
      <vt:lpstr>1_主题2</vt:lpstr>
      <vt:lpstr>主题3</vt:lpstr>
      <vt:lpstr>2_主题2</vt:lpstr>
      <vt:lpstr>1_Network</vt:lpstr>
      <vt:lpstr>3_主题2</vt:lpstr>
      <vt:lpstr>2_Network</vt:lpstr>
      <vt:lpstr>CS ChemDraw Drawing</vt:lpstr>
      <vt:lpstr>        第三节 核磁共振碳谱</vt:lpstr>
      <vt:lpstr>PowerPoint 演示文稿</vt:lpstr>
      <vt:lpstr>2.反转门控去耦谱（inverse gated decoupling）</vt:lpstr>
      <vt:lpstr>3.DEPT（Distortionless Enhancement by Polarization Transfer）谱</vt:lpstr>
      <vt:lpstr>PowerPoint 演示文稿</vt:lpstr>
      <vt:lpstr>五、碳谱的解析</vt:lpstr>
      <vt:lpstr>1.碳谱的解析步骤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微软用户</dc:creator>
  <cp:lastModifiedBy>xw</cp:lastModifiedBy>
  <cp:revision>230</cp:revision>
  <dcterms:created xsi:type="dcterms:W3CDTF">2008-04-26T02:51:00Z</dcterms:created>
  <dcterms:modified xsi:type="dcterms:W3CDTF">2020-12-18T03:40:56Z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2052-11.1.0.9098</vt:lpwstr>
  </property>
</Properties>
</file>