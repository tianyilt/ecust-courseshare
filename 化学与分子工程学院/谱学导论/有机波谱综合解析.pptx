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1" r:id="rId1"/>
    <p:sldMasterId id="2147483674" r:id="rId2"/>
    <p:sldMasterId id="2147483688" r:id="rId3"/>
  </p:sldMasterIdLst>
  <p:notesMasterIdLst>
    <p:notesMasterId r:id="rId43"/>
  </p:notesMasterIdLst>
  <p:sldIdLst>
    <p:sldId id="316" r:id="rId4"/>
    <p:sldId id="323" r:id="rId5"/>
    <p:sldId id="317" r:id="rId6"/>
    <p:sldId id="258" r:id="rId7"/>
    <p:sldId id="260" r:id="rId8"/>
    <p:sldId id="261" r:id="rId9"/>
    <p:sldId id="262" r:id="rId10"/>
    <p:sldId id="263" r:id="rId11"/>
    <p:sldId id="318" r:id="rId12"/>
    <p:sldId id="303" r:id="rId13"/>
    <p:sldId id="304" r:id="rId14"/>
    <p:sldId id="319" r:id="rId15"/>
    <p:sldId id="305" r:id="rId16"/>
    <p:sldId id="306" r:id="rId17"/>
    <p:sldId id="307" r:id="rId18"/>
    <p:sldId id="308" r:id="rId19"/>
    <p:sldId id="309" r:id="rId20"/>
    <p:sldId id="320" r:id="rId21"/>
    <p:sldId id="310" r:id="rId22"/>
    <p:sldId id="322" r:id="rId23"/>
    <p:sldId id="311" r:id="rId24"/>
    <p:sldId id="312" r:id="rId25"/>
    <p:sldId id="314" r:id="rId26"/>
    <p:sldId id="321" r:id="rId27"/>
    <p:sldId id="315" r:id="rId28"/>
    <p:sldId id="313" r:id="rId29"/>
    <p:sldId id="324" r:id="rId30"/>
    <p:sldId id="325" r:id="rId31"/>
    <p:sldId id="326" r:id="rId32"/>
    <p:sldId id="327" r:id="rId33"/>
    <p:sldId id="328" r:id="rId34"/>
    <p:sldId id="329" r:id="rId35"/>
    <p:sldId id="330" r:id="rId36"/>
    <p:sldId id="331" r:id="rId37"/>
    <p:sldId id="332" r:id="rId38"/>
    <p:sldId id="333" r:id="rId39"/>
    <p:sldId id="334" r:id="rId40"/>
    <p:sldId id="335" r:id="rId41"/>
    <p:sldId id="336" r:id="rId42"/>
  </p:sldIdLst>
  <p:sldSz cx="9144000" cy="5143500" type="screen16x9"/>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Tahom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626">
          <p15:clr>
            <a:srgbClr val="A4A3A4"/>
          </p15:clr>
        </p15:guide>
        <p15:guide id="2" pos="291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149" autoAdjust="0"/>
    <p:restoredTop sz="77365" autoAdjust="0"/>
  </p:normalViewPr>
  <p:slideViewPr>
    <p:cSldViewPr showGuides="1">
      <p:cViewPr varScale="1">
        <p:scale>
          <a:sx n="117" d="100"/>
          <a:sy n="117" d="100"/>
        </p:scale>
        <p:origin x="1464" y="96"/>
      </p:cViewPr>
      <p:guideLst>
        <p:guide orient="horz" pos="1626"/>
        <p:guide pos="2918"/>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image" Target="../media/image1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34.wmf"/><Relationship Id="rId1" Type="http://schemas.openxmlformats.org/officeDocument/2006/relationships/image" Target="../media/image3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smtClean="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smtClean="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2B0EC01-BACC-466A-A45A-8608A3B18A72}" type="datetimeFigureOut">
              <a:rPr kumimoji="0" lang="zh-CN" alt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t>2021/12/19</a:t>
            </a:fld>
            <a:endParaRPr kumimoji="0" lang="zh-CN" alt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1" fontAlgn="base" latinLnBrk="0" hangingPunct="1">
              <a:lnSpc>
                <a:spcPct val="100000"/>
              </a:lnSpc>
              <a:spcBef>
                <a:spcPct val="30000"/>
              </a:spcBef>
              <a:spcAft>
                <a:spcPct val="0"/>
              </a:spcAft>
              <a:buClrTx/>
              <a:buSzTx/>
              <a:buFontTx/>
              <a:buNone/>
              <a:defRPr/>
            </a:pP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marL="0" marR="0" lvl="0" indent="0" algn="l" defTabSz="914400" rtl="0" eaLnBrk="1" fontAlgn="base" latinLnBrk="0" hangingPunct="1">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单击此处编辑母版文本样式</a:t>
            </a:r>
          </a:p>
          <a:p>
            <a:pPr marL="457200" marR="0" lvl="1" indent="0" algn="l" defTabSz="914400" rtl="0" eaLnBrk="1" fontAlgn="base" latinLnBrk="0" hangingPunct="1">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第二级</a:t>
            </a:r>
          </a:p>
          <a:p>
            <a:pPr marL="914400" marR="0" lvl="2" indent="0" algn="l" defTabSz="914400" rtl="0" eaLnBrk="1" fontAlgn="base" latinLnBrk="0" hangingPunct="1">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第三级</a:t>
            </a:r>
          </a:p>
          <a:p>
            <a:pPr marL="1371600" marR="0" lvl="3" indent="0" algn="l" defTabSz="914400" rtl="0" eaLnBrk="1" fontAlgn="base" latinLnBrk="0" hangingPunct="1">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第四级</a:t>
            </a:r>
          </a:p>
          <a:p>
            <a:pPr marL="1828800" marR="0" lvl="4" indent="0" algn="l" defTabSz="914400" rtl="0" eaLnBrk="1" fontAlgn="base" latinLnBrk="0" hangingPunct="1">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smtClean="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p>
            <a:pPr lvl="0" algn="r" eaLnBrk="1" fontAlgn="base" hangingPunct="1">
              <a:buNone/>
            </a:pPr>
            <a:fld id="{9A0DB2DC-4C9A-4742-B13C-FB6460FD3503}" type="slidenum">
              <a:rPr lang="zh-CN" altLang="en-US" sz="1200" strike="noStrike" noProof="1" dirty="0">
                <a:latin typeface="Tahoma" panose="020B0604030504040204" pitchFamily="34" charset="0"/>
                <a:ea typeface="宋体" panose="02010600030101010101" pitchFamily="2" charset="-122"/>
                <a:cs typeface="+mn-cs"/>
              </a:rPr>
              <a:t>‹#›</a:t>
            </a:fld>
            <a:endParaRPr lang="zh-CN" altLang="en-US" sz="1200" strike="noStrike" noProof="1"/>
          </a:p>
        </p:txBody>
      </p:sp>
    </p:spTree>
    <p:extLst>
      <p:ext uri="{BB962C8B-B14F-4D97-AF65-F5344CB8AC3E}">
        <p14:creationId xmlns:p14="http://schemas.microsoft.com/office/powerpoint/2010/main" val="3954734244"/>
      </p:ext>
    </p:extLst>
  </p:cSld>
  <p:clrMap bg1="lt1" tx1="dk1" bg2="lt2" tx2="dk2" accent1="accent1" accent2="accent2" accent3="accent3" accent4="accent4" accent5="accent5" accent6="accent6" hlink="hlink" folHlink="folHlink"/>
  <p:hf sldNum="0" hdr="0" ftr="0" dt="0"/>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幻灯片图像占位符 1"/>
          <p:cNvSpPr>
            <a:spLocks noGrp="1" noRot="1" noChangeAspect="1" noTextEdit="1"/>
          </p:cNvSpPr>
          <p:nvPr>
            <p:ph type="sldImg"/>
          </p:nvPr>
        </p:nvSpPr>
        <p:spPr>
          <a:xfrm>
            <a:off x="381000" y="685800"/>
            <a:ext cx="6097588" cy="3429000"/>
          </a:xfrm>
        </p:spPr>
      </p:sp>
      <p:sp>
        <p:nvSpPr>
          <p:cNvPr id="56323" name="备注占位符 2"/>
          <p:cNvSpPr>
            <a:spLocks noGrp="1"/>
          </p:cNvSpPr>
          <p:nvPr>
            <p:ph type="body"/>
          </p:nvPr>
        </p:nvSpPr>
        <p:spPr/>
        <p:txBody>
          <a:bodyPr wrap="square" lIns="94348" tIns="47174" rIns="94348" bIns="47174" anchor="t"/>
          <a:lstStyle/>
          <a:p>
            <a:pPr lvl="0"/>
            <a:r>
              <a:rPr lang="en-US" altLang="zh-CN" dirty="0" smtClean="0"/>
              <a:t>PPT1</a:t>
            </a:r>
          </a:p>
        </p:txBody>
      </p:sp>
      <p:sp>
        <p:nvSpPr>
          <p:cNvPr id="56324" name="灯片编号占位符 3"/>
          <p:cNvSpPr txBox="1">
            <a:spLocks noGrp="1"/>
          </p:cNvSpPr>
          <p:nvPr>
            <p:ph type="sldNum" sz="quarter"/>
          </p:nvPr>
        </p:nvSpPr>
        <p:spPr>
          <a:xfrm>
            <a:off x="3885880" y="8687532"/>
            <a:ext cx="2972121" cy="456468"/>
          </a:xfrm>
          <a:prstGeom prst="rect">
            <a:avLst/>
          </a:prstGeom>
          <a:noFill/>
          <a:ln w="9525">
            <a:noFill/>
          </a:ln>
        </p:spPr>
        <p:txBody>
          <a:bodyPr lIns="94348" tIns="47174" rIns="94348" bIns="47174" anchor="b"/>
          <a:lstStyle/>
          <a:p>
            <a:pPr defTabSz="942975"/>
            <a:fld id="{9A0DB2DC-4C9A-4742-B13C-FB6460FD3503}" type="slidenum">
              <a:rPr lang="en-US" altLang="zh-CN" dirty="0">
                <a:solidFill>
                  <a:prstClr val="black"/>
                </a:solidFill>
              </a:rPr>
              <a:pPr defTabSz="942975"/>
              <a:t>1</a:t>
            </a:fld>
            <a:endParaRPr lang="en-US" altLang="zh-CN" dirty="0">
              <a:solidFill>
                <a:prstClr val="black"/>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381000" y="685800"/>
            <a:ext cx="6096000" cy="3429000"/>
          </a:xfrm>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38266653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幻灯片图像占位符 1"/>
          <p:cNvSpPr>
            <a:spLocks noGrp="1" noRot="1" noChangeAspect="1" noChangeArrowheads="1" noTextEdit="1"/>
          </p:cNvSpPr>
          <p:nvPr>
            <p:ph type="sldImg" idx="4294967295"/>
          </p:nvPr>
        </p:nvSpPr>
        <p:spPr/>
      </p:sp>
      <p:sp>
        <p:nvSpPr>
          <p:cNvPr id="47107" name="备注占位符 2"/>
          <p:cNvSpPr>
            <a:spLocks noGrp="1" noChangeArrowheads="1"/>
          </p:cNvSpPr>
          <p:nvPr>
            <p:ph type="body"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kumimoji="0" lang="zh-CN" altLang="en-US" sz="3200" b="0" i="0" u="none" strike="noStrike" kern="1200" cap="none" spc="0" normalizeH="0" baseline="0" noProof="0" dirty="0" smtClean="0">
              <a:ln>
                <a:noFill/>
              </a:ln>
              <a:solidFill>
                <a:prstClr val="black"/>
              </a:solidFill>
              <a:effectLst/>
              <a:uLnTx/>
              <a:uFillTx/>
              <a:latin typeface="Times New Roman" pitchFamily="18" charset="0"/>
              <a:ea typeface="微软雅黑" pitchFamily="34" charset="-122"/>
              <a:cs typeface="Times New Roman" pitchFamily="18" charset="0"/>
            </a:endParaRPr>
          </a:p>
        </p:txBody>
      </p:sp>
      <p:sp>
        <p:nvSpPr>
          <p:cNvPr id="47108" name="灯片编号占位符 3"/>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itchFamily="66" charset="0"/>
                <a:ea typeface="宋体" pitchFamily="2" charset="-122"/>
              </a:defRPr>
            </a:lvl1pPr>
            <a:lvl2pPr marL="742950" indent="-285750" eaLnBrk="0" hangingPunct="0">
              <a:defRPr>
                <a:solidFill>
                  <a:schemeClr val="tx1"/>
                </a:solidFill>
                <a:latin typeface="Comic Sans MS" pitchFamily="66" charset="0"/>
                <a:ea typeface="宋体" pitchFamily="2" charset="-122"/>
              </a:defRPr>
            </a:lvl2pPr>
            <a:lvl3pPr marL="1143000" indent="-228600" eaLnBrk="0" hangingPunct="0">
              <a:defRPr>
                <a:solidFill>
                  <a:schemeClr val="tx1"/>
                </a:solidFill>
                <a:latin typeface="Comic Sans MS" pitchFamily="66" charset="0"/>
                <a:ea typeface="宋体" pitchFamily="2" charset="-122"/>
              </a:defRPr>
            </a:lvl3pPr>
            <a:lvl4pPr marL="1600200" indent="-228600" eaLnBrk="0" hangingPunct="0">
              <a:defRPr>
                <a:solidFill>
                  <a:schemeClr val="tx1"/>
                </a:solidFill>
                <a:latin typeface="Comic Sans MS" pitchFamily="66" charset="0"/>
                <a:ea typeface="宋体" pitchFamily="2" charset="-122"/>
              </a:defRPr>
            </a:lvl4pPr>
            <a:lvl5pPr marL="2057400" indent="-228600" eaLnBrk="0" hangingPunct="0">
              <a:defRPr>
                <a:solidFill>
                  <a:schemeClr val="tx1"/>
                </a:solidFill>
                <a:latin typeface="Comic Sans MS" pitchFamily="66" charset="0"/>
                <a:ea typeface="宋体" pitchFamily="2" charset="-122"/>
              </a:defRPr>
            </a:lvl5pPr>
            <a:lvl6pPr marL="2514600" indent="-228600" eaLnBrk="0" fontAlgn="base" hangingPunct="0">
              <a:spcBef>
                <a:spcPct val="0"/>
              </a:spcBef>
              <a:spcAft>
                <a:spcPct val="0"/>
              </a:spcAft>
              <a:defRPr>
                <a:solidFill>
                  <a:schemeClr val="tx1"/>
                </a:solidFill>
                <a:latin typeface="Comic Sans MS" pitchFamily="66" charset="0"/>
                <a:ea typeface="宋体" pitchFamily="2" charset="-122"/>
              </a:defRPr>
            </a:lvl6pPr>
            <a:lvl7pPr marL="2971800" indent="-228600" eaLnBrk="0" fontAlgn="base" hangingPunct="0">
              <a:spcBef>
                <a:spcPct val="0"/>
              </a:spcBef>
              <a:spcAft>
                <a:spcPct val="0"/>
              </a:spcAft>
              <a:defRPr>
                <a:solidFill>
                  <a:schemeClr val="tx1"/>
                </a:solidFill>
                <a:latin typeface="Comic Sans MS" pitchFamily="66" charset="0"/>
                <a:ea typeface="宋体" pitchFamily="2" charset="-122"/>
              </a:defRPr>
            </a:lvl7pPr>
            <a:lvl8pPr marL="3429000" indent="-228600" eaLnBrk="0" fontAlgn="base" hangingPunct="0">
              <a:spcBef>
                <a:spcPct val="0"/>
              </a:spcBef>
              <a:spcAft>
                <a:spcPct val="0"/>
              </a:spcAft>
              <a:defRPr>
                <a:solidFill>
                  <a:schemeClr val="tx1"/>
                </a:solidFill>
                <a:latin typeface="Comic Sans MS" pitchFamily="66" charset="0"/>
                <a:ea typeface="宋体" pitchFamily="2" charset="-122"/>
              </a:defRPr>
            </a:lvl8pPr>
            <a:lvl9pPr marL="3886200" indent="-228600" eaLnBrk="0" fontAlgn="base" hangingPunct="0">
              <a:spcBef>
                <a:spcPct val="0"/>
              </a:spcBef>
              <a:spcAft>
                <a:spcPct val="0"/>
              </a:spcAft>
              <a:defRPr>
                <a:solidFill>
                  <a:schemeClr val="tx1"/>
                </a:solidFill>
                <a:latin typeface="Comic Sans MS" pitchFamily="66" charset="0"/>
                <a:ea typeface="宋体" pitchFamily="2" charset="-122"/>
              </a:defRPr>
            </a:lvl9pPr>
          </a:lstStyle>
          <a:p>
            <a:pPr eaLnBrk="1" hangingPunct="1"/>
            <a:fld id="{5C544948-3226-4601-B427-8AE86AFFFE0F}" type="slidenum">
              <a:rPr lang="en-US" altLang="zh-CN">
                <a:solidFill>
                  <a:srgbClr val="000000"/>
                </a:solidFill>
                <a:latin typeface="Arial" pitchFamily="34" charset="0"/>
              </a:rPr>
              <a:pPr eaLnBrk="1" hangingPunct="1"/>
              <a:t>3</a:t>
            </a:fld>
            <a:endParaRPr lang="en-US" altLang="zh-CN">
              <a:solidFill>
                <a:srgbClr val="000000"/>
              </a:solidFill>
              <a:latin typeface="Arial"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幻灯片图像占位符 1"/>
          <p:cNvSpPr>
            <a:spLocks noGrp="1" noRot="1" noChangeAspect="1" noTextEdit="1"/>
          </p:cNvSpPr>
          <p:nvPr>
            <p:ph type="sldImg"/>
          </p:nvPr>
        </p:nvSpPr>
        <p:spPr>
          <a:xfrm>
            <a:off x="381000" y="685800"/>
            <a:ext cx="6096000" cy="3429000"/>
          </a:xfrm>
          <a:ln>
            <a:solidFill>
              <a:srgbClr val="000000"/>
            </a:solidFill>
            <a:miter/>
          </a:ln>
        </p:spPr>
      </p:sp>
      <p:sp>
        <p:nvSpPr>
          <p:cNvPr id="10242"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10243" name="灯片编号占位符 3"/>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lstStyle/>
          <a:p>
            <a:pPr lvl="0" algn="r"/>
            <a:fld id="{9A0DB2DC-4C9A-4742-B13C-FB6460FD3503}" type="slidenum">
              <a:rPr lang="zh-CN" altLang="en-US" sz="1200" dirty="0"/>
              <a:t>4</a:t>
            </a:fld>
            <a:endParaRPr lang="zh-CN" altLang="en-US" sz="120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幻灯片图像占位符 1"/>
          <p:cNvSpPr>
            <a:spLocks noGrp="1" noRot="1" noChangeAspect="1" noTextEdit="1"/>
          </p:cNvSpPr>
          <p:nvPr>
            <p:ph type="sldImg"/>
          </p:nvPr>
        </p:nvSpPr>
        <p:spPr>
          <a:xfrm>
            <a:off x="381000" y="685800"/>
            <a:ext cx="6096000" cy="3429000"/>
          </a:xfrm>
          <a:ln>
            <a:solidFill>
              <a:srgbClr val="000000"/>
            </a:solidFill>
            <a:miter/>
          </a:ln>
        </p:spPr>
      </p:sp>
      <p:sp>
        <p:nvSpPr>
          <p:cNvPr id="3" name="备注占位符 2"/>
          <p:cNvSpPr>
            <a:spLocks noGrp="1"/>
          </p:cNvSpPr>
          <p:nvPr>
            <p:ph type="body" idx="1"/>
          </p:nvPr>
        </p:nvSpPr>
        <p:spPr/>
        <p:txBody>
          <a:bodyPr lIns="91440" tIns="45720" rIns="91440" bIns="45720" rtlCol="0"/>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smtClean="0">
                <a:ln>
                  <a:noFill/>
                </a:ln>
                <a:solidFill>
                  <a:schemeClr val="tx1"/>
                </a:solidFill>
                <a:effectLst/>
                <a:uLnTx/>
                <a:uFillTx/>
                <a:latin typeface="+mn-lt"/>
                <a:ea typeface="+mn-ea"/>
                <a:cs typeface="+mn-cs"/>
              </a:rPr>
              <a:t>PPT4</a:t>
            </a: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smtClean="0">
                <a:ln>
                  <a:noFill/>
                </a:ln>
                <a:solidFill>
                  <a:schemeClr val="tx1"/>
                </a:solidFill>
                <a:effectLst/>
                <a:uLnTx/>
                <a:uFillTx/>
                <a:latin typeface="+mn-lt"/>
                <a:ea typeface="+mn-ea"/>
                <a:cs typeface="+mn-cs"/>
              </a:rPr>
              <a:t>这里重点介绍综合利用各种谱学方法提供的信息确定分子式的方法</a:t>
            </a:r>
            <a:endParaRPr kumimoji="0" lang="en-US" altLang="zh-CN" sz="1200" b="0" i="0" u="none" strike="noStrike" kern="120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defRPr/>
            </a:pPr>
            <a:r>
              <a:rPr kumimoji="0" lang="zh-CN" altLang="en-US" sz="2800" b="0"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mn-cs"/>
              </a:rPr>
              <a:t>首先从</a:t>
            </a:r>
            <a:r>
              <a:rPr kumimoji="0" lang="en-US" altLang="zh-CN" sz="2800" b="0" i="0" u="none" strike="noStrike" kern="0" cap="none" spc="0" normalizeH="0" baseline="30000" noProof="0" dirty="0" smtClean="0">
                <a:ln>
                  <a:noFill/>
                </a:ln>
                <a:solidFill>
                  <a:srgbClr val="000000"/>
                </a:solidFill>
                <a:effectLst/>
                <a:uLnTx/>
                <a:uFillTx/>
                <a:latin typeface="Times New Roman" panose="02020603050405020304" pitchFamily="18" charset="0"/>
                <a:ea typeface="+mn-ea"/>
                <a:cs typeface="+mn-cs"/>
              </a:rPr>
              <a:t>1</a:t>
            </a:r>
            <a:r>
              <a:rPr kumimoji="0" lang="en-US" altLang="zh-CN" sz="2800" b="0"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mn-cs"/>
              </a:rPr>
              <a:t>HNMR</a:t>
            </a:r>
            <a:r>
              <a:rPr kumimoji="0" lang="zh-CN" altLang="en-US" sz="2800" b="0"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mn-cs"/>
              </a:rPr>
              <a:t>的积分曲线高度比得到</a:t>
            </a:r>
            <a:r>
              <a:rPr kumimoji="0" lang="en-US" altLang="zh-CN" sz="2800" b="0"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mn-cs"/>
              </a:rPr>
              <a:t>H</a:t>
            </a:r>
            <a:r>
              <a:rPr kumimoji="0" lang="zh-CN" altLang="en-US" sz="2800" b="0"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mn-cs"/>
              </a:rPr>
              <a:t>原子数目</a:t>
            </a:r>
            <a:r>
              <a:rPr kumimoji="0" lang="en-US" altLang="zh-CN" sz="2800" b="0"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mn-cs"/>
              </a:rPr>
              <a:t>(</a:t>
            </a:r>
            <a:r>
              <a:rPr kumimoji="0" lang="zh-CN" altLang="en-US" sz="2800" b="0"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mn-cs"/>
              </a:rPr>
              <a:t>注意分子结构对称时，</a:t>
            </a:r>
            <a:r>
              <a:rPr kumimoji="0" lang="en-US" altLang="zh-CN" sz="2800" b="0"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mn-cs"/>
              </a:rPr>
              <a:t>H</a:t>
            </a:r>
            <a:r>
              <a:rPr kumimoji="0" lang="zh-CN" altLang="en-US" sz="2800" b="0"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mn-cs"/>
              </a:rPr>
              <a:t>原子数目可能是计算值的整数倍）；</a:t>
            </a:r>
            <a:endParaRPr kumimoji="0" lang="en-US" altLang="zh-CN" sz="2800" b="0"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mn-cs"/>
            </a:endParaRPr>
          </a:p>
          <a:p>
            <a:pPr marL="0" marR="0" lvl="0" indent="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defRPr/>
            </a:pPr>
            <a:endParaRPr kumimoji="0" lang="en-US" altLang="zh-CN" sz="2800" b="0"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mn-cs"/>
            </a:endParaRPr>
          </a:p>
          <a:p>
            <a:pPr marL="0" marR="0" lvl="0" indent="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defRPr/>
            </a:pPr>
            <a:r>
              <a:rPr kumimoji="0" lang="zh-CN" altLang="en-US" sz="2800" b="0"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mn-cs"/>
              </a:rPr>
              <a:t>由</a:t>
            </a:r>
            <a:r>
              <a:rPr kumimoji="0" lang="en-US" altLang="zh-CN" sz="2800" b="0" i="0" u="none" strike="noStrike" kern="0" cap="none" spc="0" normalizeH="0" baseline="30000" noProof="0" dirty="0" smtClean="0">
                <a:ln>
                  <a:noFill/>
                </a:ln>
                <a:solidFill>
                  <a:srgbClr val="000000"/>
                </a:solidFill>
                <a:effectLst/>
                <a:uLnTx/>
                <a:uFillTx/>
                <a:latin typeface="Times New Roman" panose="02020603050405020304" pitchFamily="18" charset="0"/>
                <a:ea typeface="+mn-ea"/>
                <a:cs typeface="+mn-cs"/>
              </a:rPr>
              <a:t>13</a:t>
            </a:r>
            <a:r>
              <a:rPr kumimoji="0" lang="en-US" altLang="zh-CN" sz="2800" b="0"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mn-cs"/>
              </a:rPr>
              <a:t>CNMR</a:t>
            </a:r>
            <a:r>
              <a:rPr kumimoji="0" lang="zh-CN" altLang="en-US" sz="2800" b="0"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mn-cs"/>
              </a:rPr>
              <a:t>的谱峰数得到</a:t>
            </a:r>
            <a:r>
              <a:rPr kumimoji="0" lang="en-US" altLang="zh-CN" sz="2800" b="0"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mn-cs"/>
              </a:rPr>
              <a:t>C</a:t>
            </a:r>
            <a:r>
              <a:rPr kumimoji="0" lang="zh-CN" altLang="en-US" sz="2800" b="0"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mn-cs"/>
              </a:rPr>
              <a:t>原子数目（注意这是碳原子数的下限，结构有对称性时，碳原子数目大于谱线数目）。</a:t>
            </a:r>
            <a:endParaRPr kumimoji="0" lang="en-US" altLang="zh-CN" sz="2800" b="0"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mn-cs"/>
            </a:endParaRPr>
          </a:p>
          <a:p>
            <a:pPr marL="0" marR="0" lvl="0" indent="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defRPr/>
            </a:pPr>
            <a:endParaRPr kumimoji="0" lang="en-US" altLang="zh-CN" sz="2800" b="0"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mn-cs"/>
              <a:sym typeface="+mn-ea"/>
            </a:endParaRPr>
          </a:p>
          <a:p>
            <a:pPr marL="0" marR="0" lvl="0" indent="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defRPr/>
            </a:pPr>
            <a:r>
              <a:rPr lang="zh-CN" altLang="en-US" sz="2800" b="0" kern="0" noProof="0" dirty="0" smtClean="0">
                <a:ln>
                  <a:noFill/>
                </a:ln>
                <a:solidFill>
                  <a:srgbClr val="000000"/>
                </a:solidFill>
                <a:effectLst/>
                <a:uLnTx/>
                <a:uFillTx/>
                <a:latin typeface="Times New Roman" panose="02020603050405020304" pitchFamily="18" charset="0"/>
                <a:sym typeface="+mn-ea"/>
              </a:rPr>
              <a:t>根据红外光谱、质谱和核磁共振波谱确定</a:t>
            </a:r>
            <a:r>
              <a:rPr lang="en-US" altLang="zh-CN" sz="2800" b="0" kern="0" noProof="0" dirty="0" smtClean="0">
                <a:ln>
                  <a:noFill/>
                </a:ln>
                <a:solidFill>
                  <a:srgbClr val="000000"/>
                </a:solidFill>
                <a:effectLst/>
                <a:uLnTx/>
                <a:uFillTx/>
                <a:latin typeface="Times New Roman" panose="02020603050405020304" pitchFamily="18" charset="0"/>
                <a:sym typeface="+mn-ea"/>
              </a:rPr>
              <a:t>O</a:t>
            </a:r>
            <a:r>
              <a:rPr lang="zh-CN" altLang="en-US" sz="2800" b="0" kern="0" noProof="0" dirty="0" smtClean="0">
                <a:ln>
                  <a:noFill/>
                </a:ln>
                <a:solidFill>
                  <a:srgbClr val="000000"/>
                </a:solidFill>
                <a:effectLst/>
                <a:uLnTx/>
                <a:uFillTx/>
                <a:latin typeface="Times New Roman" panose="02020603050405020304" pitchFamily="18" charset="0"/>
                <a:sym typeface="+mn-ea"/>
              </a:rPr>
              <a:t>、</a:t>
            </a:r>
            <a:r>
              <a:rPr lang="en-US" altLang="zh-CN" sz="2800" b="0" kern="0" noProof="0" dirty="0" smtClean="0">
                <a:ln>
                  <a:noFill/>
                </a:ln>
                <a:solidFill>
                  <a:srgbClr val="000000"/>
                </a:solidFill>
                <a:effectLst/>
                <a:uLnTx/>
                <a:uFillTx/>
                <a:latin typeface="Times New Roman" panose="02020603050405020304" pitchFamily="18" charset="0"/>
                <a:sym typeface="+mn-ea"/>
              </a:rPr>
              <a:t>N</a:t>
            </a:r>
            <a:r>
              <a:rPr lang="zh-CN" altLang="en-US" sz="2800" b="0" kern="0" noProof="0" dirty="0" smtClean="0">
                <a:ln>
                  <a:noFill/>
                </a:ln>
                <a:solidFill>
                  <a:srgbClr val="000000"/>
                </a:solidFill>
                <a:effectLst/>
                <a:uLnTx/>
                <a:uFillTx/>
                <a:latin typeface="Times New Roman" panose="02020603050405020304" pitchFamily="18" charset="0"/>
                <a:sym typeface="+mn-ea"/>
              </a:rPr>
              <a:t>、</a:t>
            </a:r>
            <a:r>
              <a:rPr lang="en-US" altLang="zh-CN" sz="2800" b="0" kern="0" noProof="0" dirty="0" err="1" smtClean="0">
                <a:ln>
                  <a:noFill/>
                </a:ln>
                <a:solidFill>
                  <a:srgbClr val="000000"/>
                </a:solidFill>
                <a:effectLst/>
                <a:uLnTx/>
                <a:uFillTx/>
                <a:latin typeface="Times New Roman" panose="02020603050405020304" pitchFamily="18" charset="0"/>
                <a:sym typeface="+mn-ea"/>
              </a:rPr>
              <a:t>Cl</a:t>
            </a:r>
            <a:r>
              <a:rPr lang="zh-CN" altLang="en-US" sz="2800" b="0" kern="0" noProof="0" dirty="0" smtClean="0">
                <a:ln>
                  <a:noFill/>
                </a:ln>
                <a:solidFill>
                  <a:srgbClr val="000000"/>
                </a:solidFill>
                <a:effectLst/>
                <a:uLnTx/>
                <a:uFillTx/>
                <a:latin typeface="Times New Roman" panose="02020603050405020304" pitchFamily="18" charset="0"/>
                <a:sym typeface="+mn-ea"/>
              </a:rPr>
              <a:t>、</a:t>
            </a:r>
            <a:r>
              <a:rPr lang="en-US" altLang="zh-CN" sz="2800" b="0" kern="0" noProof="0" dirty="0" smtClean="0">
                <a:ln>
                  <a:noFill/>
                </a:ln>
                <a:solidFill>
                  <a:srgbClr val="000000"/>
                </a:solidFill>
                <a:effectLst/>
                <a:uLnTx/>
                <a:uFillTx/>
                <a:latin typeface="Times New Roman" panose="02020603050405020304" pitchFamily="18" charset="0"/>
                <a:sym typeface="+mn-ea"/>
              </a:rPr>
              <a:t>Br</a:t>
            </a:r>
            <a:r>
              <a:rPr lang="zh-CN" altLang="en-US" sz="2800" b="0" kern="0" noProof="0" dirty="0" smtClean="0">
                <a:ln>
                  <a:noFill/>
                </a:ln>
                <a:solidFill>
                  <a:srgbClr val="000000"/>
                </a:solidFill>
                <a:effectLst/>
                <a:uLnTx/>
                <a:uFillTx/>
                <a:latin typeface="Times New Roman" panose="02020603050405020304" pitchFamily="18" charset="0"/>
                <a:sym typeface="+mn-ea"/>
              </a:rPr>
              <a:t>、</a:t>
            </a:r>
            <a:r>
              <a:rPr lang="en-US" altLang="zh-CN" sz="2800" b="0" kern="0" noProof="0" dirty="0" smtClean="0">
                <a:ln>
                  <a:noFill/>
                </a:ln>
                <a:solidFill>
                  <a:srgbClr val="000000"/>
                </a:solidFill>
                <a:effectLst/>
                <a:uLnTx/>
                <a:uFillTx/>
                <a:latin typeface="Times New Roman" panose="02020603050405020304" pitchFamily="18" charset="0"/>
                <a:sym typeface="+mn-ea"/>
              </a:rPr>
              <a:t>S</a:t>
            </a:r>
            <a:r>
              <a:rPr lang="zh-CN" altLang="en-US" sz="2800" b="0" kern="0" noProof="0" dirty="0" smtClean="0">
                <a:ln>
                  <a:noFill/>
                </a:ln>
                <a:solidFill>
                  <a:srgbClr val="000000"/>
                </a:solidFill>
                <a:effectLst/>
                <a:uLnTx/>
                <a:uFillTx/>
                <a:latin typeface="Times New Roman" panose="02020603050405020304" pitchFamily="18" charset="0"/>
                <a:sym typeface="+mn-ea"/>
              </a:rPr>
              <a:t>等杂原子类型和数目</a:t>
            </a:r>
            <a:endParaRPr lang="en-US" altLang="zh-CN" sz="2800" b="0" kern="0" noProof="0" dirty="0" smtClean="0">
              <a:ln>
                <a:noFill/>
              </a:ln>
              <a:solidFill>
                <a:srgbClr val="000000"/>
              </a:solidFill>
              <a:effectLst/>
              <a:uLnTx/>
              <a:uFillTx/>
              <a:latin typeface="Times New Roman" panose="02020603050405020304" pitchFamily="18" charset="0"/>
              <a:sym typeface="+mn-ea"/>
            </a:endParaRPr>
          </a:p>
          <a:p>
            <a:pPr marL="0" marR="0" lvl="0" indent="0" algn="l" defTabSz="914400" rtl="0" eaLnBrk="1" fontAlgn="base" latinLnBrk="0" hangingPunct="1">
              <a:lnSpc>
                <a:spcPct val="100000"/>
              </a:lnSpc>
              <a:spcBef>
                <a:spcPct val="20000"/>
              </a:spcBef>
              <a:spcAft>
                <a:spcPct val="0"/>
              </a:spcAft>
              <a:buClr>
                <a:srgbClr val="002060"/>
              </a:buClr>
              <a:buSzPct val="75000"/>
              <a:buFont typeface="Wingdings" panose="05000000000000000000" pitchFamily="2" charset="2"/>
              <a:buChar char="Ø"/>
              <a:tabLst/>
              <a:defRPr/>
            </a:pPr>
            <a:r>
              <a:rPr kumimoji="0" lang="zh-CN" altLang="en-US" sz="1800" b="0" i="0" u="none" strike="noStrike" kern="0" cap="none" spc="0" normalizeH="0" baseline="0" noProof="0" dirty="0" smtClean="0">
                <a:ln>
                  <a:noFill/>
                </a:ln>
                <a:solidFill>
                  <a:prstClr val="black"/>
                </a:solidFill>
                <a:effectLst/>
                <a:uLnTx/>
                <a:uFillTx/>
                <a:latin typeface="Times New Roman" panose="02020603050405020304" pitchFamily="18" charset="0"/>
                <a:ea typeface="微软雅黑" panose="020B0503020204020204" charset="-122"/>
                <a:cs typeface="Times New Roman" panose="02020603050405020304" pitchFamily="18" charset="0"/>
              </a:rPr>
              <a:t>利用质谱分子离子与同位素离子的丰度比可以确定</a:t>
            </a:r>
            <a:r>
              <a:rPr kumimoji="0" lang="en-US" altLang="zh-CN" sz="1800" b="0" i="0" u="none" strike="noStrike" kern="0" cap="none" spc="0" normalizeH="0" baseline="0" noProof="0" dirty="0" err="1" smtClean="0">
                <a:ln>
                  <a:noFill/>
                </a:ln>
                <a:solidFill>
                  <a:prstClr val="black"/>
                </a:solidFill>
                <a:effectLst/>
                <a:uLnTx/>
                <a:uFillTx/>
                <a:latin typeface="Times New Roman" panose="02020603050405020304" pitchFamily="18" charset="0"/>
                <a:ea typeface="微软雅黑" panose="020B0503020204020204" charset="-122"/>
                <a:cs typeface="Times New Roman" panose="02020603050405020304" pitchFamily="18" charset="0"/>
              </a:rPr>
              <a:t>Cl</a:t>
            </a:r>
            <a:r>
              <a:rPr kumimoji="0" lang="zh-CN" altLang="en-US" sz="1800" b="0" i="0" u="none" strike="noStrike" kern="0" cap="none" spc="0" normalizeH="0" baseline="0" noProof="0" dirty="0" smtClean="0">
                <a:ln>
                  <a:noFill/>
                </a:ln>
                <a:solidFill>
                  <a:prstClr val="black"/>
                </a:solidFill>
                <a:effectLst/>
                <a:uLnTx/>
                <a:uFillTx/>
                <a:latin typeface="Times New Roman" panose="02020603050405020304" pitchFamily="18" charset="0"/>
                <a:ea typeface="微软雅黑" panose="020B0503020204020204" charset="-122"/>
                <a:cs typeface="Times New Roman" panose="02020603050405020304" pitchFamily="18" charset="0"/>
              </a:rPr>
              <a:t>、</a:t>
            </a:r>
            <a:r>
              <a:rPr kumimoji="0" lang="en-US" altLang="zh-CN" sz="1800" b="0" i="0" u="none" strike="noStrike" kern="0" cap="none" spc="0" normalizeH="0" baseline="0" noProof="0" dirty="0" smtClean="0">
                <a:ln>
                  <a:noFill/>
                </a:ln>
                <a:solidFill>
                  <a:prstClr val="black"/>
                </a:solidFill>
                <a:effectLst/>
                <a:uLnTx/>
                <a:uFillTx/>
                <a:latin typeface="Times New Roman" panose="02020603050405020304" pitchFamily="18" charset="0"/>
                <a:ea typeface="微软雅黑" panose="020B0503020204020204" charset="-122"/>
                <a:cs typeface="Times New Roman" panose="02020603050405020304" pitchFamily="18" charset="0"/>
              </a:rPr>
              <a:t>Br</a:t>
            </a:r>
            <a:r>
              <a:rPr kumimoji="0" lang="zh-CN" altLang="en-US" sz="1800" b="0" i="0" u="none" strike="noStrike" kern="0" cap="none" spc="0" normalizeH="0" baseline="0" noProof="0" dirty="0" smtClean="0">
                <a:ln>
                  <a:noFill/>
                </a:ln>
                <a:solidFill>
                  <a:prstClr val="black"/>
                </a:solidFill>
                <a:effectLst/>
                <a:uLnTx/>
                <a:uFillTx/>
                <a:latin typeface="Times New Roman" panose="02020603050405020304" pitchFamily="18" charset="0"/>
                <a:ea typeface="微软雅黑" panose="020B0503020204020204" charset="-122"/>
                <a:cs typeface="Times New Roman" panose="02020603050405020304" pitchFamily="18" charset="0"/>
              </a:rPr>
              <a:t>和</a:t>
            </a:r>
            <a:r>
              <a:rPr kumimoji="0" lang="en-US" altLang="zh-CN" sz="1800" b="0" i="0" u="none" strike="noStrike" kern="0" cap="none" spc="0" normalizeH="0" baseline="0" noProof="0" dirty="0" smtClean="0">
                <a:ln>
                  <a:noFill/>
                </a:ln>
                <a:solidFill>
                  <a:prstClr val="black"/>
                </a:solidFill>
                <a:effectLst/>
                <a:uLnTx/>
                <a:uFillTx/>
                <a:latin typeface="Times New Roman" panose="02020603050405020304" pitchFamily="18" charset="0"/>
                <a:ea typeface="微软雅黑" panose="020B0503020204020204" charset="-122"/>
                <a:cs typeface="Times New Roman" panose="02020603050405020304" pitchFamily="18" charset="0"/>
              </a:rPr>
              <a:t>S</a:t>
            </a:r>
            <a:r>
              <a:rPr kumimoji="0" lang="zh-CN" altLang="en-US" sz="1800" b="0" i="0" u="none" strike="noStrike" kern="0" cap="none" spc="0" normalizeH="0" baseline="0" noProof="0" dirty="0" smtClean="0">
                <a:ln>
                  <a:noFill/>
                </a:ln>
                <a:solidFill>
                  <a:prstClr val="black"/>
                </a:solidFill>
                <a:effectLst/>
                <a:uLnTx/>
                <a:uFillTx/>
                <a:latin typeface="Times New Roman" panose="02020603050405020304" pitchFamily="18" charset="0"/>
                <a:ea typeface="微软雅黑" panose="020B0503020204020204" charset="-122"/>
                <a:cs typeface="Times New Roman" panose="02020603050405020304" pitchFamily="18" charset="0"/>
              </a:rPr>
              <a:t>原子的数目</a:t>
            </a:r>
            <a:endParaRPr kumimoji="0" lang="en-US" altLang="zh-CN" sz="1800" b="0" i="0" u="none" strike="noStrike" kern="0" cap="none" spc="0" normalizeH="0" baseline="0" noProof="0" dirty="0" smtClean="0">
              <a:ln>
                <a:noFill/>
              </a:ln>
              <a:solidFill>
                <a:prstClr val="black"/>
              </a:solidFill>
              <a:effectLst/>
              <a:uLnTx/>
              <a:uFillTx/>
              <a:latin typeface="Times New Roman" panose="02020603050405020304" pitchFamily="18" charset="0"/>
              <a:ea typeface="微软雅黑" panose="020B0503020204020204" charset="-122"/>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
                <a:srgbClr val="002060"/>
              </a:buClr>
              <a:buSzPct val="75000"/>
              <a:buFont typeface="Wingdings" panose="05000000000000000000" pitchFamily="2" charset="2"/>
              <a:buChar char="Ø"/>
              <a:tabLst/>
              <a:defRPr/>
            </a:pPr>
            <a:r>
              <a:rPr kumimoji="0" lang="zh-CN" altLang="en-US" sz="1800" b="0" i="0" u="none" strike="noStrike" kern="0" cap="none" spc="0" normalizeH="0" baseline="0" noProof="0" dirty="0" smtClean="0">
                <a:ln>
                  <a:noFill/>
                </a:ln>
                <a:solidFill>
                  <a:prstClr val="black"/>
                </a:solidFill>
                <a:effectLst/>
                <a:uLnTx/>
                <a:uFillTx/>
                <a:latin typeface="Times New Roman" panose="02020603050405020304" pitchFamily="18" charset="0"/>
                <a:ea typeface="微软雅黑" panose="020B0503020204020204" charset="-122"/>
                <a:cs typeface="Times New Roman" panose="02020603050405020304" pitchFamily="18" charset="0"/>
              </a:rPr>
              <a:t>利用氮规则，从相对分子质量可以分析出该化合物含氮原子数的信息；</a:t>
            </a:r>
            <a:endParaRPr kumimoji="0" lang="en-US" altLang="zh-CN" sz="1800" b="0" i="0" u="none" strike="noStrike" kern="0" cap="none" spc="0" normalizeH="0" baseline="0" noProof="0" dirty="0" smtClean="0">
              <a:ln>
                <a:noFill/>
              </a:ln>
              <a:solidFill>
                <a:prstClr val="black"/>
              </a:solidFill>
              <a:effectLst/>
              <a:uLnTx/>
              <a:uFillTx/>
              <a:latin typeface="Times New Roman" panose="02020603050405020304" pitchFamily="18" charset="0"/>
              <a:ea typeface="微软雅黑" panose="020B0503020204020204" charset="-122"/>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
                <a:srgbClr val="002060"/>
              </a:buClr>
              <a:buSzPct val="75000"/>
              <a:buFont typeface="Wingdings" panose="05000000000000000000" pitchFamily="2" charset="2"/>
              <a:buChar char="Ø"/>
              <a:tabLst/>
              <a:defRPr/>
            </a:pPr>
            <a:r>
              <a:rPr kumimoji="0" lang="zh-CN" altLang="en-US" sz="1800" b="0" i="0" u="none" strike="noStrike" kern="0" cap="none" spc="0" normalizeH="0" baseline="0" noProof="0" dirty="0" smtClean="0">
                <a:ln>
                  <a:noFill/>
                </a:ln>
                <a:solidFill>
                  <a:prstClr val="black"/>
                </a:solidFill>
                <a:effectLst/>
                <a:uLnTx/>
                <a:uFillTx/>
                <a:latin typeface="Times New Roman" panose="02020603050405020304" pitchFamily="18" charset="0"/>
                <a:ea typeface="微软雅黑" panose="020B0503020204020204" charset="-122"/>
                <a:cs typeface="Times New Roman" panose="02020603050405020304" pitchFamily="18" charset="0"/>
                <a:sym typeface="+mn-ea"/>
              </a:rPr>
              <a:t>利用红外光谱、核磁共振氢谱和碳谱等如果确定有羟基，羰基等含氧基团，可以得到氧原子的信息；</a:t>
            </a:r>
            <a:r>
              <a:rPr kumimoji="0" lang="zh-CN" altLang="en-US" sz="1800" b="0" i="0" u="none" strike="noStrike" kern="0" cap="none" spc="0" normalizeH="0" baseline="0" noProof="0" dirty="0" smtClean="0">
                <a:ln>
                  <a:noFill/>
                </a:ln>
                <a:solidFill>
                  <a:prstClr val="black"/>
                </a:solidFill>
                <a:effectLst/>
                <a:uLnTx/>
                <a:uFillTx/>
                <a:latin typeface="Times New Roman" panose="02020603050405020304" pitchFamily="18" charset="0"/>
                <a:ea typeface="微软雅黑" panose="020B0503020204020204" charset="-122"/>
                <a:cs typeface="Times New Roman" panose="02020603050405020304" pitchFamily="18" charset="0"/>
              </a:rPr>
              <a:t>若存在比烷基或苯基离子系列大两个质量单位的离子（如</a:t>
            </a:r>
            <a:r>
              <a:rPr kumimoji="0" lang="en-US" altLang="zh-CN" sz="1800" b="0" i="0" u="none" strike="noStrike" kern="0" cap="none" spc="0" normalizeH="0" baseline="0" noProof="0" dirty="0" smtClean="0">
                <a:ln>
                  <a:noFill/>
                </a:ln>
                <a:solidFill>
                  <a:prstClr val="black"/>
                </a:solidFill>
                <a:effectLst/>
                <a:uLnTx/>
                <a:uFillTx/>
                <a:latin typeface="Times New Roman" panose="02020603050405020304" pitchFamily="18" charset="0"/>
                <a:ea typeface="微软雅黑" panose="020B0503020204020204" charset="-122"/>
                <a:cs typeface="Times New Roman" panose="02020603050405020304" pitchFamily="18" charset="0"/>
              </a:rPr>
              <a:t>m/z</a:t>
            </a:r>
            <a:r>
              <a:rPr kumimoji="0" lang="zh-CN" altLang="en-US" sz="1800" b="0" i="0" u="none" strike="noStrike" kern="0" cap="none" spc="0" normalizeH="0" baseline="0" noProof="0" dirty="0" smtClean="0">
                <a:ln>
                  <a:noFill/>
                </a:ln>
                <a:solidFill>
                  <a:prstClr val="black"/>
                </a:solidFill>
                <a:effectLst/>
                <a:uLnTx/>
                <a:uFillTx/>
                <a:latin typeface="Times New Roman" panose="02020603050405020304" pitchFamily="18" charset="0"/>
                <a:ea typeface="微软雅黑" panose="020B0503020204020204" charset="-122"/>
                <a:cs typeface="Times New Roman" panose="02020603050405020304" pitchFamily="18" charset="0"/>
              </a:rPr>
              <a:t>为</a:t>
            </a:r>
            <a:r>
              <a:rPr kumimoji="0" lang="en-US" altLang="zh-CN" sz="1800" b="0" i="0" u="none" strike="noStrike" kern="0" cap="none" spc="0" normalizeH="0" baseline="0" noProof="0" dirty="0" smtClean="0">
                <a:ln>
                  <a:noFill/>
                </a:ln>
                <a:solidFill>
                  <a:prstClr val="black"/>
                </a:solidFill>
                <a:effectLst/>
                <a:uLnTx/>
                <a:uFillTx/>
                <a:latin typeface="Times New Roman" panose="02020603050405020304" pitchFamily="18" charset="0"/>
                <a:ea typeface="微软雅黑" panose="020B0503020204020204" charset="-122"/>
                <a:cs typeface="Times New Roman" panose="02020603050405020304" pitchFamily="18" charset="0"/>
              </a:rPr>
              <a:t>31</a:t>
            </a:r>
            <a:r>
              <a:rPr kumimoji="0" lang="zh-CN" altLang="en-US" sz="1800" b="0" i="0" u="none" strike="noStrike" kern="0" cap="none" spc="0" normalizeH="0" baseline="0" noProof="0" dirty="0" smtClean="0">
                <a:ln>
                  <a:noFill/>
                </a:ln>
                <a:solidFill>
                  <a:prstClr val="black"/>
                </a:solidFill>
                <a:effectLst/>
                <a:uLnTx/>
                <a:uFillTx/>
                <a:latin typeface="Times New Roman" panose="02020603050405020304" pitchFamily="18" charset="0"/>
                <a:ea typeface="微软雅黑" panose="020B0503020204020204" charset="-122"/>
                <a:cs typeface="Times New Roman" panose="02020603050405020304" pitchFamily="18" charset="0"/>
              </a:rPr>
              <a:t>，</a:t>
            </a:r>
            <a:r>
              <a:rPr kumimoji="0" lang="en-US" altLang="zh-CN" sz="1800" b="0" i="0" u="none" strike="noStrike" kern="0" cap="none" spc="0" normalizeH="0" baseline="0" noProof="0" dirty="0" smtClean="0">
                <a:ln>
                  <a:noFill/>
                </a:ln>
                <a:solidFill>
                  <a:prstClr val="black"/>
                </a:solidFill>
                <a:effectLst/>
                <a:uLnTx/>
                <a:uFillTx/>
                <a:latin typeface="Times New Roman" panose="02020603050405020304" pitchFamily="18" charset="0"/>
                <a:ea typeface="微软雅黑" panose="020B0503020204020204" charset="-122"/>
                <a:cs typeface="Times New Roman" panose="02020603050405020304" pitchFamily="18" charset="0"/>
              </a:rPr>
              <a:t>45</a:t>
            </a:r>
            <a:r>
              <a:rPr kumimoji="0" lang="zh-CN" altLang="en-US" sz="1800" b="0" i="0" u="none" strike="noStrike" kern="0" cap="none" spc="0" normalizeH="0" baseline="0" noProof="0" dirty="0" smtClean="0">
                <a:ln>
                  <a:noFill/>
                </a:ln>
                <a:solidFill>
                  <a:prstClr val="black"/>
                </a:solidFill>
                <a:effectLst/>
                <a:uLnTx/>
                <a:uFillTx/>
                <a:latin typeface="Times New Roman" panose="02020603050405020304" pitchFamily="18" charset="0"/>
                <a:ea typeface="微软雅黑" panose="020B0503020204020204" charset="-122"/>
                <a:cs typeface="Times New Roman" panose="02020603050405020304" pitchFamily="18" charset="0"/>
              </a:rPr>
              <a:t>，或</a:t>
            </a:r>
            <a:r>
              <a:rPr kumimoji="0" lang="en-US" altLang="zh-CN" sz="1800" b="0" i="0" u="none" strike="noStrike" kern="0" cap="none" spc="0" normalizeH="0" baseline="0" noProof="0" dirty="0" smtClean="0">
                <a:ln>
                  <a:noFill/>
                </a:ln>
                <a:solidFill>
                  <a:prstClr val="black"/>
                </a:solidFill>
                <a:effectLst/>
                <a:uLnTx/>
                <a:uFillTx/>
                <a:latin typeface="Times New Roman" panose="02020603050405020304" pitchFamily="18" charset="0"/>
                <a:ea typeface="微软雅黑" panose="020B0503020204020204" charset="-122"/>
                <a:cs typeface="Times New Roman" panose="02020603050405020304" pitchFamily="18" charset="0"/>
              </a:rPr>
              <a:t>m/z</a:t>
            </a:r>
            <a:r>
              <a:rPr kumimoji="0" lang="zh-CN" altLang="en-US" sz="1800" b="0" i="0" u="none" strike="noStrike" kern="0" cap="none" spc="0" normalizeH="0" baseline="0" noProof="0" dirty="0" smtClean="0">
                <a:ln>
                  <a:noFill/>
                </a:ln>
                <a:solidFill>
                  <a:prstClr val="black"/>
                </a:solidFill>
                <a:effectLst/>
                <a:uLnTx/>
                <a:uFillTx/>
                <a:latin typeface="Times New Roman" panose="02020603050405020304" pitchFamily="18" charset="0"/>
                <a:ea typeface="微软雅黑" panose="020B0503020204020204" charset="-122"/>
                <a:cs typeface="Times New Roman" panose="02020603050405020304" pitchFamily="18" charset="0"/>
              </a:rPr>
              <a:t>为</a:t>
            </a:r>
            <a:r>
              <a:rPr kumimoji="0" lang="en-US" altLang="zh-CN" sz="1800" b="0" i="0" u="none" strike="noStrike" kern="0" cap="none" spc="0" normalizeH="0" baseline="0" noProof="0" dirty="0" smtClean="0">
                <a:ln>
                  <a:noFill/>
                </a:ln>
                <a:solidFill>
                  <a:prstClr val="black"/>
                </a:solidFill>
                <a:effectLst/>
                <a:uLnTx/>
                <a:uFillTx/>
                <a:latin typeface="Times New Roman" panose="02020603050405020304" pitchFamily="18" charset="0"/>
                <a:ea typeface="微软雅黑" panose="020B0503020204020204" charset="-122"/>
                <a:cs typeface="Times New Roman" panose="02020603050405020304" pitchFamily="18" charset="0"/>
              </a:rPr>
              <a:t>93</a:t>
            </a:r>
            <a:r>
              <a:rPr kumimoji="0" lang="zh-CN" altLang="en-US" sz="1800" b="0" i="0" u="none" strike="noStrike" kern="0" cap="none" spc="0" normalizeH="0" baseline="0" noProof="0" dirty="0" smtClean="0">
                <a:ln>
                  <a:noFill/>
                </a:ln>
                <a:solidFill>
                  <a:prstClr val="black"/>
                </a:solidFill>
                <a:effectLst/>
                <a:uLnTx/>
                <a:uFillTx/>
                <a:latin typeface="Times New Roman" panose="02020603050405020304" pitchFamily="18" charset="0"/>
                <a:ea typeface="微软雅黑" panose="020B0503020204020204" charset="-122"/>
                <a:cs typeface="Times New Roman" panose="02020603050405020304" pitchFamily="18" charset="0"/>
              </a:rPr>
              <a:t>等），可知氧的存在；</a:t>
            </a:r>
            <a:endParaRPr kumimoji="0" lang="en-US" altLang="zh-CN" sz="1800" b="0" i="0" u="none" strike="noStrike" kern="0" cap="none" spc="0" normalizeH="0" baseline="0" noProof="0" dirty="0" smtClean="0">
              <a:ln>
                <a:noFill/>
              </a:ln>
              <a:solidFill>
                <a:prstClr val="black"/>
              </a:solidFill>
              <a:effectLst/>
              <a:uLnTx/>
              <a:uFillTx/>
              <a:latin typeface="Times New Roman" panose="02020603050405020304" pitchFamily="18" charset="0"/>
              <a:ea typeface="微软雅黑" panose="020B0503020204020204" charset="-122"/>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
                <a:srgbClr val="002060"/>
              </a:buClr>
              <a:buSzPct val="75000"/>
              <a:buFont typeface="Wingdings" panose="05000000000000000000" pitchFamily="2" charset="2"/>
              <a:buChar char="Ø"/>
              <a:tabLst/>
              <a:defRPr/>
            </a:pPr>
            <a:r>
              <a:rPr kumimoji="0" lang="zh-CN" altLang="en-US" sz="1800" b="0" i="0" u="none" strike="noStrike" kern="0" cap="none" spc="0" normalizeH="0" baseline="0" noProof="0" dirty="0" smtClean="0">
                <a:ln>
                  <a:noFill/>
                </a:ln>
                <a:solidFill>
                  <a:prstClr val="black"/>
                </a:solidFill>
                <a:effectLst/>
                <a:uLnTx/>
                <a:uFillTx/>
                <a:latin typeface="Times New Roman" panose="02020603050405020304" pitchFamily="18" charset="0"/>
                <a:ea typeface="微软雅黑" panose="020B0503020204020204" charset="-122"/>
                <a:cs typeface="Times New Roman" panose="02020603050405020304" pitchFamily="18" charset="0"/>
              </a:rPr>
              <a:t>从</a:t>
            </a:r>
            <a:r>
              <a:rPr kumimoji="0" lang="en-US" altLang="zh-CN" sz="1800" b="0" i="0" u="none" strike="noStrike" kern="0" cap="none" spc="0" normalizeH="0" baseline="0" noProof="0" dirty="0" smtClean="0">
                <a:ln>
                  <a:noFill/>
                </a:ln>
                <a:solidFill>
                  <a:prstClr val="black"/>
                </a:solidFill>
                <a:effectLst/>
                <a:uLnTx/>
                <a:uFillTx/>
                <a:latin typeface="Times New Roman" panose="02020603050405020304" pitchFamily="18" charset="0"/>
                <a:ea typeface="微软雅黑" panose="020B0503020204020204" charset="-122"/>
                <a:cs typeface="Times New Roman" panose="02020603050405020304" pitchFamily="18" charset="0"/>
              </a:rPr>
              <a:t>M-19,M-20</a:t>
            </a:r>
            <a:r>
              <a:rPr kumimoji="0" lang="zh-CN" altLang="en-US" sz="1800" b="0" i="0" u="none" strike="noStrike" kern="0" cap="none" spc="0" normalizeH="0" baseline="0" noProof="0" dirty="0" smtClean="0">
                <a:ln>
                  <a:noFill/>
                </a:ln>
                <a:solidFill>
                  <a:prstClr val="black"/>
                </a:solidFill>
                <a:effectLst/>
                <a:uLnTx/>
                <a:uFillTx/>
                <a:latin typeface="Times New Roman" panose="02020603050405020304" pitchFamily="18" charset="0"/>
                <a:ea typeface="微软雅黑" panose="020B0503020204020204" charset="-122"/>
                <a:cs typeface="Times New Roman" panose="02020603050405020304" pitchFamily="18" charset="0"/>
              </a:rPr>
              <a:t>等离子峰可知氟的存在，从</a:t>
            </a:r>
            <a:r>
              <a:rPr kumimoji="0" lang="en-US" altLang="zh-CN" sz="1800" b="0" i="0" u="none" strike="noStrike" kern="0" cap="none" spc="0" normalizeH="0" baseline="0" noProof="0" dirty="0" smtClean="0">
                <a:ln>
                  <a:noFill/>
                </a:ln>
                <a:solidFill>
                  <a:prstClr val="black"/>
                </a:solidFill>
                <a:effectLst/>
                <a:uLnTx/>
                <a:uFillTx/>
                <a:latin typeface="Times New Roman" panose="02020603050405020304" pitchFamily="18" charset="0"/>
                <a:ea typeface="微软雅黑" panose="020B0503020204020204" charset="-122"/>
                <a:cs typeface="Times New Roman" panose="02020603050405020304" pitchFamily="18" charset="0"/>
              </a:rPr>
              <a:t>M-127</a:t>
            </a:r>
            <a:r>
              <a:rPr kumimoji="0" lang="zh-CN" altLang="en-US" sz="1800" b="0" i="0" u="none" strike="noStrike" kern="0" cap="none" spc="0" normalizeH="0" baseline="0" noProof="0" dirty="0" smtClean="0">
                <a:ln>
                  <a:noFill/>
                </a:ln>
                <a:solidFill>
                  <a:prstClr val="black"/>
                </a:solidFill>
                <a:effectLst/>
                <a:uLnTx/>
                <a:uFillTx/>
                <a:latin typeface="Times New Roman" panose="02020603050405020304" pitchFamily="18" charset="0"/>
                <a:ea typeface="微软雅黑" panose="020B0503020204020204" charset="-122"/>
                <a:cs typeface="Times New Roman" panose="02020603050405020304" pitchFamily="18" charset="0"/>
              </a:rPr>
              <a:t>的峰可知碘的存在。</a:t>
            </a:r>
          </a:p>
          <a:p>
            <a:pPr marL="342900" marR="0" lvl="0" indent="-342900" algn="l" defTabSz="914400" rtl="0" eaLnBrk="1" fontAlgn="base" latinLnBrk="0" hangingPunct="1">
              <a:lnSpc>
                <a:spcPct val="100000"/>
              </a:lnSpc>
              <a:spcBef>
                <a:spcPct val="20000"/>
              </a:spcBef>
              <a:spcAft>
                <a:spcPct val="0"/>
              </a:spcAft>
              <a:buClr>
                <a:srgbClr val="800080"/>
              </a:buClr>
              <a:buSzPct val="60000"/>
              <a:buFontTx/>
              <a:buNone/>
              <a:tabLst/>
              <a:defRPr/>
            </a:pPr>
            <a:r>
              <a:rPr kumimoji="0" lang="zh-CN" altLang="en-US" sz="1800" b="0" i="0" u="none" strike="noStrike" kern="0" cap="none" spc="0" normalizeH="0" baseline="0" noProof="0" dirty="0" smtClean="0">
                <a:ln>
                  <a:noFill/>
                </a:ln>
                <a:solidFill>
                  <a:prstClr val="black"/>
                </a:solidFill>
                <a:effectLst/>
                <a:uLnTx/>
                <a:uFillTx/>
                <a:latin typeface="Times New Roman" panose="02020603050405020304" pitchFamily="18" charset="0"/>
                <a:ea typeface="微软雅黑" panose="020B0503020204020204" charset="-122"/>
                <a:cs typeface="Times New Roman" panose="02020603050405020304" pitchFamily="18" charset="0"/>
              </a:rPr>
              <a:t>通过上述步骤，最后可以得到分子式的信息</a:t>
            </a: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4339" name="灯片编号占位符 3"/>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lstStyle/>
          <a:p>
            <a:pPr lvl="0" algn="r"/>
            <a:fld id="{9A0DB2DC-4C9A-4742-B13C-FB6460FD3503}" type="slidenum">
              <a:rPr lang="zh-CN" altLang="en-US" sz="1200" dirty="0"/>
              <a:t>5</a:t>
            </a:fld>
            <a:endParaRPr lang="zh-CN" altLang="en-US" sz="120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幻灯片图像占位符 1"/>
          <p:cNvSpPr>
            <a:spLocks noGrp="1" noRot="1" noChangeAspect="1" noTextEdit="1"/>
          </p:cNvSpPr>
          <p:nvPr>
            <p:ph type="sldImg"/>
          </p:nvPr>
        </p:nvSpPr>
        <p:spPr>
          <a:xfrm>
            <a:off x="381000" y="685800"/>
            <a:ext cx="6096000" cy="3429000"/>
          </a:xfrm>
          <a:ln>
            <a:solidFill>
              <a:srgbClr val="000000"/>
            </a:solidFill>
            <a:miter/>
          </a:ln>
        </p:spPr>
      </p:sp>
      <p:sp>
        <p:nvSpPr>
          <p:cNvPr id="3" name="备注占位符 2"/>
          <p:cNvSpPr>
            <a:spLocks noGrp="1"/>
          </p:cNvSpPr>
          <p:nvPr>
            <p:ph type="body" idx="1"/>
          </p:nvPr>
        </p:nvSpPr>
        <p:spPr/>
        <p:txBody>
          <a:bodyPr lIns="91440" tIns="45720" rIns="91440" bIns="45720" rtlCol="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7411" name="灯片编号占位符 3"/>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lstStyle/>
          <a:p>
            <a:pPr lvl="0" algn="r"/>
            <a:fld id="{9A0DB2DC-4C9A-4742-B13C-FB6460FD3503}" type="slidenum">
              <a:rPr lang="zh-CN" altLang="en-US" sz="1200" dirty="0"/>
              <a:t>6</a:t>
            </a:fld>
            <a:endParaRPr lang="zh-CN" altLang="en-US" sz="1200"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幻灯片图像占位符 1"/>
          <p:cNvSpPr>
            <a:spLocks noGrp="1" noRot="1" noChangeAspect="1" noTextEdit="1"/>
          </p:cNvSpPr>
          <p:nvPr>
            <p:ph type="sldImg"/>
          </p:nvPr>
        </p:nvSpPr>
        <p:spPr>
          <a:xfrm>
            <a:off x="381000" y="685800"/>
            <a:ext cx="6096000" cy="3429000"/>
          </a:xfrm>
          <a:ln>
            <a:solidFill>
              <a:srgbClr val="000000"/>
            </a:solidFill>
            <a:miter/>
          </a:ln>
        </p:spPr>
      </p:sp>
      <p:sp>
        <p:nvSpPr>
          <p:cNvPr id="19458"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19459" name="灯片编号占位符 3"/>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lstStyle/>
          <a:p>
            <a:pPr lvl="0" algn="r"/>
            <a:fld id="{9A0DB2DC-4C9A-4742-B13C-FB6460FD3503}" type="slidenum">
              <a:rPr lang="zh-CN" altLang="en-US" sz="1200" dirty="0"/>
              <a:t>7</a:t>
            </a:fld>
            <a:endParaRPr lang="zh-CN" altLang="en-US" sz="1200"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幻灯片图像占位符 1"/>
          <p:cNvSpPr>
            <a:spLocks noGrp="1" noRot="1" noChangeAspect="1" noTextEdit="1"/>
          </p:cNvSpPr>
          <p:nvPr>
            <p:ph type="sldImg"/>
          </p:nvPr>
        </p:nvSpPr>
        <p:spPr>
          <a:xfrm>
            <a:off x="381000" y="685800"/>
            <a:ext cx="6096000" cy="3429000"/>
          </a:xfrm>
          <a:ln>
            <a:solidFill>
              <a:srgbClr val="000000"/>
            </a:solidFill>
            <a:miter/>
          </a:ln>
        </p:spPr>
      </p:sp>
      <p:sp>
        <p:nvSpPr>
          <p:cNvPr id="3" name="备注占位符 2"/>
          <p:cNvSpPr>
            <a:spLocks noGrp="1"/>
          </p:cNvSpPr>
          <p:nvPr>
            <p:ph type="body" idx="1"/>
          </p:nvPr>
        </p:nvSpPr>
        <p:spPr/>
        <p:txBody>
          <a:bodyPr lIns="91440" tIns="45720" rIns="91440" bIns="45720" rtlCol="0"/>
          <a:lstStyle/>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defRPr/>
            </a:pPr>
            <a:endParaRPr kumimoji="0" lang="zh-CN" altLang="en-US" sz="12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21507" name="灯片编号占位符 3"/>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lstStyle/>
          <a:p>
            <a:pPr lvl="0" algn="r"/>
            <a:fld id="{9A0DB2DC-4C9A-4742-B13C-FB6460FD3503}" type="slidenum">
              <a:rPr lang="zh-CN" altLang="en-US" sz="1200" dirty="0"/>
              <a:t>8</a:t>
            </a:fld>
            <a:endParaRPr lang="zh-CN" altLang="en-US" sz="1200"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lang="zh-CN" altLang="en-US" dirty="0"/>
          </a:p>
        </p:txBody>
      </p:sp>
    </p:spTree>
    <p:extLst>
      <p:ext uri="{BB962C8B-B14F-4D97-AF65-F5344CB8AC3E}">
        <p14:creationId xmlns:p14="http://schemas.microsoft.com/office/powerpoint/2010/main" val="5654558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幻灯片图像占位符 1"/>
          <p:cNvSpPr>
            <a:spLocks noGrp="1" noRot="1" noChangeAspect="1" noTextEdit="1"/>
          </p:cNvSpPr>
          <p:nvPr>
            <p:ph type="sldImg"/>
          </p:nvPr>
        </p:nvSpPr>
        <p:spPr>
          <a:xfrm>
            <a:off x="381000" y="685800"/>
            <a:ext cx="6096000" cy="3429000"/>
          </a:xfrm>
          <a:ln>
            <a:solidFill>
              <a:srgbClr val="000000"/>
            </a:solidFill>
            <a:miter/>
          </a:ln>
        </p:spPr>
      </p:sp>
      <p:sp>
        <p:nvSpPr>
          <p:cNvPr id="25602"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r>
              <a:rPr lang="en-US" altLang="zh-CN" dirty="0" smtClean="0">
                <a:sym typeface="+mn-ea"/>
              </a:rPr>
              <a:t>PPT9</a:t>
            </a:r>
          </a:p>
          <a:p>
            <a:pPr lvl="0" eaLnBrk="1" hangingPunct="1">
              <a:spcBef>
                <a:spcPct val="0"/>
              </a:spcBef>
            </a:pPr>
            <a:r>
              <a:rPr lang="zh-CN" altLang="en-US" dirty="0" smtClean="0">
                <a:sym typeface="+mn-ea"/>
              </a:rPr>
              <a:t>先看第一道例题。由未知物的</a:t>
            </a:r>
            <a:r>
              <a:rPr lang="en-US" altLang="zh-CN" dirty="0" smtClean="0">
                <a:sym typeface="+mn-ea"/>
              </a:rPr>
              <a:t>MS</a:t>
            </a:r>
            <a:r>
              <a:rPr lang="zh-CN" altLang="en-US" dirty="0" smtClean="0">
                <a:sym typeface="+mn-ea"/>
              </a:rPr>
              <a:t>、</a:t>
            </a:r>
            <a:r>
              <a:rPr lang="en-US" altLang="zh-CN" dirty="0" smtClean="0">
                <a:sym typeface="+mn-ea"/>
              </a:rPr>
              <a:t>IR</a:t>
            </a:r>
            <a:r>
              <a:rPr lang="zh-CN" altLang="en-US" dirty="0" smtClean="0">
                <a:sym typeface="+mn-ea"/>
              </a:rPr>
              <a:t>、</a:t>
            </a:r>
            <a:r>
              <a:rPr lang="en-US" altLang="zh-CN" dirty="0" smtClean="0">
                <a:sym typeface="+mn-ea"/>
              </a:rPr>
              <a:t>1HNMR </a:t>
            </a:r>
            <a:r>
              <a:rPr lang="zh-CN" altLang="en-US" dirty="0" smtClean="0">
                <a:sym typeface="+mn-ea"/>
              </a:rPr>
              <a:t>和</a:t>
            </a:r>
            <a:r>
              <a:rPr lang="en-US" altLang="zh-CN" dirty="0" smtClean="0">
                <a:sym typeface="+mn-ea"/>
              </a:rPr>
              <a:t>13CNMR</a:t>
            </a:r>
            <a:r>
              <a:rPr lang="zh-CN" altLang="en-US" dirty="0" smtClean="0">
                <a:sym typeface="+mn-ea"/>
              </a:rPr>
              <a:t>推测化合物结构</a:t>
            </a:r>
            <a:endParaRPr lang="zh-CN" altLang="en-US" dirty="0" smtClean="0"/>
          </a:p>
          <a:p>
            <a:pPr lvl="0" eaLnBrk="1" hangingPunct="1">
              <a:spcBef>
                <a:spcPct val="0"/>
              </a:spcBef>
            </a:pPr>
            <a:r>
              <a:rPr lang="zh-CN" altLang="en-US" dirty="0" smtClean="0"/>
              <a:t>  先看第一道例题</a:t>
            </a:r>
            <a:endParaRPr lang="en-US" altLang="zh-CN" dirty="0" smtClean="0"/>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0" u="none" strike="noStrike" kern="1200" cap="none" spc="0" normalizeH="0" baseline="0" noProof="0" dirty="0" smtClean="0">
                <a:ln>
                  <a:noFill/>
                </a:ln>
                <a:solidFill>
                  <a:prstClr val="black"/>
                </a:solidFill>
                <a:effectLst/>
                <a:uLnTx/>
                <a:uFillTx/>
                <a:latin typeface="+mn-lt"/>
                <a:ea typeface="+mn-ea"/>
                <a:sym typeface="+mn-ea"/>
              </a:rPr>
              <a:t>第一步  确定化合物相对分子质量和分子式，</a:t>
            </a:r>
            <a:endParaRPr kumimoji="0" lang="en-US" altLang="zh-CN" sz="1200" b="0" i="0" u="none" strike="noStrike" kern="1200" cap="none" spc="0" normalizeH="0" baseline="0" noProof="0" dirty="0" smtClean="0">
              <a:ln>
                <a:noFill/>
              </a:ln>
              <a:solidFill>
                <a:prstClr val="black"/>
              </a:solidFill>
              <a:effectLst/>
              <a:uLnTx/>
              <a:uFillTx/>
              <a:latin typeface="+mn-lt"/>
              <a:ea typeface="+mn-ea"/>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0" u="none" strike="noStrike" kern="1200" cap="none" spc="0" normalizeH="0" baseline="0" noProof="0" dirty="0" smtClean="0">
                <a:ln>
                  <a:noFill/>
                </a:ln>
                <a:solidFill>
                  <a:prstClr val="black"/>
                </a:solidFill>
                <a:effectLst/>
                <a:uLnTx/>
                <a:uFillTx/>
                <a:latin typeface="+mn-lt"/>
                <a:ea typeface="+mn-ea"/>
                <a:sym typeface="+mn-ea"/>
              </a:rPr>
              <a:t>由质谱可知，分子离子峰质荷比为</a:t>
            </a:r>
            <a:r>
              <a:rPr kumimoji="0" lang="en-US" altLang="zh-CN" sz="1200" b="0" i="0" u="none" strike="noStrike" kern="1200" cap="none" spc="0" normalizeH="0" baseline="0" noProof="0" dirty="0" smtClean="0">
                <a:ln>
                  <a:noFill/>
                </a:ln>
                <a:solidFill>
                  <a:prstClr val="black"/>
                </a:solidFill>
                <a:effectLst/>
                <a:uLnTx/>
                <a:uFillTx/>
                <a:latin typeface="+mn-lt"/>
                <a:ea typeface="+mn-ea"/>
                <a:sym typeface="+mn-ea"/>
              </a:rPr>
              <a:t>114</a:t>
            </a:r>
            <a:r>
              <a:rPr kumimoji="0" lang="zh-CN" altLang="en-US" sz="1200" b="0" i="0" u="none" strike="noStrike" kern="1200" cap="none" spc="0" normalizeH="0" baseline="0" noProof="0" dirty="0" smtClean="0">
                <a:ln>
                  <a:noFill/>
                </a:ln>
                <a:solidFill>
                  <a:prstClr val="black"/>
                </a:solidFill>
                <a:effectLst/>
                <a:uLnTx/>
                <a:uFillTx/>
                <a:latin typeface="+mn-lt"/>
                <a:ea typeface="+mn-ea"/>
                <a:sym typeface="+mn-ea"/>
              </a:rPr>
              <a:t>，所以该化合物相对分子质量为</a:t>
            </a:r>
            <a:r>
              <a:rPr kumimoji="0" lang="en-US" altLang="zh-CN" sz="1200" b="0" i="0" u="none" strike="noStrike" kern="1200" cap="none" spc="0" normalizeH="0" baseline="0" noProof="0" dirty="0" smtClean="0">
                <a:ln>
                  <a:noFill/>
                </a:ln>
                <a:solidFill>
                  <a:prstClr val="black"/>
                </a:solidFill>
                <a:effectLst/>
                <a:uLnTx/>
                <a:uFillTx/>
                <a:latin typeface="+mn-lt"/>
                <a:ea typeface="+mn-ea"/>
                <a:sym typeface="+mn-ea"/>
              </a:rPr>
              <a:t>114</a:t>
            </a:r>
            <a:r>
              <a:rPr kumimoji="0" lang="zh-CN" altLang="en-US" sz="1200" b="0" i="0" u="none" strike="noStrike" kern="1200" cap="none" spc="0" normalizeH="0" baseline="0" noProof="0" dirty="0" smtClean="0">
                <a:ln>
                  <a:noFill/>
                </a:ln>
                <a:solidFill>
                  <a:prstClr val="black"/>
                </a:solidFill>
                <a:effectLst/>
                <a:uLnTx/>
                <a:uFillTx/>
                <a:latin typeface="+mn-lt"/>
                <a:ea typeface="+mn-ea"/>
                <a:sym typeface="+mn-ea"/>
              </a:rPr>
              <a:t>，我们采用综合各种谱学方法提供的信息推导化合物分子式的方法</a:t>
            </a:r>
            <a:endParaRPr kumimoji="0" lang="en-US" altLang="zh-CN" sz="1200" b="0" i="0" u="none" strike="noStrike" kern="1200" cap="none" spc="0" normalizeH="0" baseline="0" noProof="0" dirty="0" smtClean="0">
              <a:ln>
                <a:noFill/>
              </a:ln>
              <a:solidFill>
                <a:prstClr val="black"/>
              </a:solidFill>
              <a:effectLst/>
              <a:uLnTx/>
              <a:uFillTx/>
              <a:latin typeface="+mn-lt"/>
              <a:ea typeface="+mn-ea"/>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0" u="none" strike="noStrike" kern="1200" cap="none" spc="0" normalizeH="0" baseline="0" noProof="0" dirty="0" smtClean="0">
                <a:ln>
                  <a:noFill/>
                </a:ln>
                <a:solidFill>
                  <a:prstClr val="black"/>
                </a:solidFill>
                <a:effectLst/>
                <a:uLnTx/>
                <a:uFillTx/>
                <a:latin typeface="+mn-lt"/>
                <a:ea typeface="+mn-ea"/>
                <a:sym typeface="+mn-ea"/>
              </a:rPr>
              <a:t>该化合物不含氮或含有偶数个</a:t>
            </a:r>
            <a:r>
              <a:rPr kumimoji="0" lang="en-US" altLang="zh-CN" sz="1200" b="0" i="0" u="none" strike="noStrike" kern="1200" cap="none" spc="0" normalizeH="0" baseline="0" noProof="0" dirty="0" smtClean="0">
                <a:ln>
                  <a:noFill/>
                </a:ln>
                <a:solidFill>
                  <a:prstClr val="black"/>
                </a:solidFill>
                <a:effectLst/>
                <a:uLnTx/>
                <a:uFillTx/>
                <a:latin typeface="+mn-lt"/>
                <a:ea typeface="+mn-ea"/>
                <a:sym typeface="+mn-ea"/>
              </a:rPr>
              <a:t>N</a:t>
            </a:r>
            <a:r>
              <a:rPr kumimoji="0" lang="zh-CN" altLang="en-US" sz="1200" b="0" i="0" u="none" strike="noStrike" kern="1200" cap="none" spc="0" normalizeH="0" baseline="0" noProof="0" dirty="0" smtClean="0">
                <a:ln>
                  <a:noFill/>
                </a:ln>
                <a:solidFill>
                  <a:prstClr val="black"/>
                </a:solidFill>
                <a:effectLst/>
                <a:uLnTx/>
                <a:uFillTx/>
                <a:latin typeface="+mn-lt"/>
                <a:ea typeface="+mn-ea"/>
                <a:sym typeface="+mn-ea"/>
              </a:rPr>
              <a:t>，另外可知，该化合物不含氯，溴和硫。</a:t>
            </a:r>
            <a:endParaRPr kumimoji="0" lang="en-US" altLang="zh-CN" sz="1200" b="0" i="0" u="none" strike="noStrike" kern="1200" cap="none" spc="0" normalizeH="0" baseline="0" noProof="0" dirty="0" smtClean="0">
              <a:ln>
                <a:noFill/>
              </a:ln>
              <a:solidFill>
                <a:prstClr val="black"/>
              </a:solidFill>
              <a:effectLst/>
              <a:uLnTx/>
              <a:uFillTx/>
              <a:latin typeface="+mn-lt"/>
              <a:ea typeface="+mn-ea"/>
              <a:sym typeface="+mn-ea"/>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200" b="0" i="0" u="none" strike="noStrike" kern="1200" cap="none" spc="0" normalizeH="0" baseline="0" noProof="0" dirty="0" smtClean="0">
              <a:ln>
                <a:noFill/>
              </a:ln>
              <a:solidFill>
                <a:prstClr val="black"/>
              </a:solidFill>
              <a:effectLst/>
              <a:uLnTx/>
              <a:uFillTx/>
              <a:latin typeface="+mn-lt"/>
              <a:ea typeface="+mn-ea"/>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0" u="none" strike="noStrike" kern="1200" cap="none" spc="0" normalizeH="0" baseline="0" noProof="0" dirty="0" smtClean="0">
                <a:ln>
                  <a:noFill/>
                </a:ln>
                <a:solidFill>
                  <a:prstClr val="black"/>
                </a:solidFill>
                <a:effectLst/>
                <a:uLnTx/>
                <a:uFillTx/>
                <a:latin typeface="+mn-lt"/>
                <a:ea typeface="+mn-ea"/>
                <a:sym typeface="+mn-ea"/>
              </a:rPr>
              <a:t>在氢谱中，从高场到低场各峰组对应的氢原子数目比为</a:t>
            </a:r>
            <a:r>
              <a:rPr kumimoji="0" lang="en-US" altLang="zh-CN" sz="1200" b="0" i="0" u="none" strike="noStrike" kern="1200" cap="none" spc="0" normalizeH="0" baseline="0" noProof="0" dirty="0" smtClean="0">
                <a:ln>
                  <a:noFill/>
                </a:ln>
                <a:solidFill>
                  <a:prstClr val="black"/>
                </a:solidFill>
                <a:effectLst/>
                <a:uLnTx/>
                <a:uFillTx/>
                <a:latin typeface="+mn-lt"/>
                <a:ea typeface="+mn-ea"/>
                <a:sym typeface="+mn-ea"/>
              </a:rPr>
              <a:t>3</a:t>
            </a:r>
            <a:r>
              <a:rPr kumimoji="0" lang="zh-CN" altLang="en-US" sz="1200" b="0" i="0" u="none" strike="noStrike" kern="1200" cap="none" spc="0" normalizeH="0" baseline="0" noProof="0" dirty="0" smtClean="0">
                <a:ln>
                  <a:noFill/>
                </a:ln>
                <a:solidFill>
                  <a:prstClr val="black"/>
                </a:solidFill>
                <a:effectLst/>
                <a:uLnTx/>
                <a:uFillTx/>
                <a:latin typeface="+mn-lt"/>
                <a:ea typeface="+mn-ea"/>
                <a:sym typeface="+mn-ea"/>
              </a:rPr>
              <a:t>：</a:t>
            </a:r>
            <a:r>
              <a:rPr kumimoji="0" lang="en-US" altLang="zh-CN" sz="1200" b="0" i="0" u="none" strike="noStrike" kern="1200" cap="none" spc="0" normalizeH="0" baseline="0" noProof="0" dirty="0" smtClean="0">
                <a:ln>
                  <a:noFill/>
                </a:ln>
                <a:solidFill>
                  <a:prstClr val="black"/>
                </a:solidFill>
                <a:effectLst/>
                <a:uLnTx/>
                <a:uFillTx/>
                <a:latin typeface="+mn-lt"/>
                <a:ea typeface="+mn-ea"/>
                <a:sym typeface="+mn-ea"/>
              </a:rPr>
              <a:t>3</a:t>
            </a:r>
            <a:r>
              <a:rPr kumimoji="0" lang="zh-CN" altLang="en-US" sz="1200" b="0" i="0" u="none" strike="noStrike" kern="1200" cap="none" spc="0" normalizeH="0" baseline="0" noProof="0" dirty="0" smtClean="0">
                <a:ln>
                  <a:noFill/>
                </a:ln>
                <a:solidFill>
                  <a:prstClr val="black"/>
                </a:solidFill>
                <a:effectLst/>
                <a:uLnTx/>
                <a:uFillTx/>
                <a:latin typeface="+mn-lt"/>
                <a:ea typeface="+mn-ea"/>
                <a:sym typeface="+mn-ea"/>
              </a:rPr>
              <a:t>：</a:t>
            </a:r>
            <a:r>
              <a:rPr kumimoji="0" lang="en-US" altLang="zh-CN" sz="1200" b="0" i="0" u="none" strike="noStrike" kern="1200" cap="none" spc="0" normalizeH="0" baseline="0" noProof="0" dirty="0" smtClean="0">
                <a:ln>
                  <a:noFill/>
                </a:ln>
                <a:solidFill>
                  <a:prstClr val="black"/>
                </a:solidFill>
                <a:effectLst/>
                <a:uLnTx/>
                <a:uFillTx/>
                <a:latin typeface="+mn-lt"/>
                <a:ea typeface="+mn-ea"/>
                <a:sym typeface="+mn-ea"/>
              </a:rPr>
              <a:t>2</a:t>
            </a:r>
            <a:r>
              <a:rPr kumimoji="0" lang="zh-CN" altLang="en-US" sz="1200" b="0" i="0" u="none" strike="noStrike" kern="1200" cap="none" spc="0" normalizeH="0" baseline="0" noProof="0" dirty="0" smtClean="0">
                <a:ln>
                  <a:noFill/>
                </a:ln>
                <a:solidFill>
                  <a:prstClr val="black"/>
                </a:solidFill>
                <a:effectLst/>
                <a:uLnTx/>
                <a:uFillTx/>
                <a:latin typeface="+mn-lt"/>
                <a:ea typeface="+mn-ea"/>
                <a:sym typeface="+mn-ea"/>
              </a:rPr>
              <a:t>：</a:t>
            </a:r>
            <a:r>
              <a:rPr kumimoji="0" lang="en-US" altLang="zh-CN" sz="1200" b="0" i="0" u="none" strike="noStrike" kern="1200" cap="none" spc="0" normalizeH="0" baseline="0" noProof="0" dirty="0" smtClean="0">
                <a:ln>
                  <a:noFill/>
                </a:ln>
                <a:solidFill>
                  <a:prstClr val="black"/>
                </a:solidFill>
                <a:effectLst/>
                <a:uLnTx/>
                <a:uFillTx/>
                <a:latin typeface="+mn-lt"/>
                <a:ea typeface="+mn-ea"/>
                <a:sym typeface="+mn-ea"/>
              </a:rPr>
              <a:t>1</a:t>
            </a:r>
            <a:r>
              <a:rPr kumimoji="0" lang="zh-CN" altLang="en-US" sz="1200" b="0" i="0" u="none" strike="noStrike" kern="1200" cap="none" spc="0" normalizeH="0" baseline="0" noProof="0" dirty="0" smtClean="0">
                <a:ln>
                  <a:noFill/>
                </a:ln>
                <a:solidFill>
                  <a:prstClr val="black"/>
                </a:solidFill>
                <a:effectLst/>
                <a:uLnTx/>
                <a:uFillTx/>
                <a:latin typeface="+mn-lt"/>
                <a:ea typeface="+mn-ea"/>
                <a:sym typeface="+mn-ea"/>
              </a:rPr>
              <a:t>：</a:t>
            </a:r>
            <a:r>
              <a:rPr kumimoji="0" lang="en-US" altLang="zh-CN" sz="1200" b="0" i="0" u="none" strike="noStrike" kern="1200" cap="none" spc="0" normalizeH="0" baseline="0" noProof="0" dirty="0" smtClean="0">
                <a:ln>
                  <a:noFill/>
                </a:ln>
                <a:solidFill>
                  <a:prstClr val="black"/>
                </a:solidFill>
                <a:effectLst/>
                <a:uLnTx/>
                <a:uFillTx/>
                <a:latin typeface="+mn-lt"/>
                <a:ea typeface="+mn-ea"/>
                <a:sym typeface="+mn-ea"/>
              </a:rPr>
              <a:t>1</a:t>
            </a:r>
            <a:r>
              <a:rPr kumimoji="0" lang="zh-CN" altLang="en-US" sz="1200" b="0" i="0" u="none" strike="noStrike" kern="1200" cap="none" spc="0" normalizeH="0" baseline="0" noProof="0" dirty="0" smtClean="0">
                <a:ln>
                  <a:noFill/>
                </a:ln>
                <a:solidFill>
                  <a:prstClr val="black"/>
                </a:solidFill>
                <a:effectLst/>
                <a:uLnTx/>
                <a:uFillTx/>
                <a:latin typeface="+mn-lt"/>
                <a:ea typeface="+mn-ea"/>
                <a:sym typeface="+mn-ea"/>
              </a:rPr>
              <a:t>，该化合物含有</a:t>
            </a:r>
            <a:r>
              <a:rPr kumimoji="0" lang="en-US" altLang="zh-CN" sz="1200" b="0" i="0" u="none" strike="noStrike" kern="1200" cap="none" spc="0" normalizeH="0" baseline="0" noProof="0" dirty="0" smtClean="0">
                <a:ln>
                  <a:noFill/>
                </a:ln>
                <a:solidFill>
                  <a:prstClr val="black"/>
                </a:solidFill>
                <a:effectLst/>
                <a:uLnTx/>
                <a:uFillTx/>
                <a:latin typeface="+mn-lt"/>
                <a:ea typeface="+mn-ea"/>
                <a:sym typeface="+mn-ea"/>
              </a:rPr>
              <a:t>10</a:t>
            </a:r>
            <a:r>
              <a:rPr kumimoji="0" lang="zh-CN" altLang="en-US" sz="1200" b="0" i="0" u="none" strike="noStrike" kern="1200" cap="none" spc="0" normalizeH="0" baseline="0" noProof="0" dirty="0" smtClean="0">
                <a:ln>
                  <a:noFill/>
                </a:ln>
                <a:solidFill>
                  <a:prstClr val="black"/>
                </a:solidFill>
                <a:effectLst/>
                <a:uLnTx/>
                <a:uFillTx/>
                <a:latin typeface="+mn-lt"/>
                <a:ea typeface="+mn-ea"/>
                <a:sym typeface="+mn-ea"/>
              </a:rPr>
              <a:t>个氢原子或</a:t>
            </a:r>
            <a:r>
              <a:rPr kumimoji="0" lang="en-US" altLang="zh-CN" sz="1200" b="0" i="0" u="none" strike="noStrike" kern="1200" cap="none" spc="0" normalizeH="0" baseline="0" noProof="0" dirty="0" smtClean="0">
                <a:ln>
                  <a:noFill/>
                </a:ln>
                <a:solidFill>
                  <a:prstClr val="black"/>
                </a:solidFill>
                <a:effectLst/>
                <a:uLnTx/>
                <a:uFillTx/>
                <a:latin typeface="+mn-lt"/>
                <a:ea typeface="+mn-ea"/>
                <a:sym typeface="+mn-ea"/>
              </a:rPr>
              <a:t>10</a:t>
            </a:r>
            <a:r>
              <a:rPr kumimoji="0" lang="zh-CN" altLang="en-US" sz="1200" b="0" i="0" u="none" strike="noStrike" kern="1200" cap="none" spc="0" normalizeH="0" baseline="0" noProof="0" dirty="0" smtClean="0">
                <a:ln>
                  <a:noFill/>
                </a:ln>
                <a:solidFill>
                  <a:prstClr val="black"/>
                </a:solidFill>
                <a:effectLst/>
                <a:uLnTx/>
                <a:uFillTx/>
                <a:latin typeface="+mn-lt"/>
                <a:ea typeface="+mn-ea"/>
                <a:sym typeface="+mn-ea"/>
              </a:rPr>
              <a:t>个氢原子的整数倍。</a:t>
            </a:r>
            <a:endParaRPr kumimoji="0" lang="en-US" altLang="zh-CN" sz="1200" b="0" i="0" u="none" strike="noStrike" kern="1200" cap="none" spc="0" normalizeH="0" baseline="0" noProof="0" dirty="0" smtClean="0">
              <a:ln>
                <a:noFill/>
              </a:ln>
              <a:solidFill>
                <a:prstClr val="black"/>
              </a:solidFill>
              <a:effectLst/>
              <a:uLnTx/>
              <a:uFillTx/>
              <a:latin typeface="+mn-lt"/>
              <a:ea typeface="+mn-ea"/>
              <a:sym typeface="+mn-ea"/>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dirty="0" smtClean="0">
              <a:ln>
                <a:noFill/>
              </a:ln>
              <a:solidFill>
                <a:prstClr val="black"/>
              </a:solidFill>
              <a:effectLst/>
              <a:uLnTx/>
              <a:uFillTx/>
              <a:latin typeface="+mn-lt"/>
              <a:ea typeface="+mn-ea"/>
              <a:sym typeface="+mn-ea"/>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0" u="none" strike="noStrike" kern="1200" cap="none" spc="0" normalizeH="0" baseline="0" noProof="0" dirty="0" smtClean="0">
                <a:ln>
                  <a:noFill/>
                </a:ln>
                <a:solidFill>
                  <a:prstClr val="black"/>
                </a:solidFill>
                <a:effectLst/>
                <a:uLnTx/>
                <a:uFillTx/>
                <a:latin typeface="+mn-lt"/>
                <a:ea typeface="+mn-ea"/>
                <a:sym typeface="+mn-ea"/>
              </a:rPr>
              <a:t>碳谱中有</a:t>
            </a:r>
            <a:r>
              <a:rPr kumimoji="0" lang="en-US" altLang="zh-CN" sz="1200" b="0" i="0" u="none" strike="noStrike" kern="1200" cap="none" spc="0" normalizeH="0" baseline="0" noProof="0" dirty="0" smtClean="0">
                <a:ln>
                  <a:noFill/>
                </a:ln>
                <a:solidFill>
                  <a:prstClr val="black"/>
                </a:solidFill>
                <a:effectLst/>
                <a:uLnTx/>
                <a:uFillTx/>
                <a:latin typeface="+mn-lt"/>
                <a:ea typeface="+mn-ea"/>
                <a:sym typeface="+mn-ea"/>
              </a:rPr>
              <a:t>6</a:t>
            </a:r>
            <a:r>
              <a:rPr kumimoji="0" lang="zh-CN" altLang="en-US" sz="1200" b="0" i="0" u="none" strike="noStrike" kern="1200" cap="none" spc="0" normalizeH="0" baseline="0" noProof="0" dirty="0" smtClean="0">
                <a:ln>
                  <a:noFill/>
                </a:ln>
                <a:solidFill>
                  <a:prstClr val="black"/>
                </a:solidFill>
                <a:effectLst/>
                <a:uLnTx/>
                <a:uFillTx/>
                <a:latin typeface="+mn-lt"/>
                <a:ea typeface="+mn-ea"/>
                <a:sym typeface="+mn-ea"/>
              </a:rPr>
              <a:t>条谱线，说明分子中至少有</a:t>
            </a:r>
            <a:r>
              <a:rPr kumimoji="0" lang="en-US" altLang="zh-CN" sz="1200" b="0" i="0" u="none" strike="noStrike" kern="1200" cap="none" spc="0" normalizeH="0" baseline="0" noProof="0" dirty="0" smtClean="0">
                <a:ln>
                  <a:noFill/>
                </a:ln>
                <a:solidFill>
                  <a:prstClr val="black"/>
                </a:solidFill>
                <a:effectLst/>
                <a:uLnTx/>
                <a:uFillTx/>
                <a:latin typeface="+mn-lt"/>
                <a:ea typeface="+mn-ea"/>
                <a:sym typeface="+mn-ea"/>
              </a:rPr>
              <a:t>6</a:t>
            </a:r>
            <a:r>
              <a:rPr kumimoji="0" lang="zh-CN" altLang="en-US" sz="1200" b="0" i="0" u="none" strike="noStrike" kern="1200" cap="none" spc="0" normalizeH="0" baseline="0" noProof="0" dirty="0" smtClean="0">
                <a:ln>
                  <a:noFill/>
                </a:ln>
                <a:solidFill>
                  <a:prstClr val="black"/>
                </a:solidFill>
                <a:effectLst/>
                <a:uLnTx/>
                <a:uFillTx/>
                <a:latin typeface="+mn-lt"/>
                <a:ea typeface="+mn-ea"/>
                <a:sym typeface="+mn-ea"/>
              </a:rPr>
              <a:t>个碳原子，</a:t>
            </a:r>
            <a:endParaRPr kumimoji="0" lang="en-US" altLang="zh-CN" sz="1200" b="0" i="0" u="none" strike="noStrike" kern="1200" cap="none" spc="0" normalizeH="0" baseline="0" noProof="0" dirty="0" smtClean="0">
              <a:ln>
                <a:noFill/>
              </a:ln>
              <a:solidFill>
                <a:prstClr val="black"/>
              </a:solidFill>
              <a:effectLst/>
              <a:uLnTx/>
              <a:uFillTx/>
              <a:latin typeface="+mn-lt"/>
              <a:ea typeface="+mn-ea"/>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200" b="0" i="0" u="none" strike="noStrike" kern="1200" cap="none" spc="0" normalizeH="0" baseline="0" noProof="0" dirty="0" smtClean="0">
              <a:ln>
                <a:noFill/>
              </a:ln>
              <a:solidFill>
                <a:prstClr val="black"/>
              </a:solidFill>
              <a:effectLst/>
              <a:uLnTx/>
              <a:uFillTx/>
              <a:latin typeface="+mn-lt"/>
              <a:ea typeface="+mn-ea"/>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0" u="none" strike="noStrike" kern="1200" cap="none" spc="0" normalizeH="0" baseline="0" noProof="0" dirty="0" smtClean="0">
                <a:ln>
                  <a:noFill/>
                </a:ln>
                <a:solidFill>
                  <a:prstClr val="black"/>
                </a:solidFill>
                <a:effectLst/>
                <a:uLnTx/>
                <a:uFillTx/>
                <a:latin typeface="+mn-lt"/>
                <a:ea typeface="+mn-ea"/>
                <a:sym typeface="+mn-ea"/>
              </a:rPr>
              <a:t>由红外光谱</a:t>
            </a:r>
            <a:r>
              <a:rPr kumimoji="0" lang="en-US" altLang="zh-CN" sz="1200" b="0" i="0" u="none" strike="noStrike" kern="1200" cap="none" spc="0" normalizeH="0" baseline="0" noProof="0" dirty="0" smtClean="0">
                <a:ln>
                  <a:noFill/>
                </a:ln>
                <a:solidFill>
                  <a:prstClr val="black"/>
                </a:solidFill>
                <a:effectLst/>
                <a:uLnTx/>
                <a:uFillTx/>
                <a:latin typeface="+mn-lt"/>
                <a:ea typeface="+mn-ea"/>
                <a:sym typeface="+mn-ea"/>
              </a:rPr>
              <a:t>1722</a:t>
            </a:r>
            <a:r>
              <a:rPr kumimoji="0" lang="zh-CN" altLang="en-US" sz="1200" b="0" i="0" u="none" strike="noStrike" kern="1200" cap="none" spc="0" normalizeH="0" baseline="0" noProof="0" dirty="0" smtClean="0">
                <a:ln>
                  <a:noFill/>
                </a:ln>
                <a:solidFill>
                  <a:prstClr val="black"/>
                </a:solidFill>
                <a:effectLst/>
                <a:uLnTx/>
                <a:uFillTx/>
                <a:latin typeface="+mn-lt"/>
                <a:ea typeface="+mn-ea"/>
                <a:sym typeface="+mn-ea"/>
              </a:rPr>
              <a:t>波数处的强吸收峰可知，碳谱中化学位移</a:t>
            </a:r>
            <a:r>
              <a:rPr kumimoji="0" lang="en-US" altLang="zh-CN" sz="1200" b="0" i="0" u="none" strike="noStrike" kern="1200" cap="none" spc="0" normalizeH="0" baseline="0" noProof="0" dirty="0" smtClean="0">
                <a:ln>
                  <a:noFill/>
                </a:ln>
                <a:solidFill>
                  <a:prstClr val="black"/>
                </a:solidFill>
                <a:effectLst/>
                <a:uLnTx/>
                <a:uFillTx/>
                <a:latin typeface="+mn-lt"/>
                <a:ea typeface="+mn-ea"/>
                <a:sym typeface="+mn-ea"/>
              </a:rPr>
              <a:t>168</a:t>
            </a:r>
            <a:r>
              <a:rPr kumimoji="0" lang="zh-CN" altLang="en-US" sz="1200" b="0" i="0" u="none" strike="noStrike" kern="1200" cap="none" spc="0" normalizeH="0" baseline="0" noProof="0" dirty="0" smtClean="0">
                <a:ln>
                  <a:noFill/>
                </a:ln>
                <a:solidFill>
                  <a:prstClr val="black"/>
                </a:solidFill>
                <a:effectLst/>
                <a:uLnTx/>
                <a:uFillTx/>
                <a:latin typeface="+mn-lt"/>
                <a:ea typeface="+mn-ea"/>
                <a:sym typeface="+mn-ea"/>
              </a:rPr>
              <a:t>处的谱线，确认化合物含有羰基，分子中至少含有一个氧原子。</a:t>
            </a:r>
            <a:endParaRPr lang="zh-CN" altLang="en-US" dirty="0"/>
          </a:p>
        </p:txBody>
      </p:sp>
      <p:sp>
        <p:nvSpPr>
          <p:cNvPr id="25603" name="灯片编号占位符 3"/>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lstStyle/>
          <a:p>
            <a:pPr lvl="0" algn="r"/>
            <a:fld id="{9A0DB2DC-4C9A-4742-B13C-FB6460FD3503}" type="slidenum">
              <a:rPr lang="zh-CN" altLang="en-US" sz="1200" dirty="0">
                <a:latin typeface="Tahoma" panose="020B0604030504040204" pitchFamily="34" charset="0"/>
                <a:ea typeface="宋体" panose="02010600030101010101" pitchFamily="2" charset="-122"/>
              </a:rPr>
              <a:t>10</a:t>
            </a:fld>
            <a:endParaRPr lang="zh-CN" altLang="en-US" sz="1200" dirty="0">
              <a:latin typeface="Tahoma" panose="020B0604030504040204" pitchFamily="34" charset="0"/>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381000" y="685800"/>
            <a:ext cx="6096000" cy="3429000"/>
          </a:xfrm>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幻灯片图像占位符 1"/>
          <p:cNvSpPr>
            <a:spLocks noGrp="1" noRot="1" noChangeAspect="1" noTextEdit="1"/>
          </p:cNvSpPr>
          <p:nvPr>
            <p:ph type="sldImg"/>
          </p:nvPr>
        </p:nvSpPr>
        <p:spPr>
          <a:xfrm>
            <a:off x="381000" y="685800"/>
            <a:ext cx="6096000" cy="3429000"/>
          </a:xfrm>
          <a:ln>
            <a:solidFill>
              <a:srgbClr val="000000"/>
            </a:solidFill>
            <a:miter/>
          </a:ln>
        </p:spPr>
      </p:sp>
      <p:sp>
        <p:nvSpPr>
          <p:cNvPr id="25602" name="备注占位符 2"/>
          <p:cNvSpPr>
            <a:spLocks noGrp="1"/>
          </p:cNvSpPr>
          <p:nvPr>
            <p:ph type="body"/>
          </p:nvPr>
        </p:nvSpPr>
        <p:spPr>
          <a:noFill/>
          <a:ln>
            <a:noFill/>
          </a:ln>
        </p:spPr>
        <p:txBody>
          <a:bodyPr wrap="square" lIns="91440" tIns="45720" rIns="91440" bIns="45720" anchor="t"/>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0" u="none" strike="noStrike" kern="1200" cap="none" spc="0" normalizeH="0" baseline="0" noProof="0" dirty="0" smtClean="0">
                <a:ln>
                  <a:noFill/>
                </a:ln>
                <a:solidFill>
                  <a:prstClr val="black"/>
                </a:solidFill>
                <a:effectLst/>
                <a:uLnTx/>
                <a:uFillTx/>
                <a:latin typeface="+mn-lt"/>
                <a:ea typeface="+mn-ea"/>
                <a:sym typeface="+mn-ea"/>
              </a:rPr>
              <a:t>第三步综合利用各种图谱信息，推测结构单元</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dirty="0" smtClean="0">
              <a:ln>
                <a:noFill/>
              </a:ln>
              <a:solidFill>
                <a:prstClr val="black"/>
              </a:solidFill>
              <a:effectLst/>
              <a:uLnTx/>
              <a:uFillTx/>
              <a:latin typeface="+mn-lt"/>
              <a:ea typeface="+mn-ea"/>
              <a:sym typeface="+mn-ea"/>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0" u="none" strike="noStrike" kern="1200" cap="none" spc="0" normalizeH="0" baseline="0" noProof="0" dirty="0" smtClean="0">
                <a:ln>
                  <a:noFill/>
                </a:ln>
                <a:solidFill>
                  <a:prstClr val="black"/>
                </a:solidFill>
                <a:effectLst/>
                <a:uLnTx/>
                <a:uFillTx/>
                <a:latin typeface="+mn-lt"/>
                <a:ea typeface="+mn-ea"/>
                <a:sym typeface="+mn-ea"/>
              </a:rPr>
              <a:t>由红外光谱</a:t>
            </a:r>
            <a:r>
              <a:rPr kumimoji="0" lang="en-US" altLang="zh-CN" sz="1200" b="0" i="0" u="none" strike="noStrike" kern="1200" cap="none" spc="0" normalizeH="0" baseline="0" noProof="0" dirty="0" smtClean="0">
                <a:ln>
                  <a:noFill/>
                </a:ln>
                <a:solidFill>
                  <a:prstClr val="black"/>
                </a:solidFill>
                <a:effectLst/>
                <a:uLnTx/>
                <a:uFillTx/>
                <a:latin typeface="+mn-lt"/>
                <a:ea typeface="+mn-ea"/>
                <a:sym typeface="+mn-ea"/>
              </a:rPr>
              <a:t>1722</a:t>
            </a:r>
            <a:r>
              <a:rPr kumimoji="0" lang="zh-CN" altLang="en-US" sz="1200" b="0" i="0" u="none" strike="noStrike" kern="1200" cap="none" spc="0" normalizeH="0" baseline="0" noProof="0" dirty="0" smtClean="0">
                <a:ln>
                  <a:noFill/>
                </a:ln>
                <a:solidFill>
                  <a:prstClr val="black"/>
                </a:solidFill>
                <a:effectLst/>
                <a:uLnTx/>
                <a:uFillTx/>
                <a:latin typeface="+mn-lt"/>
                <a:ea typeface="+mn-ea"/>
                <a:sym typeface="+mn-ea"/>
              </a:rPr>
              <a:t>波数处的强峰表明有</a:t>
            </a:r>
            <a:r>
              <a:rPr kumimoji="0" lang="en-US" altLang="zh-CN" sz="1200" b="0" i="0" u="none" strike="noStrike" kern="1200" cap="none" spc="0" normalizeH="0" baseline="0" noProof="0" dirty="0" smtClean="0">
                <a:ln>
                  <a:noFill/>
                </a:ln>
                <a:solidFill>
                  <a:prstClr val="black"/>
                </a:solidFill>
                <a:effectLst/>
                <a:uLnTx/>
                <a:uFillTx/>
                <a:latin typeface="+mn-lt"/>
                <a:ea typeface="+mn-ea"/>
                <a:sym typeface="+mn-ea"/>
              </a:rPr>
              <a:t>C=O</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200" b="0" i="0" u="none" strike="noStrike" kern="1200" cap="none" spc="0" normalizeH="0" baseline="0" noProof="0" dirty="0" smtClean="0">
                <a:ln>
                  <a:noFill/>
                </a:ln>
                <a:solidFill>
                  <a:prstClr val="black"/>
                </a:solidFill>
                <a:effectLst/>
                <a:uLnTx/>
                <a:uFillTx/>
                <a:latin typeface="+mn-lt"/>
                <a:ea typeface="+mn-ea"/>
                <a:sym typeface="+mn-ea"/>
              </a:rPr>
              <a:t>1662</a:t>
            </a:r>
            <a:r>
              <a:rPr kumimoji="0" lang="zh-CN" altLang="en-US" sz="1200" b="0" i="0" u="none" strike="noStrike" kern="1200" cap="none" spc="0" normalizeH="0" baseline="0" noProof="0" dirty="0" smtClean="0">
                <a:ln>
                  <a:noFill/>
                </a:ln>
                <a:solidFill>
                  <a:prstClr val="black"/>
                </a:solidFill>
                <a:effectLst/>
                <a:uLnTx/>
                <a:uFillTx/>
                <a:latin typeface="+mn-lt"/>
                <a:ea typeface="+mn-ea"/>
                <a:sym typeface="+mn-ea"/>
              </a:rPr>
              <a:t>处的吸收峰表明存在</a:t>
            </a:r>
            <a:r>
              <a:rPr kumimoji="0" lang="en-US" altLang="zh-CN" sz="1200" b="0" i="0" u="none" strike="noStrike" kern="1200" cap="none" spc="0" normalizeH="0" baseline="0" noProof="0" dirty="0" smtClean="0">
                <a:ln>
                  <a:noFill/>
                </a:ln>
                <a:solidFill>
                  <a:prstClr val="black"/>
                </a:solidFill>
                <a:effectLst/>
                <a:uLnTx/>
                <a:uFillTx/>
                <a:latin typeface="+mn-lt"/>
                <a:ea typeface="+mn-ea"/>
                <a:sym typeface="+mn-ea"/>
              </a:rPr>
              <a:t>C=C</a:t>
            </a:r>
            <a:r>
              <a:rPr kumimoji="0" lang="zh-CN" altLang="en-US" sz="1200" b="0" i="0" u="none" strike="noStrike" kern="1200" cap="none" spc="0" normalizeH="0" baseline="0" noProof="0" dirty="0" smtClean="0">
                <a:ln>
                  <a:noFill/>
                </a:ln>
                <a:solidFill>
                  <a:prstClr val="black"/>
                </a:solidFill>
                <a:effectLst/>
                <a:uLnTx/>
                <a:uFillTx/>
                <a:latin typeface="+mn-lt"/>
                <a:ea typeface="+mn-ea"/>
                <a:sym typeface="+mn-ea"/>
              </a:rPr>
              <a:t>，</a:t>
            </a:r>
            <a:r>
              <a:rPr kumimoji="0" lang="en-US" altLang="zh-CN" sz="1200" b="0" i="0" u="none" strike="noStrike" kern="1200" cap="none" spc="0" normalizeH="0" baseline="0" noProof="0" dirty="0" smtClean="0">
                <a:ln>
                  <a:noFill/>
                </a:ln>
                <a:solidFill>
                  <a:prstClr val="black"/>
                </a:solidFill>
                <a:effectLst/>
                <a:uLnTx/>
                <a:uFillTx/>
                <a:latin typeface="+mn-lt"/>
                <a:ea typeface="+mn-ea"/>
                <a:sym typeface="+mn-ea"/>
              </a:rPr>
              <a:t>970</a:t>
            </a:r>
            <a:r>
              <a:rPr kumimoji="0" lang="zh-CN" altLang="en-US" sz="1200" b="0" i="0" u="none" strike="noStrike" kern="1200" cap="none" spc="0" normalizeH="0" baseline="0" noProof="0" dirty="0" smtClean="0">
                <a:ln>
                  <a:noFill/>
                </a:ln>
                <a:solidFill>
                  <a:prstClr val="black"/>
                </a:solidFill>
                <a:effectLst/>
                <a:uLnTx/>
                <a:uFillTx/>
                <a:latin typeface="+mn-lt"/>
                <a:ea typeface="+mn-ea"/>
                <a:sym typeface="+mn-ea"/>
              </a:rPr>
              <a:t>波数处的吸收峰表明该烯烃为反式烯烃</a:t>
            </a:r>
            <a:endParaRPr kumimoji="0" lang="en-US" altLang="zh-CN" sz="1200" b="0" i="0" u="none" strike="noStrike" kern="1200" cap="none" spc="0" normalizeH="0" baseline="0" noProof="0" dirty="0" smtClean="0">
              <a:ln>
                <a:noFill/>
              </a:ln>
              <a:solidFill>
                <a:prstClr val="black"/>
              </a:solidFill>
              <a:effectLst/>
              <a:uLnTx/>
              <a:uFillTx/>
              <a:latin typeface="+mn-lt"/>
              <a:ea typeface="+mn-ea"/>
              <a:sym typeface="+mn-ea"/>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0" u="none" strike="noStrike" kern="1200" cap="none" spc="0" normalizeH="0" baseline="0" noProof="0" dirty="0" smtClean="0">
                <a:ln>
                  <a:noFill/>
                </a:ln>
                <a:solidFill>
                  <a:prstClr val="black"/>
                </a:solidFill>
                <a:effectLst/>
                <a:uLnTx/>
                <a:uFillTx/>
                <a:latin typeface="+mn-lt"/>
                <a:ea typeface="+mn-ea"/>
                <a:sym typeface="+mn-ea"/>
              </a:rPr>
              <a:t>碳谱中</a:t>
            </a:r>
            <a:r>
              <a:rPr kumimoji="0" lang="en-US" altLang="zh-CN" sz="1200" b="0" i="0" u="none" strike="noStrike" kern="1200" cap="none" spc="0" normalizeH="0" baseline="0" noProof="0" dirty="0" smtClean="0">
                <a:ln>
                  <a:noFill/>
                </a:ln>
                <a:solidFill>
                  <a:prstClr val="black"/>
                </a:solidFill>
                <a:effectLst/>
                <a:uLnTx/>
                <a:uFillTx/>
                <a:latin typeface="+mn-lt"/>
                <a:ea typeface="+mn-ea"/>
                <a:sym typeface="+mn-ea"/>
              </a:rPr>
              <a:t>168</a:t>
            </a:r>
            <a:r>
              <a:rPr kumimoji="0" lang="zh-CN" altLang="en-US" sz="1200" b="0" i="0" u="none" strike="noStrike" kern="1200" cap="none" spc="0" normalizeH="0" baseline="0" noProof="0" dirty="0" smtClean="0">
                <a:ln>
                  <a:noFill/>
                </a:ln>
                <a:solidFill>
                  <a:prstClr val="black"/>
                </a:solidFill>
                <a:effectLst/>
                <a:uLnTx/>
                <a:uFillTx/>
                <a:latin typeface="+mn-lt"/>
                <a:ea typeface="+mn-ea"/>
                <a:sym typeface="+mn-ea"/>
              </a:rPr>
              <a:t>处的谱线为羰基碳的谱线，进一步说明羰基的存在，由于化学位移位于</a:t>
            </a:r>
            <a:r>
              <a:rPr kumimoji="0" lang="en-US" altLang="zh-CN" sz="1200" b="0" i="0" u="none" strike="noStrike" kern="1200" cap="none" spc="0" normalizeH="0" baseline="0" noProof="0" dirty="0" smtClean="0">
                <a:ln>
                  <a:noFill/>
                </a:ln>
                <a:solidFill>
                  <a:prstClr val="black"/>
                </a:solidFill>
                <a:effectLst/>
                <a:uLnTx/>
                <a:uFillTx/>
                <a:latin typeface="+mn-lt"/>
                <a:ea typeface="+mn-ea"/>
                <a:sym typeface="+mn-ea"/>
              </a:rPr>
              <a:t>160-180</a:t>
            </a:r>
            <a:r>
              <a:rPr kumimoji="0" lang="zh-CN" altLang="en-US" sz="1200" b="0" i="0" u="none" strike="noStrike" kern="1200" cap="none" spc="0" normalizeH="0" baseline="0" noProof="0" dirty="0" smtClean="0">
                <a:ln>
                  <a:noFill/>
                </a:ln>
                <a:solidFill>
                  <a:prstClr val="black"/>
                </a:solidFill>
                <a:effectLst/>
                <a:uLnTx/>
                <a:uFillTx/>
                <a:latin typeface="+mn-lt"/>
                <a:ea typeface="+mn-ea"/>
                <a:sym typeface="+mn-ea"/>
              </a:rPr>
              <a:t>之间，推测该羰基和电负性基团</a:t>
            </a:r>
            <a:r>
              <a:rPr kumimoji="0" lang="en-US" altLang="zh-CN" sz="1200" b="0" i="0" u="none" strike="noStrike" kern="1200" cap="none" spc="0" normalizeH="0" baseline="0" noProof="0" dirty="0" smtClean="0">
                <a:ln>
                  <a:noFill/>
                </a:ln>
                <a:solidFill>
                  <a:prstClr val="black"/>
                </a:solidFill>
                <a:effectLst/>
                <a:uLnTx/>
                <a:uFillTx/>
                <a:latin typeface="+mn-lt"/>
                <a:ea typeface="+mn-ea"/>
                <a:sym typeface="+mn-ea"/>
              </a:rPr>
              <a:t>O</a:t>
            </a:r>
            <a:r>
              <a:rPr kumimoji="0" lang="zh-CN" altLang="en-US" sz="1200" b="0" i="0" u="none" strike="noStrike" kern="1200" cap="none" spc="0" normalizeH="0" baseline="0" noProof="0" dirty="0" smtClean="0">
                <a:ln>
                  <a:noFill/>
                </a:ln>
                <a:solidFill>
                  <a:prstClr val="black"/>
                </a:solidFill>
                <a:effectLst/>
                <a:uLnTx/>
                <a:uFillTx/>
                <a:latin typeface="+mn-lt"/>
                <a:ea typeface="+mn-ea"/>
                <a:sym typeface="+mn-ea"/>
              </a:rPr>
              <a:t>相连</a:t>
            </a:r>
            <a:endParaRPr kumimoji="0" lang="en-US" altLang="zh-CN" sz="1200" b="0" i="0" u="none" strike="noStrike" kern="1200" cap="none" spc="0" normalizeH="0" baseline="0" noProof="0" dirty="0" smtClean="0">
              <a:ln>
                <a:noFill/>
              </a:ln>
              <a:solidFill>
                <a:prstClr val="black"/>
              </a:solidFill>
              <a:effectLst/>
              <a:uLnTx/>
              <a:uFillTx/>
              <a:latin typeface="+mn-lt"/>
              <a:ea typeface="+mn-ea"/>
              <a:sym typeface="+mn-ea"/>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0" u="none" strike="noStrike" kern="1200" cap="none" spc="0" normalizeH="0" baseline="0" noProof="0" dirty="0" smtClean="0">
                <a:ln>
                  <a:noFill/>
                </a:ln>
                <a:solidFill>
                  <a:prstClr val="black"/>
                </a:solidFill>
                <a:effectLst/>
                <a:uLnTx/>
                <a:uFillTx/>
                <a:latin typeface="+mn-lt"/>
                <a:ea typeface="+mn-ea"/>
                <a:sym typeface="+mn-ea"/>
              </a:rPr>
              <a:t>化学位移分别为</a:t>
            </a:r>
            <a:r>
              <a:rPr kumimoji="0" lang="en-US" altLang="zh-CN" sz="1200" b="0" i="0" u="none" strike="noStrike" kern="1200" cap="none" spc="0" normalizeH="0" baseline="0" noProof="0" dirty="0" smtClean="0">
                <a:ln>
                  <a:noFill/>
                </a:ln>
                <a:solidFill>
                  <a:prstClr val="black"/>
                </a:solidFill>
                <a:effectLst/>
                <a:uLnTx/>
                <a:uFillTx/>
                <a:latin typeface="+mn-lt"/>
                <a:ea typeface="+mn-ea"/>
                <a:sym typeface="+mn-ea"/>
              </a:rPr>
              <a:t>121</a:t>
            </a:r>
            <a:r>
              <a:rPr kumimoji="0" lang="zh-CN" altLang="en-US" sz="1200" b="0" i="0" u="none" strike="noStrike" kern="1200" cap="none" spc="0" normalizeH="0" baseline="0" noProof="0" dirty="0" smtClean="0">
                <a:ln>
                  <a:noFill/>
                </a:ln>
                <a:solidFill>
                  <a:prstClr val="black"/>
                </a:solidFill>
                <a:effectLst/>
                <a:uLnTx/>
                <a:uFillTx/>
                <a:latin typeface="+mn-lt"/>
                <a:ea typeface="+mn-ea"/>
                <a:sym typeface="+mn-ea"/>
              </a:rPr>
              <a:t>和</a:t>
            </a:r>
            <a:r>
              <a:rPr kumimoji="0" lang="en-US" altLang="zh-CN" sz="1200" b="0" i="0" u="none" strike="noStrike" kern="1200" cap="none" spc="0" normalizeH="0" baseline="0" noProof="0" dirty="0" smtClean="0">
                <a:ln>
                  <a:noFill/>
                </a:ln>
                <a:solidFill>
                  <a:prstClr val="black"/>
                </a:solidFill>
                <a:effectLst/>
                <a:uLnTx/>
                <a:uFillTx/>
                <a:latin typeface="+mn-lt"/>
                <a:ea typeface="+mn-ea"/>
                <a:sym typeface="+mn-ea"/>
              </a:rPr>
              <a:t>143</a:t>
            </a:r>
            <a:r>
              <a:rPr kumimoji="0" lang="zh-CN" altLang="en-US" sz="1200" b="0" i="0" u="none" strike="noStrike" kern="1200" cap="none" spc="0" normalizeH="0" baseline="0" noProof="0" dirty="0" smtClean="0">
                <a:ln>
                  <a:noFill/>
                </a:ln>
                <a:solidFill>
                  <a:prstClr val="black"/>
                </a:solidFill>
                <a:effectLst/>
                <a:uLnTx/>
                <a:uFillTx/>
                <a:latin typeface="+mn-lt"/>
                <a:ea typeface="+mn-ea"/>
                <a:sym typeface="+mn-ea"/>
              </a:rPr>
              <a:t>的两条谱线为烯碳的谱线，进一步说明碳碳双键的存在</a:t>
            </a:r>
            <a:endParaRPr kumimoji="0" lang="en-US" altLang="zh-CN" sz="1200" b="0" i="0" u="none" strike="noStrike" kern="1200" cap="none" spc="0" normalizeH="0" baseline="0" noProof="0" dirty="0" smtClean="0">
              <a:ln>
                <a:noFill/>
              </a:ln>
              <a:solidFill>
                <a:prstClr val="black"/>
              </a:solidFill>
              <a:effectLst/>
              <a:uLnTx/>
              <a:uFillTx/>
              <a:latin typeface="+mn-lt"/>
              <a:ea typeface="+mn-ea"/>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0" u="none" strike="noStrike" kern="1200" cap="none" spc="0" normalizeH="0" baseline="0" noProof="0" dirty="0" smtClean="0">
                <a:ln>
                  <a:noFill/>
                </a:ln>
                <a:solidFill>
                  <a:prstClr val="black"/>
                </a:solidFill>
                <a:effectLst/>
                <a:uLnTx/>
                <a:uFillTx/>
                <a:latin typeface="+mn-lt"/>
                <a:ea typeface="+mn-ea"/>
                <a:sym typeface="+mn-ea"/>
              </a:rPr>
              <a:t>化学位移</a:t>
            </a:r>
            <a:r>
              <a:rPr kumimoji="0" lang="en-US" altLang="zh-CN" sz="1200" b="0" i="0" u="none" strike="noStrike" kern="1200" cap="none" spc="0" normalizeH="0" baseline="0" noProof="0" dirty="0" smtClean="0">
                <a:ln>
                  <a:noFill/>
                </a:ln>
                <a:solidFill>
                  <a:prstClr val="black"/>
                </a:solidFill>
                <a:effectLst/>
                <a:uLnTx/>
                <a:uFillTx/>
                <a:latin typeface="+mn-lt"/>
                <a:ea typeface="+mn-ea"/>
                <a:sym typeface="+mn-ea"/>
              </a:rPr>
              <a:t>15-65</a:t>
            </a:r>
            <a:r>
              <a:rPr kumimoji="0" lang="zh-CN" altLang="en-US" sz="1200" b="0" i="0" u="none" strike="noStrike" kern="1200" cap="none" spc="0" normalizeH="0" baseline="0" noProof="0" dirty="0" smtClean="0">
                <a:ln>
                  <a:noFill/>
                </a:ln>
                <a:solidFill>
                  <a:prstClr val="black"/>
                </a:solidFill>
                <a:effectLst/>
                <a:uLnTx/>
                <a:uFillTx/>
                <a:latin typeface="+mn-lt"/>
                <a:ea typeface="+mn-ea"/>
                <a:sym typeface="+mn-ea"/>
              </a:rPr>
              <a:t>之间的三条谱线为饱和碳的谱线，其中最低场的谱线由于化学位移超过</a:t>
            </a:r>
            <a:r>
              <a:rPr kumimoji="0" lang="en-US" altLang="zh-CN" sz="1200" b="0" i="0" u="none" strike="noStrike" kern="1200" cap="none" spc="0" normalizeH="0" baseline="0" noProof="0" dirty="0" smtClean="0">
                <a:ln>
                  <a:noFill/>
                </a:ln>
                <a:solidFill>
                  <a:prstClr val="black"/>
                </a:solidFill>
                <a:effectLst/>
                <a:uLnTx/>
                <a:uFillTx/>
                <a:latin typeface="+mn-lt"/>
                <a:ea typeface="+mn-ea"/>
                <a:sym typeface="+mn-ea"/>
              </a:rPr>
              <a:t>55</a:t>
            </a:r>
            <a:r>
              <a:rPr kumimoji="0" lang="zh-CN" altLang="en-US" sz="1200" b="0" i="0" u="none" strike="noStrike" kern="1200" cap="none" spc="0" normalizeH="0" baseline="0" noProof="0" dirty="0" smtClean="0">
                <a:ln>
                  <a:noFill/>
                </a:ln>
                <a:solidFill>
                  <a:prstClr val="black"/>
                </a:solidFill>
                <a:effectLst/>
                <a:uLnTx/>
                <a:uFillTx/>
                <a:latin typeface="+mn-lt"/>
                <a:ea typeface="+mn-ea"/>
                <a:sym typeface="+mn-ea"/>
              </a:rPr>
              <a:t>，可能与电负性基团相连</a:t>
            </a:r>
            <a:endParaRPr kumimoji="0" lang="en-US" altLang="zh-CN" sz="1200" b="0" i="0" u="none" strike="noStrike" kern="1200" cap="none" spc="0" normalizeH="0" baseline="0" noProof="0" dirty="0" smtClean="0">
              <a:ln>
                <a:noFill/>
              </a:ln>
              <a:solidFill>
                <a:prstClr val="black"/>
              </a:solidFill>
              <a:effectLst/>
              <a:uLnTx/>
              <a:uFillTx/>
              <a:latin typeface="+mn-lt"/>
              <a:ea typeface="+mn-ea"/>
              <a:sym typeface="+mn-ea"/>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200" b="0" i="0" u="none" strike="noStrike" kern="1200" cap="none" spc="0" normalizeH="0" baseline="0" noProof="0" dirty="0" smtClean="0">
              <a:ln>
                <a:noFill/>
              </a:ln>
              <a:solidFill>
                <a:prstClr val="black"/>
              </a:solidFill>
              <a:effectLst/>
              <a:uLnTx/>
              <a:uFillTx/>
              <a:latin typeface="+mn-lt"/>
              <a:ea typeface="+mn-ea"/>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0" u="none" strike="noStrike" kern="1200" cap="none" spc="0" normalizeH="0" baseline="0" noProof="0" dirty="0" smtClean="0">
                <a:ln>
                  <a:noFill/>
                </a:ln>
                <a:solidFill>
                  <a:prstClr val="black"/>
                </a:solidFill>
                <a:effectLst/>
                <a:uLnTx/>
                <a:uFillTx/>
                <a:latin typeface="+mn-lt"/>
                <a:ea typeface="+mn-ea"/>
                <a:sym typeface="+mn-ea"/>
              </a:rPr>
              <a:t>氢谱中化学位移分别为</a:t>
            </a:r>
            <a:r>
              <a:rPr kumimoji="0" lang="en-US" altLang="zh-CN" sz="1200" b="0" i="0" u="none" strike="noStrike" kern="1200" cap="none" spc="0" normalizeH="0" baseline="0" noProof="0" dirty="0" smtClean="0">
                <a:ln>
                  <a:noFill/>
                </a:ln>
                <a:solidFill>
                  <a:prstClr val="black"/>
                </a:solidFill>
                <a:effectLst/>
                <a:uLnTx/>
                <a:uFillTx/>
                <a:latin typeface="+mn-lt"/>
                <a:ea typeface="+mn-ea"/>
                <a:sym typeface="+mn-ea"/>
              </a:rPr>
              <a:t>5.8</a:t>
            </a:r>
            <a:r>
              <a:rPr kumimoji="0" lang="zh-CN" altLang="en-US" sz="1200" b="0" i="0" u="none" strike="noStrike" kern="1200" cap="none" spc="0" normalizeH="0" baseline="0" noProof="0" dirty="0" smtClean="0">
                <a:ln>
                  <a:noFill/>
                </a:ln>
                <a:solidFill>
                  <a:prstClr val="black"/>
                </a:solidFill>
                <a:effectLst/>
                <a:uLnTx/>
                <a:uFillTx/>
                <a:latin typeface="+mn-lt"/>
                <a:ea typeface="+mn-ea"/>
                <a:sym typeface="+mn-ea"/>
              </a:rPr>
              <a:t>和</a:t>
            </a:r>
            <a:r>
              <a:rPr kumimoji="0" lang="en-US" altLang="zh-CN" sz="1200" b="0" i="0" u="none" strike="noStrike" kern="1200" cap="none" spc="0" normalizeH="0" baseline="0" noProof="0" dirty="0" smtClean="0">
                <a:ln>
                  <a:noFill/>
                </a:ln>
                <a:solidFill>
                  <a:prstClr val="black"/>
                </a:solidFill>
                <a:effectLst/>
                <a:uLnTx/>
                <a:uFillTx/>
                <a:latin typeface="+mn-lt"/>
                <a:ea typeface="+mn-ea"/>
                <a:sym typeface="+mn-ea"/>
              </a:rPr>
              <a:t>7.1</a:t>
            </a:r>
            <a:r>
              <a:rPr kumimoji="0" lang="zh-CN" altLang="en-US" sz="1200" b="0" i="0" u="none" strike="noStrike" kern="1200" cap="none" spc="0" normalizeH="0" baseline="0" noProof="0" dirty="0" smtClean="0">
                <a:ln>
                  <a:noFill/>
                </a:ln>
                <a:solidFill>
                  <a:prstClr val="black"/>
                </a:solidFill>
                <a:effectLst/>
                <a:uLnTx/>
                <a:uFillTx/>
                <a:latin typeface="+mn-lt"/>
                <a:ea typeface="+mn-ea"/>
                <a:sym typeface="+mn-ea"/>
              </a:rPr>
              <a:t>的两个峰组为两个烯氢的峰组，两个峰组均呈现</a:t>
            </a:r>
            <a:r>
              <a:rPr kumimoji="0" lang="en-US" altLang="zh-CN" sz="1200" b="0" i="0" u="none" strike="noStrike" kern="1200" cap="none" spc="0" normalizeH="0" baseline="0" noProof="0" dirty="0" smtClean="0">
                <a:ln>
                  <a:noFill/>
                </a:ln>
                <a:solidFill>
                  <a:prstClr val="black"/>
                </a:solidFill>
                <a:effectLst/>
                <a:uLnTx/>
                <a:uFillTx/>
                <a:latin typeface="+mn-lt"/>
                <a:ea typeface="+mn-ea"/>
                <a:sym typeface="+mn-ea"/>
              </a:rPr>
              <a:t>d</a:t>
            </a:r>
            <a:r>
              <a:rPr kumimoji="0" lang="zh-CN" altLang="en-US" sz="1200" b="0" i="0" u="none" strike="noStrike" kern="1200" cap="none" spc="0" normalizeH="0" baseline="0" noProof="0" dirty="0" smtClean="0">
                <a:ln>
                  <a:noFill/>
                </a:ln>
                <a:solidFill>
                  <a:prstClr val="black"/>
                </a:solidFill>
                <a:effectLst/>
                <a:uLnTx/>
                <a:uFillTx/>
                <a:latin typeface="+mn-lt"/>
                <a:ea typeface="+mn-ea"/>
                <a:sym typeface="+mn-ea"/>
              </a:rPr>
              <a:t>*</a:t>
            </a:r>
            <a:r>
              <a:rPr kumimoji="0" lang="en-US" altLang="zh-CN" sz="1200" b="0" i="0" u="none" strike="noStrike" kern="1200" cap="none" spc="0" normalizeH="0" baseline="0" noProof="0" dirty="0" smtClean="0">
                <a:ln>
                  <a:noFill/>
                </a:ln>
                <a:solidFill>
                  <a:prstClr val="black"/>
                </a:solidFill>
                <a:effectLst/>
                <a:uLnTx/>
                <a:uFillTx/>
                <a:latin typeface="+mn-lt"/>
                <a:ea typeface="+mn-ea"/>
                <a:sym typeface="+mn-ea"/>
              </a:rPr>
              <a:t>q</a:t>
            </a:r>
            <a:r>
              <a:rPr kumimoji="0" lang="zh-CN" altLang="en-US" sz="1200" b="0" i="0" u="none" strike="noStrike" kern="1200" cap="none" spc="0" normalizeH="0" baseline="0" noProof="0" dirty="0" smtClean="0">
                <a:ln>
                  <a:noFill/>
                </a:ln>
                <a:solidFill>
                  <a:prstClr val="black"/>
                </a:solidFill>
                <a:effectLst/>
                <a:uLnTx/>
                <a:uFillTx/>
                <a:latin typeface="+mn-lt"/>
                <a:ea typeface="+mn-ea"/>
                <a:sym typeface="+mn-ea"/>
              </a:rPr>
              <a:t>峰形，两个烯氢存在大的耦合作用，其中化学位移</a:t>
            </a:r>
            <a:r>
              <a:rPr kumimoji="0" lang="en-US" altLang="zh-CN" sz="1200" b="0" i="0" u="none" strike="noStrike" kern="1200" cap="none" spc="0" normalizeH="0" baseline="0" noProof="0" dirty="0" smtClean="0">
                <a:ln>
                  <a:noFill/>
                </a:ln>
                <a:solidFill>
                  <a:prstClr val="black"/>
                </a:solidFill>
                <a:effectLst/>
                <a:uLnTx/>
                <a:uFillTx/>
                <a:latin typeface="+mn-lt"/>
                <a:ea typeface="+mn-ea"/>
                <a:sym typeface="+mn-ea"/>
              </a:rPr>
              <a:t>5.8</a:t>
            </a:r>
            <a:r>
              <a:rPr kumimoji="0" lang="zh-CN" altLang="en-US" sz="1200" b="0" i="0" u="none" strike="noStrike" kern="1200" cap="none" spc="0" normalizeH="0" baseline="0" noProof="0" dirty="0" smtClean="0">
                <a:ln>
                  <a:noFill/>
                </a:ln>
                <a:solidFill>
                  <a:prstClr val="black"/>
                </a:solidFill>
                <a:effectLst/>
                <a:uLnTx/>
                <a:uFillTx/>
                <a:latin typeface="+mn-lt"/>
                <a:ea typeface="+mn-ea"/>
                <a:sym typeface="+mn-ea"/>
              </a:rPr>
              <a:t>处的峰组四重峰裂距较小，说明受到小的远程耦合作用，而化学位移</a:t>
            </a:r>
            <a:r>
              <a:rPr kumimoji="0" lang="en-US" altLang="zh-CN" sz="1200" b="0" i="0" u="none" strike="noStrike" kern="1200" cap="none" spc="0" normalizeH="0" baseline="0" noProof="0" dirty="0" smtClean="0">
                <a:ln>
                  <a:noFill/>
                </a:ln>
                <a:solidFill>
                  <a:prstClr val="black"/>
                </a:solidFill>
                <a:effectLst/>
                <a:uLnTx/>
                <a:uFillTx/>
                <a:latin typeface="+mn-lt"/>
                <a:ea typeface="+mn-ea"/>
                <a:sym typeface="+mn-ea"/>
              </a:rPr>
              <a:t>7.1</a:t>
            </a:r>
            <a:r>
              <a:rPr kumimoji="0" lang="zh-CN" altLang="en-US" sz="1200" b="0" i="0" u="none" strike="noStrike" kern="1200" cap="none" spc="0" normalizeH="0" baseline="0" noProof="0" dirty="0" smtClean="0">
                <a:ln>
                  <a:noFill/>
                </a:ln>
                <a:solidFill>
                  <a:prstClr val="black"/>
                </a:solidFill>
                <a:effectLst/>
                <a:uLnTx/>
                <a:uFillTx/>
                <a:latin typeface="+mn-lt"/>
                <a:ea typeface="+mn-ea"/>
                <a:sym typeface="+mn-ea"/>
              </a:rPr>
              <a:t>处的峰组中两组四重峰有所重叠，四重峰裂距较大，说明受到比较大的耦合作用，表明存在</a:t>
            </a:r>
            <a:r>
              <a:rPr kumimoji="0" lang="en-US" altLang="zh-CN" sz="1200" b="0" i="0" u="none" strike="noStrike" kern="1200" cap="none" spc="0" normalizeH="0" baseline="0" noProof="0" dirty="0" smtClean="0">
                <a:ln>
                  <a:noFill/>
                </a:ln>
                <a:solidFill>
                  <a:prstClr val="black"/>
                </a:solidFill>
                <a:effectLst/>
                <a:uLnTx/>
                <a:uFillTx/>
                <a:latin typeface="+mn-lt"/>
                <a:ea typeface="+mn-ea"/>
                <a:sym typeface="+mn-ea"/>
              </a:rPr>
              <a:t>CH=CH</a:t>
            </a:r>
            <a:r>
              <a:rPr kumimoji="0" lang="zh-CN" altLang="en-US" sz="1200" b="0" i="0" u="none" strike="noStrike" kern="1200" cap="none" spc="0" normalizeH="0" baseline="0" noProof="0" dirty="0" smtClean="0">
                <a:ln>
                  <a:noFill/>
                </a:ln>
                <a:solidFill>
                  <a:prstClr val="black"/>
                </a:solidFill>
                <a:effectLst/>
                <a:uLnTx/>
                <a:uFillTx/>
                <a:latin typeface="+mn-lt"/>
                <a:ea typeface="+mn-ea"/>
                <a:sym typeface="+mn-ea"/>
              </a:rPr>
              <a:t>，其中一个烯碳应该和甲基相连</a:t>
            </a:r>
            <a:endParaRPr kumimoji="0" lang="en-US" altLang="zh-CN" sz="1200" b="0" i="0" u="none" strike="noStrike" kern="1200" cap="none" spc="0" normalizeH="0" baseline="0" noProof="0" dirty="0" smtClean="0">
              <a:ln>
                <a:noFill/>
              </a:ln>
              <a:solidFill>
                <a:prstClr val="black"/>
              </a:solidFill>
              <a:effectLst/>
              <a:uLnTx/>
              <a:uFillTx/>
              <a:latin typeface="+mn-lt"/>
              <a:ea typeface="+mn-ea"/>
              <a:sym typeface="+mn-ea"/>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200" b="0" i="0" u="none" strike="noStrike" kern="1200" cap="none" spc="0" normalizeH="0" baseline="0" noProof="0" dirty="0" smtClean="0">
              <a:ln>
                <a:noFill/>
              </a:ln>
              <a:solidFill>
                <a:prstClr val="black"/>
              </a:solidFill>
              <a:effectLst/>
              <a:uLnTx/>
              <a:uFillTx/>
              <a:latin typeface="+mn-lt"/>
              <a:ea typeface="+mn-ea"/>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0" u="none" strike="noStrike" kern="1200" cap="none" spc="0" normalizeH="0" baseline="0" noProof="0" dirty="0" smtClean="0">
                <a:ln>
                  <a:noFill/>
                </a:ln>
                <a:solidFill>
                  <a:prstClr val="black"/>
                </a:solidFill>
                <a:effectLst/>
                <a:uLnTx/>
                <a:uFillTx/>
                <a:latin typeface="+mn-lt"/>
                <a:ea typeface="+mn-ea"/>
                <a:sym typeface="+mn-ea"/>
              </a:rPr>
              <a:t>饱和氢区域有三组峰，其中化学位移</a:t>
            </a:r>
            <a:r>
              <a:rPr kumimoji="0" lang="en-US" altLang="zh-CN" sz="1200" b="0" i="0" u="none" strike="noStrike" kern="1200" cap="none" spc="0" normalizeH="0" baseline="0" noProof="0" dirty="0" smtClean="0">
                <a:ln>
                  <a:noFill/>
                </a:ln>
                <a:solidFill>
                  <a:prstClr val="black"/>
                </a:solidFill>
                <a:effectLst/>
                <a:uLnTx/>
                <a:uFillTx/>
                <a:latin typeface="+mn-lt"/>
                <a:ea typeface="+mn-ea"/>
                <a:sym typeface="+mn-ea"/>
              </a:rPr>
              <a:t>4.2</a:t>
            </a:r>
            <a:r>
              <a:rPr kumimoji="0" lang="zh-CN" altLang="en-US" sz="1200" b="0" i="0" u="none" strike="noStrike" kern="1200" cap="none" spc="0" normalizeH="0" baseline="0" noProof="0" dirty="0" smtClean="0">
                <a:ln>
                  <a:noFill/>
                </a:ln>
                <a:solidFill>
                  <a:prstClr val="black"/>
                </a:solidFill>
                <a:effectLst/>
                <a:uLnTx/>
                <a:uFillTx/>
                <a:latin typeface="+mn-lt"/>
                <a:ea typeface="+mn-ea"/>
                <a:sym typeface="+mn-ea"/>
              </a:rPr>
              <a:t>和</a:t>
            </a:r>
            <a:r>
              <a:rPr kumimoji="0" lang="en-US" altLang="zh-CN" sz="1200" b="0" i="0" u="none" strike="noStrike" kern="1200" cap="none" spc="0" normalizeH="0" baseline="0" noProof="0" dirty="0" smtClean="0">
                <a:ln>
                  <a:noFill/>
                </a:ln>
                <a:solidFill>
                  <a:prstClr val="black"/>
                </a:solidFill>
                <a:effectLst/>
                <a:uLnTx/>
                <a:uFillTx/>
                <a:latin typeface="+mn-lt"/>
                <a:ea typeface="+mn-ea"/>
                <a:sym typeface="+mn-ea"/>
              </a:rPr>
              <a:t>1.3</a:t>
            </a:r>
            <a:r>
              <a:rPr kumimoji="0" lang="zh-CN" altLang="en-US" sz="1200" b="0" i="0" u="none" strike="noStrike" kern="1200" cap="none" spc="0" normalizeH="0" baseline="0" noProof="0" dirty="0" smtClean="0">
                <a:ln>
                  <a:noFill/>
                </a:ln>
                <a:solidFill>
                  <a:prstClr val="black"/>
                </a:solidFill>
                <a:effectLst/>
                <a:uLnTx/>
                <a:uFillTx/>
                <a:latin typeface="+mn-lt"/>
                <a:ea typeface="+mn-ea"/>
                <a:sym typeface="+mn-ea"/>
              </a:rPr>
              <a:t>的四重峰和三重峰分别对应</a:t>
            </a:r>
            <a:r>
              <a:rPr kumimoji="0" lang="en-US" altLang="zh-CN" sz="1200" b="0" i="0" u="none" strike="noStrike" kern="1200" cap="none" spc="0" normalizeH="0" baseline="0" noProof="0" dirty="0" smtClean="0">
                <a:ln>
                  <a:noFill/>
                </a:ln>
                <a:solidFill>
                  <a:prstClr val="black"/>
                </a:solidFill>
                <a:effectLst/>
                <a:uLnTx/>
                <a:uFillTx/>
                <a:latin typeface="+mn-lt"/>
                <a:ea typeface="+mn-ea"/>
                <a:sym typeface="+mn-ea"/>
              </a:rPr>
              <a:t>2H</a:t>
            </a:r>
            <a:r>
              <a:rPr kumimoji="0" lang="zh-CN" altLang="en-US" sz="1200" b="0" i="0" u="none" strike="noStrike" kern="1200" cap="none" spc="0" normalizeH="0" baseline="0" noProof="0" dirty="0" smtClean="0">
                <a:ln>
                  <a:noFill/>
                </a:ln>
                <a:solidFill>
                  <a:prstClr val="black"/>
                </a:solidFill>
                <a:effectLst/>
                <a:uLnTx/>
                <a:uFillTx/>
                <a:latin typeface="+mn-lt"/>
                <a:ea typeface="+mn-ea"/>
                <a:sym typeface="+mn-ea"/>
              </a:rPr>
              <a:t>和</a:t>
            </a:r>
            <a:r>
              <a:rPr kumimoji="0" lang="en-US" altLang="zh-CN" sz="1200" b="0" i="0" u="none" strike="noStrike" kern="1200" cap="none" spc="0" normalizeH="0" baseline="0" noProof="0" dirty="0" smtClean="0">
                <a:ln>
                  <a:noFill/>
                </a:ln>
                <a:solidFill>
                  <a:prstClr val="black"/>
                </a:solidFill>
                <a:effectLst/>
                <a:uLnTx/>
                <a:uFillTx/>
                <a:latin typeface="+mn-lt"/>
                <a:ea typeface="+mn-ea"/>
                <a:sym typeface="+mn-ea"/>
              </a:rPr>
              <a:t>3H</a:t>
            </a:r>
            <a:r>
              <a:rPr kumimoji="0" lang="zh-CN" altLang="en-US" sz="1200" b="0" i="0" u="none" strike="noStrike" kern="1200" cap="none" spc="0" normalizeH="0" baseline="0" noProof="0" dirty="0" smtClean="0">
                <a:ln>
                  <a:noFill/>
                </a:ln>
                <a:solidFill>
                  <a:prstClr val="black"/>
                </a:solidFill>
                <a:effectLst/>
                <a:uLnTx/>
                <a:uFillTx/>
                <a:latin typeface="+mn-lt"/>
                <a:ea typeface="+mn-ea"/>
                <a:sym typeface="+mn-ea"/>
              </a:rPr>
              <a:t>，应为</a:t>
            </a:r>
            <a:r>
              <a:rPr kumimoji="0" lang="en-US" altLang="zh-CN" sz="1200" b="0" i="0" u="none" strike="noStrike" kern="1200" cap="none" spc="0" normalizeH="0" baseline="0" noProof="0" dirty="0" smtClean="0">
                <a:ln>
                  <a:noFill/>
                </a:ln>
                <a:solidFill>
                  <a:prstClr val="black"/>
                </a:solidFill>
                <a:effectLst/>
                <a:uLnTx/>
                <a:uFillTx/>
                <a:latin typeface="+mn-lt"/>
                <a:ea typeface="+mn-ea"/>
                <a:sym typeface="+mn-ea"/>
              </a:rPr>
              <a:t>CH3CH2</a:t>
            </a:r>
            <a:r>
              <a:rPr kumimoji="0" lang="zh-CN" altLang="en-US" sz="1200" b="0" i="0" u="none" strike="noStrike" kern="1200" cap="none" spc="0" normalizeH="0" baseline="0" noProof="0" dirty="0" smtClean="0">
                <a:ln>
                  <a:noFill/>
                </a:ln>
                <a:solidFill>
                  <a:prstClr val="black"/>
                </a:solidFill>
                <a:effectLst/>
                <a:uLnTx/>
                <a:uFillTx/>
                <a:latin typeface="+mn-lt"/>
                <a:ea typeface="+mn-ea"/>
                <a:sym typeface="+mn-ea"/>
              </a:rPr>
              <a:t>，而且和电负性基团</a:t>
            </a:r>
            <a:r>
              <a:rPr kumimoji="0" lang="en-US" altLang="zh-CN" sz="1200" b="0" i="0" u="none" strike="noStrike" kern="1200" cap="none" spc="0" normalizeH="0" baseline="0" noProof="0" dirty="0" smtClean="0">
                <a:ln>
                  <a:noFill/>
                </a:ln>
                <a:solidFill>
                  <a:prstClr val="black"/>
                </a:solidFill>
                <a:effectLst/>
                <a:uLnTx/>
                <a:uFillTx/>
                <a:latin typeface="+mn-lt"/>
                <a:ea typeface="+mn-ea"/>
                <a:sym typeface="+mn-ea"/>
              </a:rPr>
              <a:t>O</a:t>
            </a:r>
            <a:r>
              <a:rPr kumimoji="0" lang="zh-CN" altLang="en-US" sz="1200" b="0" i="0" u="none" strike="noStrike" kern="1200" cap="none" spc="0" normalizeH="0" baseline="0" noProof="0" dirty="0" smtClean="0">
                <a:ln>
                  <a:noFill/>
                </a:ln>
                <a:solidFill>
                  <a:prstClr val="black"/>
                </a:solidFill>
                <a:effectLst/>
                <a:uLnTx/>
                <a:uFillTx/>
                <a:latin typeface="+mn-lt"/>
                <a:ea typeface="+mn-ea"/>
                <a:sym typeface="+mn-ea"/>
              </a:rPr>
              <a:t>相连</a:t>
            </a:r>
            <a:endParaRPr kumimoji="0" lang="en-US" altLang="zh-CN" sz="1200" b="0" i="0" u="none" strike="noStrike" kern="1200" cap="none" spc="0" normalizeH="0" baseline="0" noProof="0" dirty="0" smtClean="0">
              <a:ln>
                <a:noFill/>
              </a:ln>
              <a:solidFill>
                <a:prstClr val="black"/>
              </a:solidFill>
              <a:effectLst/>
              <a:uLnTx/>
              <a:uFillTx/>
              <a:latin typeface="+mn-lt"/>
              <a:ea typeface="+mn-ea"/>
              <a:sym typeface="+mn-ea"/>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200" b="0" i="0" u="none" strike="noStrike" kern="1200" cap="none" spc="0" normalizeH="0" baseline="0" noProof="0" dirty="0" smtClean="0">
              <a:ln>
                <a:noFill/>
              </a:ln>
              <a:solidFill>
                <a:prstClr val="black"/>
              </a:solidFill>
              <a:effectLst/>
              <a:uLnTx/>
              <a:uFillTx/>
              <a:latin typeface="+mn-lt"/>
              <a:ea typeface="+mn-ea"/>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0" i="0" u="none" strike="noStrike" kern="1200" cap="none" spc="0" normalizeH="0" baseline="0" noProof="0" dirty="0" smtClean="0">
                <a:ln>
                  <a:noFill/>
                </a:ln>
                <a:solidFill>
                  <a:prstClr val="black"/>
                </a:solidFill>
                <a:effectLst/>
                <a:uLnTx/>
                <a:uFillTx/>
                <a:latin typeface="+mn-lt"/>
                <a:ea typeface="+mn-ea"/>
                <a:sym typeface="+mn-ea"/>
              </a:rPr>
              <a:t>化学位移为</a:t>
            </a:r>
            <a:r>
              <a:rPr kumimoji="0" lang="en-US" altLang="zh-CN" sz="1200" b="0" i="0" u="none" strike="noStrike" kern="1200" cap="none" spc="0" normalizeH="0" baseline="0" noProof="0" dirty="0" smtClean="0">
                <a:ln>
                  <a:noFill/>
                </a:ln>
                <a:solidFill>
                  <a:prstClr val="black"/>
                </a:solidFill>
                <a:effectLst/>
                <a:uLnTx/>
                <a:uFillTx/>
                <a:latin typeface="+mn-lt"/>
                <a:ea typeface="+mn-ea"/>
                <a:sym typeface="+mn-ea"/>
              </a:rPr>
              <a:t>1.9</a:t>
            </a:r>
            <a:r>
              <a:rPr kumimoji="0" lang="zh-CN" altLang="en-US" sz="1200" b="0" i="0" u="none" strike="noStrike" kern="1200" cap="none" spc="0" normalizeH="0" baseline="0" noProof="0" dirty="0" smtClean="0">
                <a:ln>
                  <a:noFill/>
                </a:ln>
                <a:solidFill>
                  <a:prstClr val="black"/>
                </a:solidFill>
                <a:effectLst/>
                <a:uLnTx/>
                <a:uFillTx/>
                <a:latin typeface="+mn-lt"/>
                <a:ea typeface="+mn-ea"/>
                <a:sym typeface="+mn-ea"/>
              </a:rPr>
              <a:t>处的峰组，对应</a:t>
            </a:r>
            <a:r>
              <a:rPr kumimoji="0" lang="en-US" altLang="zh-CN" sz="1200" b="0" i="0" u="none" strike="noStrike" kern="1200" cap="none" spc="0" normalizeH="0" baseline="0" noProof="0" dirty="0" smtClean="0">
                <a:ln>
                  <a:noFill/>
                </a:ln>
                <a:solidFill>
                  <a:prstClr val="black"/>
                </a:solidFill>
                <a:effectLst/>
                <a:uLnTx/>
                <a:uFillTx/>
                <a:latin typeface="+mn-lt"/>
                <a:ea typeface="+mn-ea"/>
                <a:sym typeface="+mn-ea"/>
              </a:rPr>
              <a:t>3H</a:t>
            </a:r>
            <a:r>
              <a:rPr kumimoji="0" lang="zh-CN" altLang="en-US" sz="1200" b="0" i="0" u="none" strike="noStrike" kern="1200" cap="none" spc="0" normalizeH="0" baseline="0" noProof="0" dirty="0" smtClean="0">
                <a:ln>
                  <a:noFill/>
                </a:ln>
                <a:solidFill>
                  <a:prstClr val="black"/>
                </a:solidFill>
                <a:effectLst/>
                <a:uLnTx/>
                <a:uFillTx/>
                <a:latin typeface="+mn-lt"/>
                <a:ea typeface="+mn-ea"/>
                <a:sym typeface="+mn-ea"/>
              </a:rPr>
              <a:t>，呈现</a:t>
            </a:r>
            <a:r>
              <a:rPr kumimoji="0" lang="en-US" altLang="zh-CN" sz="1200" b="0" i="0" u="none" strike="noStrike" kern="1200" cap="none" spc="0" normalizeH="0" baseline="0" noProof="0" dirty="0" smtClean="0">
                <a:ln>
                  <a:noFill/>
                </a:ln>
                <a:solidFill>
                  <a:prstClr val="black"/>
                </a:solidFill>
                <a:effectLst/>
                <a:uLnTx/>
                <a:uFillTx/>
                <a:latin typeface="+mn-lt"/>
                <a:ea typeface="+mn-ea"/>
                <a:sym typeface="+mn-ea"/>
              </a:rPr>
              <a:t>d*d</a:t>
            </a:r>
            <a:r>
              <a:rPr kumimoji="0" lang="zh-CN" altLang="en-US" sz="1200" b="0" i="0" u="none" strike="noStrike" kern="1200" cap="none" spc="0" normalizeH="0" baseline="0" noProof="0" dirty="0" smtClean="0">
                <a:ln>
                  <a:noFill/>
                </a:ln>
                <a:solidFill>
                  <a:prstClr val="black"/>
                </a:solidFill>
                <a:effectLst/>
                <a:uLnTx/>
                <a:uFillTx/>
                <a:latin typeface="+mn-lt"/>
                <a:ea typeface="+mn-ea"/>
                <a:sym typeface="+mn-ea"/>
              </a:rPr>
              <a:t>峰形，受到一个较大的耦合作用，一个小的耦合作用，说明该甲基应和</a:t>
            </a:r>
            <a:r>
              <a:rPr kumimoji="0" lang="en-US" altLang="zh-CN" sz="1200" b="0" i="0" u="none" strike="noStrike" kern="1200" cap="none" spc="0" normalizeH="0" baseline="0" noProof="0" dirty="0" smtClean="0">
                <a:ln>
                  <a:noFill/>
                </a:ln>
                <a:solidFill>
                  <a:prstClr val="black"/>
                </a:solidFill>
                <a:effectLst/>
                <a:uLnTx/>
                <a:uFillTx/>
                <a:latin typeface="+mn-lt"/>
                <a:ea typeface="+mn-ea"/>
                <a:sym typeface="+mn-ea"/>
              </a:rPr>
              <a:t>CH=CH</a:t>
            </a:r>
            <a:r>
              <a:rPr kumimoji="0" lang="zh-CN" altLang="en-US" sz="1200" b="0" i="0" u="none" strike="noStrike" kern="1200" cap="none" spc="0" normalizeH="0" baseline="0" noProof="0" dirty="0" smtClean="0">
                <a:ln>
                  <a:noFill/>
                </a:ln>
                <a:solidFill>
                  <a:prstClr val="black"/>
                </a:solidFill>
                <a:effectLst/>
                <a:uLnTx/>
                <a:uFillTx/>
                <a:latin typeface="+mn-lt"/>
                <a:ea typeface="+mn-ea"/>
                <a:sym typeface="+mn-ea"/>
              </a:rPr>
              <a:t>相连，和直接相连烯碳上的氢存在较大的耦合作用，和另外一个烯氢存在小的远程耦合作用</a:t>
            </a:r>
            <a:endParaRPr kumimoji="0" lang="en-US" altLang="zh-CN" sz="1200" b="0" i="0" u="none" strike="noStrike" kern="1200" cap="none" spc="0" normalizeH="0" baseline="0" noProof="0" dirty="0" smtClean="0">
              <a:ln>
                <a:noFill/>
              </a:ln>
              <a:solidFill>
                <a:prstClr val="black"/>
              </a:solidFill>
              <a:effectLst/>
              <a:uLnTx/>
              <a:uFillTx/>
              <a:latin typeface="+mn-lt"/>
              <a:ea typeface="+mn-ea"/>
              <a:sym typeface="+mn-ea"/>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dirty="0" smtClean="0">
              <a:ln>
                <a:noFill/>
              </a:ln>
              <a:solidFill>
                <a:prstClr val="black"/>
              </a:solidFill>
              <a:effectLst/>
              <a:uLnTx/>
              <a:uFillTx/>
              <a:latin typeface="+mn-lt"/>
              <a:ea typeface="+mn-ea"/>
              <a:sym typeface="+mn-ea"/>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200" b="0" i="0" u="none" strike="noStrike" kern="1200" cap="none" spc="0" normalizeH="0" baseline="0" noProof="0" dirty="0" smtClean="0">
              <a:ln>
                <a:noFill/>
              </a:ln>
              <a:solidFill>
                <a:prstClr val="black"/>
              </a:solidFill>
              <a:effectLst/>
              <a:uLnTx/>
              <a:uFillTx/>
              <a:latin typeface="+mn-lt"/>
              <a:ea typeface="+mn-ea"/>
            </a:endParaRPr>
          </a:p>
          <a:p>
            <a:pPr marL="0" marR="0" lvl="0" indent="0" algn="l" defTabSz="914400" rtl="0" eaLnBrk="1" fontAlgn="base" latinLnBrk="0" hangingPunct="1">
              <a:lnSpc>
                <a:spcPct val="100000"/>
              </a:lnSpc>
              <a:spcBef>
                <a:spcPct val="30000"/>
              </a:spcBef>
              <a:spcAft>
                <a:spcPct val="0"/>
              </a:spcAft>
              <a:buClrTx/>
              <a:buSzTx/>
              <a:buFontTx/>
              <a:buNone/>
              <a:tabLst/>
              <a:defRPr/>
            </a:pPr>
            <a:endParaRPr kumimoji="0" lang="zh-CN" altLang="en-US" sz="1200" b="0" i="0" u="none" strike="noStrike" kern="1200" cap="none" spc="0" normalizeH="0" baseline="0" noProof="0" dirty="0" smtClean="0">
              <a:ln>
                <a:noFill/>
              </a:ln>
              <a:solidFill>
                <a:prstClr val="black"/>
              </a:solidFill>
              <a:effectLst/>
              <a:uLnTx/>
              <a:uFillTx/>
              <a:latin typeface="+mn-lt"/>
              <a:ea typeface="+mn-ea"/>
            </a:endParaRPr>
          </a:p>
          <a:p>
            <a:pPr lvl="0" eaLnBrk="1" hangingPunct="1">
              <a:spcBef>
                <a:spcPct val="0"/>
              </a:spcBef>
            </a:pPr>
            <a:endParaRPr lang="zh-CN" altLang="en-US" dirty="0"/>
          </a:p>
        </p:txBody>
      </p:sp>
      <p:sp>
        <p:nvSpPr>
          <p:cNvPr id="25603" name="灯片编号占位符 3"/>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lstStyle/>
          <a:p>
            <a:fld id="{9A0DB2DC-4C9A-4742-B13C-FB6460FD3503}" type="slidenum">
              <a:rPr lang="zh-CN" altLang="en-US" dirty="0">
                <a:solidFill>
                  <a:prstClr val="black"/>
                </a:solidFill>
              </a:rPr>
              <a:pPr/>
              <a:t>12</a:t>
            </a:fld>
            <a:endParaRPr lang="zh-CN" altLang="en-US" dirty="0">
              <a:solidFill>
                <a:prstClr val="black"/>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381000" y="685800"/>
            <a:ext cx="6096000" cy="3429000"/>
          </a:xfrm>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381000" y="685800"/>
            <a:ext cx="6096000" cy="3429000"/>
          </a:xfrm>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幻灯片图像占位符 1"/>
          <p:cNvSpPr>
            <a:spLocks noGrp="1" noRot="1" noChangeAspect="1" noTextEdit="1"/>
          </p:cNvSpPr>
          <p:nvPr>
            <p:ph type="sldImg"/>
          </p:nvPr>
        </p:nvSpPr>
        <p:spPr>
          <a:xfrm>
            <a:off x="381000" y="685800"/>
            <a:ext cx="6096000" cy="3429000"/>
          </a:xfrm>
          <a:ln>
            <a:solidFill>
              <a:srgbClr val="000000"/>
            </a:solidFill>
            <a:miter/>
          </a:ln>
        </p:spPr>
      </p:sp>
      <p:sp>
        <p:nvSpPr>
          <p:cNvPr id="30722"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30723" name="灯片编号占位符 3"/>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lstStyle/>
          <a:p>
            <a:pPr lvl="0" algn="r"/>
            <a:fld id="{9A0DB2DC-4C9A-4742-B13C-FB6460FD3503}" type="slidenum">
              <a:rPr lang="zh-CN" altLang="en-US" sz="1200" dirty="0">
                <a:latin typeface="Tahoma" panose="020B0604030504040204" pitchFamily="34" charset="0"/>
                <a:ea typeface="宋体" panose="02010600030101010101" pitchFamily="2" charset="-122"/>
              </a:rPr>
              <a:t>15</a:t>
            </a:fld>
            <a:endParaRPr lang="zh-CN" altLang="en-US" sz="1200" dirty="0">
              <a:latin typeface="Tahoma" panose="020B0604030504040204" pitchFamily="34" charset="0"/>
              <a:ea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幻灯片图像占位符 1"/>
          <p:cNvSpPr>
            <a:spLocks noGrp="1" noRot="1" noChangeAspect="1" noTextEdit="1"/>
          </p:cNvSpPr>
          <p:nvPr>
            <p:ph type="sldImg"/>
          </p:nvPr>
        </p:nvSpPr>
        <p:spPr>
          <a:xfrm>
            <a:off x="381000" y="685800"/>
            <a:ext cx="6096000" cy="3429000"/>
          </a:xfrm>
          <a:ln>
            <a:solidFill>
              <a:srgbClr val="000000"/>
            </a:solidFill>
            <a:miter/>
          </a:ln>
        </p:spPr>
      </p:sp>
      <p:sp>
        <p:nvSpPr>
          <p:cNvPr id="32770" name="备注占位符 2"/>
          <p:cNvSpPr>
            <a:spLocks noGrp="1"/>
          </p:cNvSpPr>
          <p:nvPr>
            <p:ph type="body"/>
          </p:nvPr>
        </p:nvSpPr>
        <p:spPr>
          <a:noFill/>
          <a:ln>
            <a:noFill/>
          </a:ln>
        </p:spPr>
        <p:txBody>
          <a:bodyPr wrap="square" lIns="91440" tIns="45720" rIns="91440" bIns="45720" anchor="t"/>
          <a:lstStyle/>
          <a:p>
            <a:pPr lvl="0"/>
            <a:r>
              <a:rPr lang="en-US" altLang="zh-CN" dirty="0" smtClean="0"/>
              <a:t>PPT15</a:t>
            </a:r>
          </a:p>
        </p:txBody>
      </p:sp>
      <p:sp>
        <p:nvSpPr>
          <p:cNvPr id="32771" name="灯片编号占位符 3"/>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lstStyle/>
          <a:p>
            <a:pPr lvl="0" algn="r"/>
            <a:fld id="{9A0DB2DC-4C9A-4742-B13C-FB6460FD3503}" type="slidenum">
              <a:rPr lang="zh-CN" altLang="en-US" sz="1200" dirty="0">
                <a:latin typeface="Tahoma" panose="020B0604030504040204" pitchFamily="34" charset="0"/>
                <a:ea typeface="宋体" panose="02010600030101010101" pitchFamily="2" charset="-122"/>
              </a:rPr>
              <a:t>16</a:t>
            </a:fld>
            <a:endParaRPr lang="zh-CN" altLang="en-US" sz="1200" dirty="0">
              <a:latin typeface="Tahoma" panose="020B0604030504040204" pitchFamily="34" charset="0"/>
              <a:ea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381000" y="685800"/>
            <a:ext cx="6096000" cy="3429000"/>
          </a:xfrm>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幻灯片图像占位符 1"/>
          <p:cNvSpPr>
            <a:spLocks noGrp="1" noRot="1" noChangeAspect="1" noTextEdit="1"/>
          </p:cNvSpPr>
          <p:nvPr>
            <p:ph type="sldImg"/>
          </p:nvPr>
        </p:nvSpPr>
        <p:spPr>
          <a:xfrm>
            <a:off x="381000" y="685800"/>
            <a:ext cx="6096000" cy="3429000"/>
          </a:xfrm>
          <a:ln>
            <a:solidFill>
              <a:srgbClr val="000000"/>
            </a:solidFill>
            <a:miter/>
          </a:ln>
        </p:spPr>
      </p:sp>
      <p:sp>
        <p:nvSpPr>
          <p:cNvPr id="32770" name="备注占位符 2"/>
          <p:cNvSpPr>
            <a:spLocks noGrp="1"/>
          </p:cNvSpPr>
          <p:nvPr>
            <p:ph type="body"/>
          </p:nvPr>
        </p:nvSpPr>
        <p:spPr>
          <a:noFill/>
          <a:ln>
            <a:noFill/>
          </a:ln>
        </p:spPr>
        <p:txBody>
          <a:bodyPr wrap="square" lIns="91440" tIns="45720" rIns="91440" bIns="45720" anchor="t"/>
          <a:lstStyle/>
          <a:p>
            <a:pPr marL="0" marR="0" lvl="0" indent="0" algn="l" defTabSz="914400" rtl="0" eaLnBrk="1" fontAlgn="base" latinLnBrk="0" hangingPunct="1">
              <a:lnSpc>
                <a:spcPct val="100000"/>
              </a:lnSpc>
              <a:spcBef>
                <a:spcPct val="30000"/>
              </a:spcBef>
              <a:spcAft>
                <a:spcPct val="0"/>
              </a:spcAft>
              <a:buClrTx/>
              <a:buSzTx/>
              <a:buFontTx/>
              <a:buNone/>
              <a:tabLst/>
              <a:defRPr/>
            </a:pPr>
            <a:endParaRPr kumimoji="0" lang="en-US" altLang="zh-CN" sz="1200" b="0" i="0" u="none" strike="noStrike" kern="1200" cap="none" spc="0" normalizeH="0" baseline="0" noProof="0" dirty="0" smtClean="0">
              <a:ln>
                <a:noFill/>
              </a:ln>
              <a:solidFill>
                <a:srgbClr val="000000"/>
              </a:solidFill>
              <a:effectLst/>
              <a:uLnTx/>
              <a:uFillTx/>
              <a:latin typeface="+mn-lt"/>
              <a:ea typeface="+mn-ea"/>
            </a:endParaRPr>
          </a:p>
          <a:p>
            <a:pPr marL="0" marR="0" lvl="0" indent="0" algn="l" defTabSz="914400" rtl="0" eaLnBrk="1" fontAlgn="base" latinLnBrk="0" hangingPunct="1">
              <a:lnSpc>
                <a:spcPct val="100000"/>
              </a:lnSpc>
              <a:spcBef>
                <a:spcPct val="30000"/>
              </a:spcBef>
              <a:spcAft>
                <a:spcPct val="0"/>
              </a:spcAft>
              <a:buClrTx/>
              <a:buSzTx/>
              <a:buFontTx/>
              <a:buNone/>
              <a:tabLst/>
              <a:defRPr/>
            </a:pPr>
            <a:endParaRPr kumimoji="0" lang="en-US" altLang="zh-CN" sz="1200" b="0" i="0" u="none" strike="noStrike" kern="1200" cap="none" spc="0" normalizeH="0" baseline="0" noProof="0" dirty="0" smtClean="0">
              <a:ln>
                <a:noFill/>
              </a:ln>
              <a:solidFill>
                <a:prstClr val="black"/>
              </a:solidFill>
              <a:effectLst/>
              <a:uLnTx/>
              <a:uFillTx/>
              <a:latin typeface="+mn-lt"/>
              <a:ea typeface="+mn-ea"/>
            </a:endParaRPr>
          </a:p>
          <a:p>
            <a:pPr lvl="0"/>
            <a:endParaRPr lang="zh-CN" altLang="en-US" dirty="0"/>
          </a:p>
        </p:txBody>
      </p:sp>
      <p:sp>
        <p:nvSpPr>
          <p:cNvPr id="32771" name="灯片编号占位符 3"/>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lstStyle/>
          <a:p>
            <a:fld id="{9A0DB2DC-4C9A-4742-B13C-FB6460FD3503}" type="slidenum">
              <a:rPr lang="zh-CN" altLang="en-US" dirty="0">
                <a:solidFill>
                  <a:prstClr val="black"/>
                </a:solidFill>
              </a:rPr>
              <a:pPr/>
              <a:t>18</a:t>
            </a:fld>
            <a:endParaRPr lang="zh-CN" altLang="en-US" dirty="0">
              <a:solidFill>
                <a:prstClr val="black"/>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381000" y="685800"/>
            <a:ext cx="6096000" cy="3429000"/>
          </a:xfrm>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381000" y="685800"/>
            <a:ext cx="6096000" cy="3429000"/>
          </a:xfrm>
        </p:spPr>
      </p:sp>
      <p:sp>
        <p:nvSpPr>
          <p:cNvPr id="3" name="文本占位符 2"/>
          <p:cNvSpPr>
            <a:spLocks noGrp="1"/>
          </p:cNvSpPr>
          <p:nvPr>
            <p:ph type="body" idx="3"/>
          </p:nvPr>
        </p:nvSpPr>
        <p:spPr/>
        <p:txBody>
          <a:bodyPr/>
          <a:lstStyle/>
          <a:p>
            <a:pPr algn="l"/>
            <a:endParaRPr lang="en-US" altLang="zh-CN" dirty="0"/>
          </a:p>
          <a:p>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幻灯片图像占位符 1"/>
          <p:cNvSpPr>
            <a:spLocks noGrp="1" noRot="1" noChangeAspect="1" noTextEdit="1"/>
          </p:cNvSpPr>
          <p:nvPr>
            <p:ph type="sldImg"/>
          </p:nvPr>
        </p:nvSpPr>
        <p:spPr>
          <a:xfrm>
            <a:off x="381000" y="685800"/>
            <a:ext cx="6096000" cy="3429000"/>
          </a:xfrm>
          <a:ln>
            <a:solidFill>
              <a:srgbClr val="000000"/>
            </a:solidFill>
            <a:miter/>
          </a:ln>
        </p:spPr>
      </p:sp>
      <p:sp>
        <p:nvSpPr>
          <p:cNvPr id="36866"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latin typeface="Arial" panose="020B0604020202020204" pitchFamily="34" charset="0"/>
              <a:cs typeface="Arial" panose="020B0604020202020204" pitchFamily="34" charset="0"/>
              <a:sym typeface="+mn-ea"/>
            </a:endParaRPr>
          </a:p>
        </p:txBody>
      </p:sp>
      <p:sp>
        <p:nvSpPr>
          <p:cNvPr id="36867" name="灯片编号占位符 3"/>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lstStyle/>
          <a:p>
            <a:pPr lvl="0" algn="r"/>
            <a:fld id="{9A0DB2DC-4C9A-4742-B13C-FB6460FD3503}" type="slidenum">
              <a:rPr lang="zh-CN" altLang="en-US" sz="1200" dirty="0">
                <a:latin typeface="Tahoma" panose="020B0604030504040204" pitchFamily="34" charset="0"/>
                <a:ea typeface="宋体" panose="02010600030101010101" pitchFamily="2" charset="-122"/>
              </a:rPr>
              <a:t>21</a:t>
            </a:fld>
            <a:endParaRPr lang="zh-CN" altLang="en-US" sz="1200" dirty="0">
              <a:latin typeface="Tahoma" panose="020B0604030504040204" pitchFamily="34" charset="0"/>
              <a:ea typeface="宋体" panose="02010600030101010101"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幻灯片图像占位符 1"/>
          <p:cNvSpPr>
            <a:spLocks noGrp="1" noRot="1" noChangeAspect="1" noTextEdit="1"/>
          </p:cNvSpPr>
          <p:nvPr>
            <p:ph type="sldImg"/>
          </p:nvPr>
        </p:nvSpPr>
        <p:spPr>
          <a:xfrm>
            <a:off x="381000" y="685800"/>
            <a:ext cx="6096000" cy="3429000"/>
          </a:xfrm>
          <a:ln>
            <a:solidFill>
              <a:srgbClr val="000000"/>
            </a:solidFill>
            <a:miter/>
          </a:ln>
        </p:spPr>
      </p:sp>
      <p:sp>
        <p:nvSpPr>
          <p:cNvPr id="38914" name="备注占位符 2"/>
          <p:cNvSpPr>
            <a:spLocks noGrp="1"/>
          </p:cNvSpPr>
          <p:nvPr>
            <p:ph type="body"/>
          </p:nvPr>
        </p:nvSpPr>
        <p:spPr>
          <a:noFill/>
          <a:ln>
            <a:noFill/>
          </a:ln>
        </p:spPr>
        <p:txBody>
          <a:bodyPr wrap="square" lIns="91440" tIns="45720" rIns="91440" bIns="45720" anchor="t"/>
          <a:lstStyle/>
          <a:p>
            <a:pPr marL="0" marR="0" lvl="0" indent="0" algn="l" defTabSz="914400" rtl="0" eaLnBrk="1" fontAlgn="base" latinLnBrk="0" hangingPunct="1">
              <a:lnSpc>
                <a:spcPct val="100000"/>
              </a:lnSpc>
              <a:spcBef>
                <a:spcPct val="30000"/>
              </a:spcBef>
              <a:spcAft>
                <a:spcPct val="0"/>
              </a:spcAft>
              <a:buClrTx/>
              <a:buSzTx/>
              <a:buFontTx/>
              <a:buNone/>
              <a:tabLst/>
              <a:defRPr/>
            </a:pPr>
            <a:endParaRPr kumimoji="0" lang="en-US" altLang="zh-CN" sz="1200" b="0" i="0" u="none" strike="noStrike" kern="1200" cap="none" spc="0" normalizeH="0" baseline="0" noProof="0" dirty="0" smtClean="0">
              <a:ln>
                <a:noFill/>
              </a:ln>
              <a:solidFill>
                <a:prstClr val="black"/>
              </a:solidFill>
              <a:effectLst/>
              <a:uLnTx/>
              <a:uFillTx/>
              <a:latin typeface="+mn-lt"/>
              <a:ea typeface="+mn-ea"/>
            </a:endParaRPr>
          </a:p>
        </p:txBody>
      </p:sp>
      <p:sp>
        <p:nvSpPr>
          <p:cNvPr id="38915" name="灯片编号占位符 3"/>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lstStyle/>
          <a:p>
            <a:pPr lvl="0" algn="r"/>
            <a:fld id="{9A0DB2DC-4C9A-4742-B13C-FB6460FD3503}" type="slidenum">
              <a:rPr lang="zh-CN" altLang="en-US" sz="1200" dirty="0">
                <a:latin typeface="Tahoma" panose="020B0604030504040204" pitchFamily="34" charset="0"/>
                <a:ea typeface="宋体" panose="02010600030101010101" pitchFamily="2" charset="-122"/>
              </a:rPr>
              <a:t>22</a:t>
            </a:fld>
            <a:endParaRPr lang="zh-CN" altLang="en-US" sz="1200" dirty="0">
              <a:latin typeface="Tahoma" panose="020B0604030504040204" pitchFamily="34" charset="0"/>
              <a:ea typeface="宋体" panose="02010600030101010101" pitchFamily="2"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381000" y="685800"/>
            <a:ext cx="6096000" cy="3429000"/>
          </a:xfrm>
        </p:spPr>
      </p:sp>
      <p:sp>
        <p:nvSpPr>
          <p:cNvPr id="3" name="文本占位符 2"/>
          <p:cNvSpPr>
            <a:spLocks noGrp="1"/>
          </p:cNvSpPr>
          <p:nvPr>
            <p:ph type="body" idx="3"/>
          </p:nvPr>
        </p:nvSpPr>
        <p:spPr/>
        <p:txBody>
          <a:bodyPr/>
          <a:lstStyle/>
          <a:p>
            <a:pPr lvl="0"/>
            <a:endParaRPr lang="zh-CN"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幻灯片图像占位符 1"/>
          <p:cNvSpPr>
            <a:spLocks noGrp="1" noRot="1" noChangeAspect="1" noTextEdit="1"/>
          </p:cNvSpPr>
          <p:nvPr>
            <p:ph type="sldImg"/>
          </p:nvPr>
        </p:nvSpPr>
        <p:spPr>
          <a:xfrm>
            <a:off x="381000" y="685800"/>
            <a:ext cx="6096000" cy="3429000"/>
          </a:xfrm>
          <a:ln>
            <a:solidFill>
              <a:srgbClr val="000000"/>
            </a:solidFill>
            <a:miter/>
          </a:ln>
        </p:spPr>
      </p:sp>
      <p:sp>
        <p:nvSpPr>
          <p:cNvPr id="38914" name="备注占位符 2"/>
          <p:cNvSpPr>
            <a:spLocks noGrp="1"/>
          </p:cNvSpPr>
          <p:nvPr>
            <p:ph type="body"/>
          </p:nvPr>
        </p:nvSpPr>
        <p:spPr>
          <a:noFill/>
          <a:ln>
            <a:noFill/>
          </a:ln>
        </p:spPr>
        <p:txBody>
          <a:bodyPr wrap="square" lIns="91440" tIns="45720" rIns="91440" bIns="45720" anchor="t"/>
          <a:lstStyle/>
          <a:p>
            <a:pPr marL="0" marR="0" lvl="0" indent="0" algn="l" defTabSz="914400" rtl="0" eaLnBrk="1" fontAlgn="base" latinLnBrk="0" hangingPunct="1">
              <a:lnSpc>
                <a:spcPct val="100000"/>
              </a:lnSpc>
              <a:spcBef>
                <a:spcPct val="30000"/>
              </a:spcBef>
              <a:spcAft>
                <a:spcPct val="0"/>
              </a:spcAft>
              <a:buClrTx/>
              <a:buSzTx/>
              <a:buFontTx/>
              <a:buNone/>
              <a:tabLst/>
              <a:defRPr/>
            </a:pPr>
            <a:endParaRPr kumimoji="0" lang="en-US" altLang="zh-CN" sz="1200" b="0" i="0" u="none" strike="noStrike" kern="1200" cap="none" spc="0" normalizeH="0" baseline="0" noProof="0" dirty="0" smtClean="0">
              <a:ln>
                <a:noFill/>
              </a:ln>
              <a:solidFill>
                <a:srgbClr val="000000"/>
              </a:solidFill>
              <a:effectLst/>
              <a:uLnTx/>
              <a:uFillTx/>
              <a:latin typeface="+mn-lt"/>
              <a:ea typeface="+mn-ea"/>
            </a:endParaRPr>
          </a:p>
        </p:txBody>
      </p:sp>
      <p:sp>
        <p:nvSpPr>
          <p:cNvPr id="38915" name="灯片编号占位符 3"/>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lstStyle/>
          <a:p>
            <a:fld id="{9A0DB2DC-4C9A-4742-B13C-FB6460FD3503}" type="slidenum">
              <a:rPr lang="zh-CN" altLang="en-US" dirty="0">
                <a:solidFill>
                  <a:prstClr val="black"/>
                </a:solidFill>
              </a:rPr>
              <a:pPr/>
              <a:t>24</a:t>
            </a:fld>
            <a:endParaRPr lang="zh-CN" altLang="en-US" dirty="0">
              <a:solidFill>
                <a:prstClr val="black"/>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381000" y="685800"/>
            <a:ext cx="6096000" cy="3429000"/>
          </a:xfrm>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幻灯片图像占位符 1"/>
          <p:cNvSpPr>
            <a:spLocks noGrp="1" noRot="1" noChangeAspect="1" noTextEdit="1"/>
          </p:cNvSpPr>
          <p:nvPr>
            <p:ph type="sldImg"/>
          </p:nvPr>
        </p:nvSpPr>
        <p:spPr>
          <a:xfrm>
            <a:off x="381000" y="685800"/>
            <a:ext cx="6096000" cy="3429000"/>
          </a:xfrm>
          <a:ln>
            <a:solidFill>
              <a:srgbClr val="000000"/>
            </a:solidFill>
            <a:miter/>
          </a:ln>
        </p:spPr>
      </p:sp>
      <p:sp>
        <p:nvSpPr>
          <p:cNvPr id="40962" name="备注占位符 2"/>
          <p:cNvSpPr>
            <a:spLocks noGrp="1"/>
          </p:cNvSpPr>
          <p:nvPr>
            <p:ph type="body"/>
          </p:nvPr>
        </p:nvSpPr>
        <p:spPr>
          <a:noFill/>
          <a:ln>
            <a:noFill/>
          </a:ln>
        </p:spPr>
        <p:txBody>
          <a:bodyPr wrap="square" lIns="91440" tIns="45720" rIns="91440" bIns="45720" anchor="t"/>
          <a:lstStyle/>
          <a:p>
            <a:pPr lvl="0" eaLnBrk="1" hangingPunct="1">
              <a:spcBef>
                <a:spcPct val="0"/>
              </a:spcBef>
            </a:pPr>
            <a:endParaRPr lang="zh-CN" altLang="en-US" dirty="0"/>
          </a:p>
        </p:txBody>
      </p:sp>
      <p:sp>
        <p:nvSpPr>
          <p:cNvPr id="40963" name="灯片编号占位符 3"/>
          <p:cNvSpPr txBox="1">
            <a:spLocks noGrp="1"/>
          </p:cNvSpPr>
          <p:nvPr>
            <p:ph type="sldNum" sz="quarter"/>
          </p:nvPr>
        </p:nvSpPr>
        <p:spPr>
          <a:xfrm>
            <a:off x="3884613" y="8685213"/>
            <a:ext cx="2971800" cy="457200"/>
          </a:xfrm>
          <a:prstGeom prst="rect">
            <a:avLst/>
          </a:prstGeom>
          <a:noFill/>
          <a:ln w="9525">
            <a:noFill/>
          </a:ln>
        </p:spPr>
        <p:txBody>
          <a:bodyPr vert="horz" lIns="91440" tIns="45720" rIns="91440" bIns="45720" anchor="b"/>
          <a:lstStyle/>
          <a:p>
            <a:pPr lvl="0" algn="r"/>
            <a:fld id="{9A0DB2DC-4C9A-4742-B13C-FB6460FD3503}" type="slidenum">
              <a:rPr lang="zh-CN" altLang="en-US" sz="1200" dirty="0">
                <a:latin typeface="Tahoma" panose="020B0604030504040204" pitchFamily="34" charset="0"/>
                <a:ea typeface="宋体" panose="02010600030101010101" pitchFamily="2" charset="-122"/>
              </a:rPr>
              <a:t>26</a:t>
            </a:fld>
            <a:endParaRPr lang="zh-CN" altLang="en-US" sz="1200" dirty="0">
              <a:latin typeface="Tahoma" panose="020B0604030504040204" pitchFamily="34" charset="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lvl1pPr>
              <a:defRPr/>
            </a:lvl1pPr>
          </a:lstStyle>
          <a:p>
            <a:pPr algn="r" fontAlgn="base">
              <a:buNone/>
            </a:pPr>
            <a:fld id="{9A0DB2DC-4C9A-4742-B13C-FB6460FD3503}" type="slidenum">
              <a:rPr lang="en-US" altLang="zh-CN" strike="noStrike" noProof="1" smtClean="0">
                <a:solidFill>
                  <a:schemeClr val="bg2"/>
                </a:solidFill>
                <a:latin typeface="Tahoma" panose="020B0604030504040204" pitchFamily="34" charset="0"/>
                <a:ea typeface="宋体" panose="02010600030101010101" pitchFamily="2" charset="-122"/>
                <a:cs typeface="+mn-cs"/>
              </a:rPr>
              <a:t>‹#›</a:t>
            </a:fld>
            <a:endParaRPr lang="en-US" altLang="zh-CN" strike="noStrike" noProof="1">
              <a:solidFill>
                <a:schemeClr val="bg2"/>
              </a:solidFill>
            </a:endParaRPr>
          </a:p>
        </p:txBody>
      </p:sp>
    </p:spTree>
    <p:extLst>
      <p:ext uri="{BB962C8B-B14F-4D97-AF65-F5344CB8AC3E}">
        <p14:creationId xmlns:p14="http://schemas.microsoft.com/office/powerpoint/2010/main" val="11708541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lvl1pPr>
              <a:defRPr/>
            </a:lvl1pPr>
          </a:lstStyle>
          <a:p>
            <a:pPr lvl="0" eaLnBrk="1" fontAlgn="base" hangingPunct="1">
              <a:buNone/>
            </a:pPr>
            <a:fld id="{9A0DB2DC-4C9A-4742-B13C-FB6460FD3503}" type="slidenum">
              <a:rPr lang="en-US" altLang="zh-CN" strike="noStrike" noProof="1" smtClean="0">
                <a:latin typeface="Tahoma" panose="020B0604030504040204" pitchFamily="34" charset="0"/>
                <a:ea typeface="宋体" panose="02010600030101010101" pitchFamily="2" charset="-122"/>
                <a:cs typeface="+mn-cs"/>
              </a:rPr>
              <a:t>‹#›</a:t>
            </a:fld>
            <a:endParaRPr lang="en-US" altLang="zh-CN" strike="noStrike" noProof="1">
              <a:latin typeface="Tahoma" panose="020B0604030504040204" pitchFamily="34" charset="0"/>
            </a:endParaRPr>
          </a:p>
        </p:txBody>
      </p:sp>
    </p:spTree>
    <p:extLst>
      <p:ext uri="{BB962C8B-B14F-4D97-AF65-F5344CB8AC3E}">
        <p14:creationId xmlns:p14="http://schemas.microsoft.com/office/powerpoint/2010/main" val="6093852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lvl1pPr>
              <a:defRPr/>
            </a:lvl1pPr>
          </a:lstStyle>
          <a:p>
            <a:pPr lvl="0" eaLnBrk="1" fontAlgn="base" hangingPunct="1">
              <a:buNone/>
            </a:pPr>
            <a:fld id="{9A0DB2DC-4C9A-4742-B13C-FB6460FD3503}" type="slidenum">
              <a:rPr lang="en-US" altLang="zh-CN" strike="noStrike" noProof="1" smtClean="0">
                <a:latin typeface="Tahoma" panose="020B0604030504040204" pitchFamily="34" charset="0"/>
                <a:ea typeface="宋体" panose="02010600030101010101" pitchFamily="2" charset="-122"/>
                <a:cs typeface="+mn-cs"/>
              </a:rPr>
              <a:t>‹#›</a:t>
            </a:fld>
            <a:endParaRPr lang="en-US" altLang="zh-CN" strike="noStrike" noProof="1">
              <a:latin typeface="Tahoma" panose="020B0604030504040204" pitchFamily="34" charset="0"/>
            </a:endParaRPr>
          </a:p>
        </p:txBody>
      </p:sp>
    </p:spTree>
    <p:extLst>
      <p:ext uri="{BB962C8B-B14F-4D97-AF65-F5344CB8AC3E}">
        <p14:creationId xmlns:p14="http://schemas.microsoft.com/office/powerpoint/2010/main" val="12323476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页脚占位符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7" name="灯片编号占位符 5"/>
          <p:cNvSpPr>
            <a:spLocks noGrp="1"/>
          </p:cNvSpPr>
          <p:nvPr>
            <p:ph type="sldNum" sz="quarter" idx="12"/>
          </p:nvPr>
        </p:nvSpPr>
        <p:spPr/>
        <p:txBody>
          <a:bodyPr/>
          <a:lstStyle>
            <a:lvl1pPr>
              <a:defRPr/>
            </a:lvl1pPr>
          </a:lstStyle>
          <a:p>
            <a:pPr lvl="0" eaLnBrk="1" fontAlgn="base" hangingPunct="1">
              <a:buNone/>
            </a:pPr>
            <a:fld id="{9A0DB2DC-4C9A-4742-B13C-FB6460FD3503}" type="slidenum">
              <a:rPr lang="en-US" altLang="zh-CN" strike="noStrike" noProof="1" smtClean="0">
                <a:latin typeface="Tahoma" panose="020B0604030504040204" pitchFamily="34" charset="0"/>
                <a:ea typeface="宋体" panose="02010600030101010101" pitchFamily="2" charset="-122"/>
                <a:cs typeface="+mn-cs"/>
              </a:rPr>
              <a:t>‹#›</a:t>
            </a:fld>
            <a:endParaRPr lang="en-US" altLang="zh-CN" strike="noStrike" noProof="1">
              <a:latin typeface="Tahoma" panose="020B0604030504040204" pitchFamily="34" charset="0"/>
            </a:endParaRPr>
          </a:p>
        </p:txBody>
      </p:sp>
    </p:spTree>
    <p:extLst>
      <p:ext uri="{BB962C8B-B14F-4D97-AF65-F5344CB8AC3E}">
        <p14:creationId xmlns:p14="http://schemas.microsoft.com/office/powerpoint/2010/main" val="252011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8" name="页脚占位符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9" name="灯片编号占位符 5"/>
          <p:cNvSpPr>
            <a:spLocks noGrp="1"/>
          </p:cNvSpPr>
          <p:nvPr>
            <p:ph type="sldNum" sz="quarter" idx="12"/>
          </p:nvPr>
        </p:nvSpPr>
        <p:spPr/>
        <p:txBody>
          <a:bodyPr/>
          <a:lstStyle>
            <a:lvl1pPr>
              <a:defRPr/>
            </a:lvl1pPr>
          </a:lstStyle>
          <a:p>
            <a:pPr lvl="0" eaLnBrk="1" fontAlgn="base" hangingPunct="1">
              <a:buNone/>
            </a:pPr>
            <a:fld id="{9A0DB2DC-4C9A-4742-B13C-FB6460FD3503}" type="slidenum">
              <a:rPr lang="en-US" altLang="zh-CN" strike="noStrike" noProof="1" smtClean="0">
                <a:latin typeface="Tahoma" panose="020B0604030504040204" pitchFamily="34" charset="0"/>
                <a:ea typeface="宋体" panose="02010600030101010101" pitchFamily="2" charset="-122"/>
                <a:cs typeface="+mn-cs"/>
              </a:rPr>
              <a:t>‹#›</a:t>
            </a:fld>
            <a:endParaRPr lang="en-US" altLang="zh-CN" strike="noStrike" noProof="1">
              <a:latin typeface="Tahoma" panose="020B0604030504040204" pitchFamily="34" charset="0"/>
            </a:endParaRPr>
          </a:p>
        </p:txBody>
      </p:sp>
    </p:spTree>
    <p:extLst>
      <p:ext uri="{BB962C8B-B14F-4D97-AF65-F5344CB8AC3E}">
        <p14:creationId xmlns:p14="http://schemas.microsoft.com/office/powerpoint/2010/main" val="3106746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 name="页脚占位符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灯片编号占位符 5"/>
          <p:cNvSpPr>
            <a:spLocks noGrp="1"/>
          </p:cNvSpPr>
          <p:nvPr>
            <p:ph type="sldNum" sz="quarter" idx="12"/>
          </p:nvPr>
        </p:nvSpPr>
        <p:spPr/>
        <p:txBody>
          <a:bodyPr/>
          <a:lstStyle>
            <a:lvl1pPr>
              <a:defRPr/>
            </a:lvl1pPr>
          </a:lstStyle>
          <a:p>
            <a:pPr lvl="0" eaLnBrk="1" fontAlgn="base" hangingPunct="1">
              <a:buNone/>
            </a:pPr>
            <a:fld id="{9A0DB2DC-4C9A-4742-B13C-FB6460FD3503}" type="slidenum">
              <a:rPr lang="en-US" altLang="zh-CN" strike="noStrike" noProof="1" smtClean="0">
                <a:latin typeface="Tahoma" panose="020B0604030504040204" pitchFamily="34" charset="0"/>
                <a:ea typeface="宋体" panose="02010600030101010101" pitchFamily="2" charset="-122"/>
                <a:cs typeface="+mn-cs"/>
              </a:rPr>
              <a:t>‹#›</a:t>
            </a:fld>
            <a:endParaRPr lang="en-US" altLang="zh-CN" strike="noStrike" noProof="1">
              <a:latin typeface="Tahoma" panose="020B0604030504040204" pitchFamily="34" charset="0"/>
            </a:endParaRPr>
          </a:p>
        </p:txBody>
      </p:sp>
    </p:spTree>
    <p:extLst>
      <p:ext uri="{BB962C8B-B14F-4D97-AF65-F5344CB8AC3E}">
        <p14:creationId xmlns:p14="http://schemas.microsoft.com/office/powerpoint/2010/main" val="34208525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 name="页脚占位符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 name="灯片编号占位符 5"/>
          <p:cNvSpPr>
            <a:spLocks noGrp="1"/>
          </p:cNvSpPr>
          <p:nvPr>
            <p:ph type="sldNum" sz="quarter" idx="12"/>
          </p:nvPr>
        </p:nvSpPr>
        <p:spPr/>
        <p:txBody>
          <a:bodyPr/>
          <a:lstStyle>
            <a:lvl1pPr>
              <a:defRPr/>
            </a:lvl1pPr>
          </a:lstStyle>
          <a:p>
            <a:pPr lvl="0" eaLnBrk="1" fontAlgn="base" hangingPunct="1">
              <a:buNone/>
            </a:pPr>
            <a:fld id="{9A0DB2DC-4C9A-4742-B13C-FB6460FD3503}" type="slidenum">
              <a:rPr lang="en-US" altLang="zh-CN" strike="noStrike" noProof="1" smtClean="0">
                <a:latin typeface="Tahoma" panose="020B0604030504040204" pitchFamily="34" charset="0"/>
                <a:ea typeface="宋体" panose="02010600030101010101" pitchFamily="2" charset="-122"/>
                <a:cs typeface="+mn-cs"/>
              </a:rPr>
              <a:t>‹#›</a:t>
            </a:fld>
            <a:endParaRPr lang="en-US" altLang="zh-CN" strike="noStrike" noProof="1">
              <a:latin typeface="Tahoma" panose="020B0604030504040204" pitchFamily="34" charset="0"/>
            </a:endParaRPr>
          </a:p>
        </p:txBody>
      </p:sp>
    </p:spTree>
    <p:extLst>
      <p:ext uri="{BB962C8B-B14F-4D97-AF65-F5344CB8AC3E}">
        <p14:creationId xmlns:p14="http://schemas.microsoft.com/office/powerpoint/2010/main" val="10442888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页脚占位符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7" name="灯片编号占位符 5"/>
          <p:cNvSpPr>
            <a:spLocks noGrp="1"/>
          </p:cNvSpPr>
          <p:nvPr>
            <p:ph type="sldNum" sz="quarter" idx="12"/>
          </p:nvPr>
        </p:nvSpPr>
        <p:spPr/>
        <p:txBody>
          <a:bodyPr/>
          <a:lstStyle>
            <a:lvl1pPr>
              <a:defRPr/>
            </a:lvl1pPr>
          </a:lstStyle>
          <a:p>
            <a:pPr lvl="0" eaLnBrk="1" fontAlgn="base" hangingPunct="1">
              <a:buNone/>
            </a:pPr>
            <a:fld id="{9A0DB2DC-4C9A-4742-B13C-FB6460FD3503}" type="slidenum">
              <a:rPr lang="en-US" altLang="zh-CN" strike="noStrike" noProof="1" smtClean="0">
                <a:latin typeface="Tahoma" panose="020B0604030504040204" pitchFamily="34" charset="0"/>
                <a:ea typeface="宋体" panose="02010600030101010101" pitchFamily="2" charset="-122"/>
                <a:cs typeface="+mn-cs"/>
              </a:rPr>
              <a:t>‹#›</a:t>
            </a:fld>
            <a:endParaRPr lang="en-US" altLang="zh-CN" strike="noStrike" noProof="1">
              <a:latin typeface="Tahoma" panose="020B0604030504040204" pitchFamily="34" charset="0"/>
            </a:endParaRPr>
          </a:p>
        </p:txBody>
      </p:sp>
    </p:spTree>
    <p:extLst>
      <p:ext uri="{BB962C8B-B14F-4D97-AF65-F5344CB8AC3E}">
        <p14:creationId xmlns:p14="http://schemas.microsoft.com/office/powerpoint/2010/main" val="606130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页脚占位符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7" name="灯片编号占位符 5"/>
          <p:cNvSpPr>
            <a:spLocks noGrp="1"/>
          </p:cNvSpPr>
          <p:nvPr>
            <p:ph type="sldNum" sz="quarter" idx="12"/>
          </p:nvPr>
        </p:nvSpPr>
        <p:spPr/>
        <p:txBody>
          <a:bodyPr/>
          <a:lstStyle>
            <a:lvl1pPr>
              <a:defRPr/>
            </a:lvl1pPr>
          </a:lstStyle>
          <a:p>
            <a:pPr lvl="0" eaLnBrk="1" fontAlgn="base" hangingPunct="1">
              <a:buNone/>
            </a:pPr>
            <a:fld id="{9A0DB2DC-4C9A-4742-B13C-FB6460FD3503}" type="slidenum">
              <a:rPr lang="en-US" altLang="zh-CN" strike="noStrike" noProof="1" smtClean="0">
                <a:latin typeface="Tahoma" panose="020B0604030504040204" pitchFamily="34" charset="0"/>
                <a:ea typeface="宋体" panose="02010600030101010101" pitchFamily="2" charset="-122"/>
                <a:cs typeface="+mn-cs"/>
              </a:rPr>
              <a:t>‹#›</a:t>
            </a:fld>
            <a:endParaRPr lang="en-US" altLang="zh-CN" strike="noStrike" noProof="1">
              <a:latin typeface="Tahoma" panose="020B0604030504040204" pitchFamily="34" charset="0"/>
            </a:endParaRPr>
          </a:p>
        </p:txBody>
      </p:sp>
    </p:spTree>
    <p:extLst>
      <p:ext uri="{BB962C8B-B14F-4D97-AF65-F5344CB8AC3E}">
        <p14:creationId xmlns:p14="http://schemas.microsoft.com/office/powerpoint/2010/main" val="42860974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lvl1pPr>
              <a:defRPr/>
            </a:lvl1pPr>
          </a:lstStyle>
          <a:p>
            <a:pPr lvl="0" eaLnBrk="1" fontAlgn="base" hangingPunct="1">
              <a:buNone/>
            </a:pPr>
            <a:fld id="{9A0DB2DC-4C9A-4742-B13C-FB6460FD3503}" type="slidenum">
              <a:rPr lang="en-US" altLang="zh-CN" strike="noStrike" noProof="1" smtClean="0">
                <a:latin typeface="Tahoma" panose="020B0604030504040204" pitchFamily="34" charset="0"/>
                <a:ea typeface="宋体" panose="02010600030101010101" pitchFamily="2" charset="-122"/>
                <a:cs typeface="+mn-cs"/>
              </a:rPr>
              <a:t>‹#›</a:t>
            </a:fld>
            <a:endParaRPr lang="en-US" altLang="zh-CN" strike="noStrike" noProof="1">
              <a:latin typeface="Tahoma" panose="020B0604030504040204" pitchFamily="34" charset="0"/>
            </a:endParaRPr>
          </a:p>
        </p:txBody>
      </p:sp>
    </p:spTree>
    <p:extLst>
      <p:ext uri="{BB962C8B-B14F-4D97-AF65-F5344CB8AC3E}">
        <p14:creationId xmlns:p14="http://schemas.microsoft.com/office/powerpoint/2010/main" val="3532730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05979"/>
            <a:ext cx="6019800" cy="4388644"/>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lvl1pPr>
              <a:defRPr/>
            </a:lvl1pPr>
          </a:lstStyle>
          <a:p>
            <a:pPr lvl="0" eaLnBrk="1" fontAlgn="base" hangingPunct="1">
              <a:buNone/>
            </a:pPr>
            <a:fld id="{9A0DB2DC-4C9A-4742-B13C-FB6460FD3503}" type="slidenum">
              <a:rPr lang="en-US" altLang="zh-CN" strike="noStrike" noProof="1" smtClean="0">
                <a:latin typeface="Tahoma" panose="020B0604030504040204" pitchFamily="34" charset="0"/>
                <a:ea typeface="宋体" panose="02010600030101010101" pitchFamily="2" charset="-122"/>
                <a:cs typeface="+mn-cs"/>
              </a:rPr>
              <a:t>‹#›</a:t>
            </a:fld>
            <a:endParaRPr lang="en-US" altLang="zh-CN" strike="noStrike" noProof="1">
              <a:latin typeface="Tahoma" panose="020B0604030504040204" pitchFamily="34" charset="0"/>
            </a:endParaRPr>
          </a:p>
        </p:txBody>
      </p:sp>
    </p:spTree>
    <p:extLst>
      <p:ext uri="{BB962C8B-B14F-4D97-AF65-F5344CB8AC3E}">
        <p14:creationId xmlns:p14="http://schemas.microsoft.com/office/powerpoint/2010/main" val="36701854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457200"/>
            <a:ext cx="7772400" cy="857250"/>
          </a:xfr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485900"/>
            <a:ext cx="3810000" cy="30861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48200" y="1485900"/>
            <a:ext cx="3810000" cy="14859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648200" y="3086100"/>
            <a:ext cx="3810000" cy="14859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日期占位符 5"/>
          <p:cNvSpPr>
            <a:spLocks noGrp="1"/>
          </p:cNvSpPr>
          <p:nvPr>
            <p:ph type="dt" sz="half" idx="10"/>
          </p:nvPr>
        </p:nvSpPr>
        <p:spPr>
          <a:xfrm>
            <a:off x="685800" y="4686300"/>
            <a:ext cx="1905000" cy="342900"/>
          </a:xfrm>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页脚占位符 6"/>
          <p:cNvSpPr>
            <a:spLocks noGrp="1"/>
          </p:cNvSpPr>
          <p:nvPr>
            <p:ph type="ftr" sz="quarter" idx="11"/>
          </p:nvPr>
        </p:nvSpPr>
        <p:spPr/>
        <p:txBody>
          <a:bodyPr/>
          <a:lstStyle>
            <a:lvl1pPr>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灯片编号占位符 7"/>
          <p:cNvSpPr>
            <a:spLocks noGrp="1"/>
          </p:cNvSpPr>
          <p:nvPr>
            <p:ph type="sldNum" sz="quarter" idx="12"/>
          </p:nvPr>
        </p:nvSpPr>
        <p:spPr>
          <a:xfrm>
            <a:off x="6553200" y="4686300"/>
            <a:ext cx="1905000" cy="342900"/>
          </a:xfrm>
        </p:spPr>
        <p:txBody>
          <a:bodyPr/>
          <a:lstStyle>
            <a:lvl1pPr>
              <a:defRPr/>
            </a:lvl1pPr>
          </a:lstStyle>
          <a:p>
            <a:pPr lvl="0" fontAlgn="base">
              <a:buNone/>
            </a:pPr>
            <a:fld id="{9A0DB2DC-4C9A-4742-B13C-FB6460FD3503}" type="slidenum">
              <a:rPr lang="en-US" altLang="zh-CN" strike="noStrike" noProof="1" smtClean="0">
                <a:latin typeface="Times New Roman" panose="02020603050405020304" pitchFamily="18" charset="0"/>
                <a:ea typeface="宋体" panose="02010600030101010101" pitchFamily="2" charset="-122"/>
                <a:cs typeface="+mn-cs"/>
              </a:rPr>
              <a:t>‹#›</a:t>
            </a:fld>
            <a:endParaRPr lang="en-US" altLang="zh-CN" strike="noStrike" noProof="1">
              <a:latin typeface="Times New Roman" panose="02020603050405020304" pitchFamily="18" charset="0"/>
            </a:endParaRPr>
          </a:p>
        </p:txBody>
      </p:sp>
    </p:spTree>
    <p:extLst>
      <p:ext uri="{BB962C8B-B14F-4D97-AF65-F5344CB8AC3E}">
        <p14:creationId xmlns:p14="http://schemas.microsoft.com/office/powerpoint/2010/main" val="20824425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pPr>
              <a:defRPr/>
            </a:pPr>
            <a:fld id="{EE2FC947-A34A-4949-817D-66018DA17E7C}" type="datetime10">
              <a:rPr lang="zh-CN" altLang="en-US" sz="1000" smtClean="0">
                <a:solidFill>
                  <a:prstClr val="black"/>
                </a:solidFill>
                <a:ea typeface="宋体" panose="02010600030101010101" pitchFamily="2" charset="-122"/>
              </a:rPr>
              <a:pPr>
                <a:defRPr/>
              </a:pPr>
              <a:t>16:10</a:t>
            </a:fld>
            <a:endParaRPr lang="en-US" altLang="zh-CN" sz="1000">
              <a:solidFill>
                <a:prstClr val="black"/>
              </a:solidFill>
              <a:ea typeface="宋体" panose="02010600030101010101" pitchFamily="2" charset="-122"/>
            </a:endParaRPr>
          </a:p>
        </p:txBody>
      </p:sp>
      <p:sp>
        <p:nvSpPr>
          <p:cNvPr id="5" name="页脚占位符 4"/>
          <p:cNvSpPr>
            <a:spLocks noGrp="1"/>
          </p:cNvSpPr>
          <p:nvPr>
            <p:ph type="ftr" sz="quarter" idx="11"/>
          </p:nvPr>
        </p:nvSpPr>
        <p:spPr/>
        <p:txBody>
          <a:bodyPr/>
          <a:lstStyle>
            <a:lvl1pPr>
              <a:defRPr/>
            </a:lvl1pPr>
          </a:lstStyle>
          <a:p>
            <a:pPr>
              <a:defRPr/>
            </a:pPr>
            <a:endParaRPr lang="en-US" altLang="zh-CN" sz="1000">
              <a:solidFill>
                <a:prstClr val="black"/>
              </a:solidFill>
              <a:ea typeface="宋体" panose="02010600030101010101" pitchFamily="2" charset="-122"/>
            </a:endParaRPr>
          </a:p>
        </p:txBody>
      </p:sp>
      <p:sp>
        <p:nvSpPr>
          <p:cNvPr id="6" name="灯片编号占位符 5"/>
          <p:cNvSpPr>
            <a:spLocks noGrp="1"/>
          </p:cNvSpPr>
          <p:nvPr>
            <p:ph type="sldNum" sz="quarter" idx="12"/>
          </p:nvPr>
        </p:nvSpPr>
        <p:spPr/>
        <p:txBody>
          <a:bodyPr/>
          <a:lstStyle>
            <a:lvl1pPr>
              <a:defRPr/>
            </a:lvl1pPr>
          </a:lstStyle>
          <a:p>
            <a:fld id="{9A0DB2DC-4C9A-4742-B13C-FB6460FD3503}" type="slidenum">
              <a:rPr lang="en-US" altLang="zh-CN" smtClean="0"/>
              <a:pPr/>
              <a:t>‹#›</a:t>
            </a:fld>
            <a:endParaRPr lang="en-US" altLang="zh-CN" dirty="0"/>
          </a:p>
        </p:txBody>
      </p:sp>
    </p:spTree>
    <p:extLst>
      <p:ext uri="{BB962C8B-B14F-4D97-AF65-F5344CB8AC3E}">
        <p14:creationId xmlns:p14="http://schemas.microsoft.com/office/powerpoint/2010/main" val="30662747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BBED5795-ABC6-4AFE-A17B-DB737F69BD2D}" type="datetime10">
              <a:rPr lang="zh-CN" altLang="en-US" sz="1000" smtClean="0">
                <a:solidFill>
                  <a:prstClr val="black"/>
                </a:solidFill>
                <a:ea typeface="宋体" panose="02010600030101010101" pitchFamily="2" charset="-122"/>
              </a:rPr>
              <a:pPr>
                <a:defRPr/>
              </a:pPr>
              <a:t>16:10</a:t>
            </a:fld>
            <a:endParaRPr lang="en-US" altLang="zh-CN" sz="1000">
              <a:solidFill>
                <a:prstClr val="black"/>
              </a:solidFill>
              <a:ea typeface="宋体" panose="02010600030101010101" pitchFamily="2" charset="-122"/>
            </a:endParaRPr>
          </a:p>
        </p:txBody>
      </p:sp>
      <p:sp>
        <p:nvSpPr>
          <p:cNvPr id="5" name="页脚占位符 4"/>
          <p:cNvSpPr>
            <a:spLocks noGrp="1"/>
          </p:cNvSpPr>
          <p:nvPr>
            <p:ph type="ftr" sz="quarter" idx="11"/>
          </p:nvPr>
        </p:nvSpPr>
        <p:spPr/>
        <p:txBody>
          <a:bodyPr/>
          <a:lstStyle>
            <a:lvl1pPr>
              <a:defRPr/>
            </a:lvl1pPr>
          </a:lstStyle>
          <a:p>
            <a:pPr>
              <a:defRPr/>
            </a:pPr>
            <a:endParaRPr lang="en-US" altLang="zh-CN" sz="1000">
              <a:solidFill>
                <a:prstClr val="black"/>
              </a:solidFill>
              <a:ea typeface="宋体" panose="02010600030101010101" pitchFamily="2" charset="-122"/>
            </a:endParaRPr>
          </a:p>
        </p:txBody>
      </p:sp>
      <p:sp>
        <p:nvSpPr>
          <p:cNvPr id="6" name="灯片编号占位符 5"/>
          <p:cNvSpPr>
            <a:spLocks noGrp="1"/>
          </p:cNvSpPr>
          <p:nvPr>
            <p:ph type="sldNum" sz="quarter" idx="12"/>
          </p:nvPr>
        </p:nvSpPr>
        <p:spPr/>
        <p:txBody>
          <a:bodyPr/>
          <a:lstStyle>
            <a:lvl1pPr>
              <a:defRPr/>
            </a:lvl1pPr>
          </a:lstStyle>
          <a:p>
            <a:fld id="{9A0DB2DC-4C9A-4742-B13C-FB6460FD3503}" type="slidenum">
              <a:rPr lang="en-US" altLang="zh-CN" smtClean="0"/>
              <a:pPr/>
              <a:t>‹#›</a:t>
            </a:fld>
            <a:endParaRPr lang="en-US" altLang="zh-CN" dirty="0"/>
          </a:p>
        </p:txBody>
      </p:sp>
    </p:spTree>
    <p:extLst>
      <p:ext uri="{BB962C8B-B14F-4D97-AF65-F5344CB8AC3E}">
        <p14:creationId xmlns:p14="http://schemas.microsoft.com/office/powerpoint/2010/main" val="22062324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pPr>
              <a:defRPr/>
            </a:pPr>
            <a:fld id="{BBED5795-ABC6-4AFE-A17B-DB737F69BD2D}" type="datetime10">
              <a:rPr lang="zh-CN" altLang="en-US" sz="1000" smtClean="0">
                <a:solidFill>
                  <a:prstClr val="black"/>
                </a:solidFill>
                <a:ea typeface="宋体" panose="02010600030101010101" pitchFamily="2" charset="-122"/>
              </a:rPr>
              <a:pPr>
                <a:defRPr/>
              </a:pPr>
              <a:t>16:10</a:t>
            </a:fld>
            <a:endParaRPr lang="en-US" altLang="zh-CN" sz="1000">
              <a:solidFill>
                <a:prstClr val="black"/>
              </a:solidFill>
              <a:ea typeface="宋体" panose="02010600030101010101" pitchFamily="2" charset="-122"/>
            </a:endParaRPr>
          </a:p>
        </p:txBody>
      </p:sp>
      <p:sp>
        <p:nvSpPr>
          <p:cNvPr id="5" name="页脚占位符 4"/>
          <p:cNvSpPr>
            <a:spLocks noGrp="1"/>
          </p:cNvSpPr>
          <p:nvPr>
            <p:ph type="ftr" sz="quarter" idx="11"/>
          </p:nvPr>
        </p:nvSpPr>
        <p:spPr/>
        <p:txBody>
          <a:bodyPr/>
          <a:lstStyle>
            <a:lvl1pPr>
              <a:defRPr/>
            </a:lvl1pPr>
          </a:lstStyle>
          <a:p>
            <a:pPr>
              <a:defRPr/>
            </a:pPr>
            <a:endParaRPr lang="en-US" altLang="zh-CN" sz="1000">
              <a:solidFill>
                <a:prstClr val="black"/>
              </a:solidFill>
              <a:ea typeface="宋体" panose="02010600030101010101" pitchFamily="2" charset="-122"/>
            </a:endParaRPr>
          </a:p>
        </p:txBody>
      </p:sp>
      <p:sp>
        <p:nvSpPr>
          <p:cNvPr id="6" name="灯片编号占位符 5"/>
          <p:cNvSpPr>
            <a:spLocks noGrp="1"/>
          </p:cNvSpPr>
          <p:nvPr>
            <p:ph type="sldNum" sz="quarter" idx="12"/>
          </p:nvPr>
        </p:nvSpPr>
        <p:spPr/>
        <p:txBody>
          <a:bodyPr/>
          <a:lstStyle>
            <a:lvl1pPr>
              <a:defRPr/>
            </a:lvl1pPr>
          </a:lstStyle>
          <a:p>
            <a:fld id="{9A0DB2DC-4C9A-4742-B13C-FB6460FD3503}" type="slidenum">
              <a:rPr lang="en-US" altLang="zh-CN" smtClean="0"/>
              <a:pPr/>
              <a:t>‹#›</a:t>
            </a:fld>
            <a:endParaRPr lang="en-US" altLang="zh-CN" dirty="0"/>
          </a:p>
        </p:txBody>
      </p:sp>
    </p:spTree>
    <p:extLst>
      <p:ext uri="{BB962C8B-B14F-4D97-AF65-F5344CB8AC3E}">
        <p14:creationId xmlns:p14="http://schemas.microsoft.com/office/powerpoint/2010/main" val="38397982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3"/>
          <p:cNvSpPr>
            <a:spLocks noGrp="1"/>
          </p:cNvSpPr>
          <p:nvPr>
            <p:ph type="dt" sz="half" idx="10"/>
          </p:nvPr>
        </p:nvSpPr>
        <p:spPr/>
        <p:txBody>
          <a:bodyPr/>
          <a:lstStyle>
            <a:lvl1pPr>
              <a:defRPr/>
            </a:lvl1pPr>
          </a:lstStyle>
          <a:p>
            <a:pPr>
              <a:defRPr/>
            </a:pPr>
            <a:fld id="{BBED5795-ABC6-4AFE-A17B-DB737F69BD2D}" type="datetime10">
              <a:rPr lang="zh-CN" altLang="en-US" sz="1000" smtClean="0">
                <a:solidFill>
                  <a:prstClr val="black"/>
                </a:solidFill>
                <a:ea typeface="宋体" panose="02010600030101010101" pitchFamily="2" charset="-122"/>
              </a:rPr>
              <a:pPr>
                <a:defRPr/>
              </a:pPr>
              <a:t>16:10</a:t>
            </a:fld>
            <a:endParaRPr lang="en-US" altLang="zh-CN" sz="1000">
              <a:solidFill>
                <a:prstClr val="black"/>
              </a:solidFill>
              <a:ea typeface="宋体" panose="02010600030101010101" pitchFamily="2" charset="-122"/>
            </a:endParaRPr>
          </a:p>
        </p:txBody>
      </p:sp>
      <p:sp>
        <p:nvSpPr>
          <p:cNvPr id="6" name="页脚占位符 4"/>
          <p:cNvSpPr>
            <a:spLocks noGrp="1"/>
          </p:cNvSpPr>
          <p:nvPr>
            <p:ph type="ftr" sz="quarter" idx="11"/>
          </p:nvPr>
        </p:nvSpPr>
        <p:spPr/>
        <p:txBody>
          <a:bodyPr/>
          <a:lstStyle>
            <a:lvl1pPr>
              <a:defRPr/>
            </a:lvl1pPr>
          </a:lstStyle>
          <a:p>
            <a:pPr>
              <a:defRPr/>
            </a:pPr>
            <a:endParaRPr lang="en-US" altLang="zh-CN" sz="1000">
              <a:solidFill>
                <a:prstClr val="black"/>
              </a:solidFill>
              <a:ea typeface="宋体" panose="02010600030101010101" pitchFamily="2" charset="-122"/>
            </a:endParaRPr>
          </a:p>
        </p:txBody>
      </p:sp>
      <p:sp>
        <p:nvSpPr>
          <p:cNvPr id="7" name="灯片编号占位符 5"/>
          <p:cNvSpPr>
            <a:spLocks noGrp="1"/>
          </p:cNvSpPr>
          <p:nvPr>
            <p:ph type="sldNum" sz="quarter" idx="12"/>
          </p:nvPr>
        </p:nvSpPr>
        <p:spPr/>
        <p:txBody>
          <a:bodyPr/>
          <a:lstStyle>
            <a:lvl1pPr>
              <a:defRPr/>
            </a:lvl1pPr>
          </a:lstStyle>
          <a:p>
            <a:fld id="{9A0DB2DC-4C9A-4742-B13C-FB6460FD3503}" type="slidenum">
              <a:rPr lang="en-US" altLang="zh-CN" smtClean="0"/>
              <a:pPr/>
              <a:t>‹#›</a:t>
            </a:fld>
            <a:endParaRPr lang="en-US" altLang="zh-CN" dirty="0"/>
          </a:p>
        </p:txBody>
      </p:sp>
    </p:spTree>
    <p:extLst>
      <p:ext uri="{BB962C8B-B14F-4D97-AF65-F5344CB8AC3E}">
        <p14:creationId xmlns:p14="http://schemas.microsoft.com/office/powerpoint/2010/main" val="25973090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3"/>
          <p:cNvSpPr>
            <a:spLocks noGrp="1"/>
          </p:cNvSpPr>
          <p:nvPr>
            <p:ph type="dt" sz="half" idx="10"/>
          </p:nvPr>
        </p:nvSpPr>
        <p:spPr/>
        <p:txBody>
          <a:bodyPr/>
          <a:lstStyle>
            <a:lvl1pPr>
              <a:defRPr/>
            </a:lvl1pPr>
          </a:lstStyle>
          <a:p>
            <a:pPr>
              <a:defRPr/>
            </a:pPr>
            <a:fld id="{BBED5795-ABC6-4AFE-A17B-DB737F69BD2D}" type="datetime10">
              <a:rPr lang="zh-CN" altLang="en-US" sz="1000" smtClean="0">
                <a:solidFill>
                  <a:prstClr val="black"/>
                </a:solidFill>
                <a:ea typeface="宋体" panose="02010600030101010101" pitchFamily="2" charset="-122"/>
              </a:rPr>
              <a:pPr>
                <a:defRPr/>
              </a:pPr>
              <a:t>16:10</a:t>
            </a:fld>
            <a:endParaRPr lang="en-US" altLang="zh-CN" sz="1000">
              <a:solidFill>
                <a:prstClr val="black"/>
              </a:solidFill>
              <a:ea typeface="宋体" panose="02010600030101010101" pitchFamily="2" charset="-122"/>
            </a:endParaRPr>
          </a:p>
        </p:txBody>
      </p:sp>
      <p:sp>
        <p:nvSpPr>
          <p:cNvPr id="8" name="页脚占位符 4"/>
          <p:cNvSpPr>
            <a:spLocks noGrp="1"/>
          </p:cNvSpPr>
          <p:nvPr>
            <p:ph type="ftr" sz="quarter" idx="11"/>
          </p:nvPr>
        </p:nvSpPr>
        <p:spPr/>
        <p:txBody>
          <a:bodyPr/>
          <a:lstStyle>
            <a:lvl1pPr>
              <a:defRPr/>
            </a:lvl1pPr>
          </a:lstStyle>
          <a:p>
            <a:pPr>
              <a:defRPr/>
            </a:pPr>
            <a:endParaRPr lang="en-US" altLang="zh-CN" sz="1000">
              <a:solidFill>
                <a:prstClr val="black"/>
              </a:solidFill>
              <a:ea typeface="宋体" panose="02010600030101010101" pitchFamily="2" charset="-122"/>
            </a:endParaRPr>
          </a:p>
        </p:txBody>
      </p:sp>
      <p:sp>
        <p:nvSpPr>
          <p:cNvPr id="9" name="灯片编号占位符 5"/>
          <p:cNvSpPr>
            <a:spLocks noGrp="1"/>
          </p:cNvSpPr>
          <p:nvPr>
            <p:ph type="sldNum" sz="quarter" idx="12"/>
          </p:nvPr>
        </p:nvSpPr>
        <p:spPr/>
        <p:txBody>
          <a:bodyPr/>
          <a:lstStyle>
            <a:lvl1pPr>
              <a:defRPr/>
            </a:lvl1pPr>
          </a:lstStyle>
          <a:p>
            <a:fld id="{9A0DB2DC-4C9A-4742-B13C-FB6460FD3503}" type="slidenum">
              <a:rPr lang="en-US" altLang="zh-CN" smtClean="0"/>
              <a:pPr/>
              <a:t>‹#›</a:t>
            </a:fld>
            <a:endParaRPr lang="en-US" altLang="zh-CN" dirty="0"/>
          </a:p>
        </p:txBody>
      </p:sp>
    </p:spTree>
    <p:extLst>
      <p:ext uri="{BB962C8B-B14F-4D97-AF65-F5344CB8AC3E}">
        <p14:creationId xmlns:p14="http://schemas.microsoft.com/office/powerpoint/2010/main" val="10385861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3"/>
          <p:cNvSpPr>
            <a:spLocks noGrp="1"/>
          </p:cNvSpPr>
          <p:nvPr>
            <p:ph type="dt" sz="half" idx="10"/>
          </p:nvPr>
        </p:nvSpPr>
        <p:spPr/>
        <p:txBody>
          <a:bodyPr/>
          <a:lstStyle>
            <a:lvl1pPr>
              <a:defRPr/>
            </a:lvl1pPr>
          </a:lstStyle>
          <a:p>
            <a:pPr>
              <a:defRPr/>
            </a:pPr>
            <a:fld id="{BBED5795-ABC6-4AFE-A17B-DB737F69BD2D}" type="datetime10">
              <a:rPr lang="zh-CN" altLang="en-US" sz="1000" smtClean="0">
                <a:solidFill>
                  <a:prstClr val="black"/>
                </a:solidFill>
                <a:ea typeface="宋体" panose="02010600030101010101" pitchFamily="2" charset="-122"/>
              </a:rPr>
              <a:pPr>
                <a:defRPr/>
              </a:pPr>
              <a:t>16:10</a:t>
            </a:fld>
            <a:endParaRPr lang="en-US" altLang="zh-CN" sz="1000">
              <a:solidFill>
                <a:prstClr val="black"/>
              </a:solidFill>
              <a:ea typeface="宋体" panose="02010600030101010101" pitchFamily="2" charset="-122"/>
            </a:endParaRPr>
          </a:p>
        </p:txBody>
      </p:sp>
      <p:sp>
        <p:nvSpPr>
          <p:cNvPr id="4" name="页脚占位符 4"/>
          <p:cNvSpPr>
            <a:spLocks noGrp="1"/>
          </p:cNvSpPr>
          <p:nvPr>
            <p:ph type="ftr" sz="quarter" idx="11"/>
          </p:nvPr>
        </p:nvSpPr>
        <p:spPr/>
        <p:txBody>
          <a:bodyPr/>
          <a:lstStyle>
            <a:lvl1pPr>
              <a:defRPr/>
            </a:lvl1pPr>
          </a:lstStyle>
          <a:p>
            <a:pPr>
              <a:defRPr/>
            </a:pPr>
            <a:endParaRPr lang="en-US" altLang="zh-CN" sz="1000">
              <a:solidFill>
                <a:prstClr val="black"/>
              </a:solidFill>
              <a:ea typeface="宋体" panose="02010600030101010101" pitchFamily="2" charset="-122"/>
            </a:endParaRPr>
          </a:p>
        </p:txBody>
      </p:sp>
      <p:sp>
        <p:nvSpPr>
          <p:cNvPr id="5" name="灯片编号占位符 5"/>
          <p:cNvSpPr>
            <a:spLocks noGrp="1"/>
          </p:cNvSpPr>
          <p:nvPr>
            <p:ph type="sldNum" sz="quarter" idx="12"/>
          </p:nvPr>
        </p:nvSpPr>
        <p:spPr/>
        <p:txBody>
          <a:bodyPr/>
          <a:lstStyle>
            <a:lvl1pPr>
              <a:defRPr/>
            </a:lvl1pPr>
          </a:lstStyle>
          <a:p>
            <a:fld id="{9A0DB2DC-4C9A-4742-B13C-FB6460FD3503}" type="slidenum">
              <a:rPr lang="en-US" altLang="zh-CN" smtClean="0"/>
              <a:pPr/>
              <a:t>‹#›</a:t>
            </a:fld>
            <a:endParaRPr lang="en-US" altLang="zh-CN" dirty="0"/>
          </a:p>
        </p:txBody>
      </p:sp>
    </p:spTree>
    <p:extLst>
      <p:ext uri="{BB962C8B-B14F-4D97-AF65-F5344CB8AC3E}">
        <p14:creationId xmlns:p14="http://schemas.microsoft.com/office/powerpoint/2010/main" val="19156985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BBED5795-ABC6-4AFE-A17B-DB737F69BD2D}" type="datetime10">
              <a:rPr lang="zh-CN" altLang="en-US" sz="1000" smtClean="0">
                <a:solidFill>
                  <a:prstClr val="black"/>
                </a:solidFill>
                <a:ea typeface="宋体" panose="02010600030101010101" pitchFamily="2" charset="-122"/>
              </a:rPr>
              <a:pPr>
                <a:defRPr/>
              </a:pPr>
              <a:t>16:10</a:t>
            </a:fld>
            <a:endParaRPr lang="en-US" altLang="zh-CN" sz="1000">
              <a:solidFill>
                <a:prstClr val="black"/>
              </a:solidFill>
              <a:ea typeface="宋体" panose="02010600030101010101" pitchFamily="2" charset="-122"/>
            </a:endParaRPr>
          </a:p>
        </p:txBody>
      </p:sp>
      <p:sp>
        <p:nvSpPr>
          <p:cNvPr id="3" name="页脚占位符 4"/>
          <p:cNvSpPr>
            <a:spLocks noGrp="1"/>
          </p:cNvSpPr>
          <p:nvPr>
            <p:ph type="ftr" sz="quarter" idx="11"/>
          </p:nvPr>
        </p:nvSpPr>
        <p:spPr/>
        <p:txBody>
          <a:bodyPr/>
          <a:lstStyle>
            <a:lvl1pPr>
              <a:defRPr/>
            </a:lvl1pPr>
          </a:lstStyle>
          <a:p>
            <a:pPr>
              <a:defRPr/>
            </a:pPr>
            <a:endParaRPr lang="en-US" altLang="zh-CN" sz="1000">
              <a:solidFill>
                <a:prstClr val="black"/>
              </a:solidFill>
              <a:ea typeface="宋体" panose="02010600030101010101" pitchFamily="2" charset="-122"/>
            </a:endParaRPr>
          </a:p>
        </p:txBody>
      </p:sp>
      <p:sp>
        <p:nvSpPr>
          <p:cNvPr id="4" name="灯片编号占位符 5"/>
          <p:cNvSpPr>
            <a:spLocks noGrp="1"/>
          </p:cNvSpPr>
          <p:nvPr>
            <p:ph type="sldNum" sz="quarter" idx="12"/>
          </p:nvPr>
        </p:nvSpPr>
        <p:spPr/>
        <p:txBody>
          <a:bodyPr/>
          <a:lstStyle>
            <a:lvl1pPr>
              <a:defRPr/>
            </a:lvl1pPr>
          </a:lstStyle>
          <a:p>
            <a:fld id="{9A0DB2DC-4C9A-4742-B13C-FB6460FD3503}" type="slidenum">
              <a:rPr lang="en-US" altLang="zh-CN" smtClean="0"/>
              <a:pPr/>
              <a:t>‹#›</a:t>
            </a:fld>
            <a:endParaRPr lang="en-US" altLang="zh-CN" dirty="0"/>
          </a:p>
        </p:txBody>
      </p:sp>
    </p:spTree>
    <p:extLst>
      <p:ext uri="{BB962C8B-B14F-4D97-AF65-F5344CB8AC3E}">
        <p14:creationId xmlns:p14="http://schemas.microsoft.com/office/powerpoint/2010/main" val="11018643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3"/>
          <p:cNvSpPr>
            <a:spLocks noGrp="1"/>
          </p:cNvSpPr>
          <p:nvPr>
            <p:ph type="dt" sz="half" idx="10"/>
          </p:nvPr>
        </p:nvSpPr>
        <p:spPr/>
        <p:txBody>
          <a:bodyPr/>
          <a:lstStyle>
            <a:lvl1pPr>
              <a:defRPr/>
            </a:lvl1pPr>
          </a:lstStyle>
          <a:p>
            <a:pPr>
              <a:defRPr/>
            </a:pPr>
            <a:fld id="{BBED5795-ABC6-4AFE-A17B-DB737F69BD2D}" type="datetime10">
              <a:rPr lang="zh-CN" altLang="en-US" sz="1000" smtClean="0">
                <a:solidFill>
                  <a:prstClr val="black"/>
                </a:solidFill>
                <a:ea typeface="宋体" panose="02010600030101010101" pitchFamily="2" charset="-122"/>
              </a:rPr>
              <a:pPr>
                <a:defRPr/>
              </a:pPr>
              <a:t>16:10</a:t>
            </a:fld>
            <a:endParaRPr lang="en-US" altLang="zh-CN" sz="1000">
              <a:solidFill>
                <a:prstClr val="black"/>
              </a:solidFill>
              <a:ea typeface="宋体" panose="02010600030101010101" pitchFamily="2" charset="-122"/>
            </a:endParaRPr>
          </a:p>
        </p:txBody>
      </p:sp>
      <p:sp>
        <p:nvSpPr>
          <p:cNvPr id="6" name="页脚占位符 4"/>
          <p:cNvSpPr>
            <a:spLocks noGrp="1"/>
          </p:cNvSpPr>
          <p:nvPr>
            <p:ph type="ftr" sz="quarter" idx="11"/>
          </p:nvPr>
        </p:nvSpPr>
        <p:spPr/>
        <p:txBody>
          <a:bodyPr/>
          <a:lstStyle>
            <a:lvl1pPr>
              <a:defRPr/>
            </a:lvl1pPr>
          </a:lstStyle>
          <a:p>
            <a:pPr>
              <a:defRPr/>
            </a:pPr>
            <a:endParaRPr lang="en-US" altLang="zh-CN" sz="1000">
              <a:solidFill>
                <a:prstClr val="black"/>
              </a:solidFill>
              <a:ea typeface="宋体" panose="02010600030101010101" pitchFamily="2" charset="-122"/>
            </a:endParaRPr>
          </a:p>
        </p:txBody>
      </p:sp>
      <p:sp>
        <p:nvSpPr>
          <p:cNvPr id="7" name="灯片编号占位符 5"/>
          <p:cNvSpPr>
            <a:spLocks noGrp="1"/>
          </p:cNvSpPr>
          <p:nvPr>
            <p:ph type="sldNum" sz="quarter" idx="12"/>
          </p:nvPr>
        </p:nvSpPr>
        <p:spPr/>
        <p:txBody>
          <a:bodyPr/>
          <a:lstStyle>
            <a:lvl1pPr>
              <a:defRPr/>
            </a:lvl1pPr>
          </a:lstStyle>
          <a:p>
            <a:fld id="{9A0DB2DC-4C9A-4742-B13C-FB6460FD3503}" type="slidenum">
              <a:rPr lang="en-US" altLang="zh-CN" smtClean="0"/>
              <a:pPr/>
              <a:t>‹#›</a:t>
            </a:fld>
            <a:endParaRPr lang="en-US" altLang="zh-CN" dirty="0"/>
          </a:p>
        </p:txBody>
      </p:sp>
    </p:spTree>
    <p:extLst>
      <p:ext uri="{BB962C8B-B14F-4D97-AF65-F5344CB8AC3E}">
        <p14:creationId xmlns:p14="http://schemas.microsoft.com/office/powerpoint/2010/main" val="12754713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3"/>
          <p:cNvSpPr>
            <a:spLocks noGrp="1"/>
          </p:cNvSpPr>
          <p:nvPr>
            <p:ph type="dt" sz="half" idx="10"/>
          </p:nvPr>
        </p:nvSpPr>
        <p:spPr/>
        <p:txBody>
          <a:bodyPr/>
          <a:lstStyle>
            <a:lvl1pPr>
              <a:defRPr/>
            </a:lvl1pPr>
          </a:lstStyle>
          <a:p>
            <a:pPr>
              <a:defRPr/>
            </a:pPr>
            <a:fld id="{BBED5795-ABC6-4AFE-A17B-DB737F69BD2D}" type="datetime10">
              <a:rPr lang="zh-CN" altLang="en-US" sz="1000" smtClean="0">
                <a:solidFill>
                  <a:prstClr val="black"/>
                </a:solidFill>
                <a:ea typeface="宋体" panose="02010600030101010101" pitchFamily="2" charset="-122"/>
              </a:rPr>
              <a:pPr>
                <a:defRPr/>
              </a:pPr>
              <a:t>16:10</a:t>
            </a:fld>
            <a:endParaRPr lang="en-US" altLang="zh-CN" sz="1000">
              <a:solidFill>
                <a:prstClr val="black"/>
              </a:solidFill>
              <a:ea typeface="宋体" panose="02010600030101010101" pitchFamily="2" charset="-122"/>
            </a:endParaRPr>
          </a:p>
        </p:txBody>
      </p:sp>
      <p:sp>
        <p:nvSpPr>
          <p:cNvPr id="6" name="页脚占位符 4"/>
          <p:cNvSpPr>
            <a:spLocks noGrp="1"/>
          </p:cNvSpPr>
          <p:nvPr>
            <p:ph type="ftr" sz="quarter" idx="11"/>
          </p:nvPr>
        </p:nvSpPr>
        <p:spPr/>
        <p:txBody>
          <a:bodyPr/>
          <a:lstStyle>
            <a:lvl1pPr>
              <a:defRPr/>
            </a:lvl1pPr>
          </a:lstStyle>
          <a:p>
            <a:pPr>
              <a:defRPr/>
            </a:pPr>
            <a:endParaRPr lang="en-US" altLang="zh-CN" sz="1000">
              <a:solidFill>
                <a:prstClr val="black"/>
              </a:solidFill>
              <a:ea typeface="宋体" panose="02010600030101010101" pitchFamily="2" charset="-122"/>
            </a:endParaRPr>
          </a:p>
        </p:txBody>
      </p:sp>
      <p:sp>
        <p:nvSpPr>
          <p:cNvPr id="7" name="灯片编号占位符 5"/>
          <p:cNvSpPr>
            <a:spLocks noGrp="1"/>
          </p:cNvSpPr>
          <p:nvPr>
            <p:ph type="sldNum" sz="quarter" idx="12"/>
          </p:nvPr>
        </p:nvSpPr>
        <p:spPr/>
        <p:txBody>
          <a:bodyPr/>
          <a:lstStyle>
            <a:lvl1pPr>
              <a:defRPr/>
            </a:lvl1pPr>
          </a:lstStyle>
          <a:p>
            <a:fld id="{9A0DB2DC-4C9A-4742-B13C-FB6460FD3503}" type="slidenum">
              <a:rPr lang="en-US" altLang="zh-CN" smtClean="0"/>
              <a:pPr/>
              <a:t>‹#›</a:t>
            </a:fld>
            <a:endParaRPr lang="en-US" altLang="zh-CN" dirty="0"/>
          </a:p>
        </p:txBody>
      </p:sp>
    </p:spTree>
    <p:extLst>
      <p:ext uri="{BB962C8B-B14F-4D97-AF65-F5344CB8AC3E}">
        <p14:creationId xmlns:p14="http://schemas.microsoft.com/office/powerpoint/2010/main" val="237994202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BBED5795-ABC6-4AFE-A17B-DB737F69BD2D}" type="datetime10">
              <a:rPr lang="zh-CN" altLang="en-US" sz="1000" smtClean="0">
                <a:solidFill>
                  <a:prstClr val="black"/>
                </a:solidFill>
                <a:ea typeface="宋体" panose="02010600030101010101" pitchFamily="2" charset="-122"/>
              </a:rPr>
              <a:pPr>
                <a:defRPr/>
              </a:pPr>
              <a:t>16:10</a:t>
            </a:fld>
            <a:endParaRPr lang="en-US" altLang="zh-CN" sz="1000">
              <a:solidFill>
                <a:prstClr val="black"/>
              </a:solidFill>
              <a:ea typeface="宋体" panose="02010600030101010101" pitchFamily="2" charset="-122"/>
            </a:endParaRPr>
          </a:p>
        </p:txBody>
      </p:sp>
      <p:sp>
        <p:nvSpPr>
          <p:cNvPr id="5" name="页脚占位符 4"/>
          <p:cNvSpPr>
            <a:spLocks noGrp="1"/>
          </p:cNvSpPr>
          <p:nvPr>
            <p:ph type="ftr" sz="quarter" idx="11"/>
          </p:nvPr>
        </p:nvSpPr>
        <p:spPr/>
        <p:txBody>
          <a:bodyPr/>
          <a:lstStyle>
            <a:lvl1pPr>
              <a:defRPr/>
            </a:lvl1pPr>
          </a:lstStyle>
          <a:p>
            <a:pPr>
              <a:defRPr/>
            </a:pPr>
            <a:endParaRPr lang="en-US" altLang="zh-CN" sz="1000">
              <a:solidFill>
                <a:prstClr val="black"/>
              </a:solidFill>
              <a:ea typeface="宋体" panose="02010600030101010101" pitchFamily="2" charset="-122"/>
            </a:endParaRPr>
          </a:p>
        </p:txBody>
      </p:sp>
      <p:sp>
        <p:nvSpPr>
          <p:cNvPr id="6" name="灯片编号占位符 5"/>
          <p:cNvSpPr>
            <a:spLocks noGrp="1"/>
          </p:cNvSpPr>
          <p:nvPr>
            <p:ph type="sldNum" sz="quarter" idx="12"/>
          </p:nvPr>
        </p:nvSpPr>
        <p:spPr/>
        <p:txBody>
          <a:bodyPr/>
          <a:lstStyle>
            <a:lvl1pPr>
              <a:defRPr/>
            </a:lvl1pPr>
          </a:lstStyle>
          <a:p>
            <a:fld id="{9A0DB2DC-4C9A-4742-B13C-FB6460FD3503}" type="slidenum">
              <a:rPr lang="en-US" altLang="zh-CN" smtClean="0"/>
              <a:pPr/>
              <a:t>‹#›</a:t>
            </a:fld>
            <a:endParaRPr lang="en-US" altLang="zh-CN" dirty="0"/>
          </a:p>
        </p:txBody>
      </p:sp>
    </p:spTree>
    <p:extLst>
      <p:ext uri="{BB962C8B-B14F-4D97-AF65-F5344CB8AC3E}">
        <p14:creationId xmlns:p14="http://schemas.microsoft.com/office/powerpoint/2010/main" val="361307018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05979"/>
            <a:ext cx="6019800" cy="4388644"/>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BBED5795-ABC6-4AFE-A17B-DB737F69BD2D}" type="datetime10">
              <a:rPr lang="zh-CN" altLang="en-US" sz="1000" smtClean="0">
                <a:solidFill>
                  <a:prstClr val="black"/>
                </a:solidFill>
                <a:ea typeface="宋体" panose="02010600030101010101" pitchFamily="2" charset="-122"/>
              </a:rPr>
              <a:pPr>
                <a:defRPr/>
              </a:pPr>
              <a:t>16:10</a:t>
            </a:fld>
            <a:endParaRPr lang="en-US" altLang="zh-CN" sz="1000">
              <a:solidFill>
                <a:prstClr val="black"/>
              </a:solidFill>
              <a:ea typeface="宋体" panose="02010600030101010101" pitchFamily="2" charset="-122"/>
            </a:endParaRPr>
          </a:p>
        </p:txBody>
      </p:sp>
      <p:sp>
        <p:nvSpPr>
          <p:cNvPr id="5" name="页脚占位符 4"/>
          <p:cNvSpPr>
            <a:spLocks noGrp="1"/>
          </p:cNvSpPr>
          <p:nvPr>
            <p:ph type="ftr" sz="quarter" idx="11"/>
          </p:nvPr>
        </p:nvSpPr>
        <p:spPr/>
        <p:txBody>
          <a:bodyPr/>
          <a:lstStyle>
            <a:lvl1pPr>
              <a:defRPr/>
            </a:lvl1pPr>
          </a:lstStyle>
          <a:p>
            <a:pPr>
              <a:defRPr/>
            </a:pPr>
            <a:endParaRPr lang="en-US" altLang="zh-CN" sz="1000">
              <a:solidFill>
                <a:prstClr val="black"/>
              </a:solidFill>
              <a:ea typeface="宋体" panose="02010600030101010101" pitchFamily="2" charset="-122"/>
            </a:endParaRPr>
          </a:p>
        </p:txBody>
      </p:sp>
      <p:sp>
        <p:nvSpPr>
          <p:cNvPr id="6" name="灯片编号占位符 5"/>
          <p:cNvSpPr>
            <a:spLocks noGrp="1"/>
          </p:cNvSpPr>
          <p:nvPr>
            <p:ph type="sldNum" sz="quarter" idx="12"/>
          </p:nvPr>
        </p:nvSpPr>
        <p:spPr/>
        <p:txBody>
          <a:bodyPr/>
          <a:lstStyle>
            <a:lvl1pPr>
              <a:defRPr/>
            </a:lvl1pPr>
          </a:lstStyle>
          <a:p>
            <a:fld id="{9A0DB2DC-4C9A-4742-B13C-FB6460FD3503}" type="slidenum">
              <a:rPr lang="en-US" altLang="zh-CN" smtClean="0"/>
              <a:pPr/>
              <a:t>‹#›</a:t>
            </a:fld>
            <a:endParaRPr lang="en-US" altLang="zh-CN" dirty="0"/>
          </a:p>
        </p:txBody>
      </p:sp>
    </p:spTree>
    <p:extLst>
      <p:ext uri="{BB962C8B-B14F-4D97-AF65-F5344CB8AC3E}">
        <p14:creationId xmlns:p14="http://schemas.microsoft.com/office/powerpoint/2010/main" val="144416863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457200"/>
            <a:ext cx="7772400" cy="857250"/>
          </a:xfr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485900"/>
            <a:ext cx="3810000" cy="30861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48200" y="1485900"/>
            <a:ext cx="3810000" cy="14859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648200" y="3086100"/>
            <a:ext cx="3810000" cy="14859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日期占位符 5"/>
          <p:cNvSpPr>
            <a:spLocks noGrp="1"/>
          </p:cNvSpPr>
          <p:nvPr>
            <p:ph type="dt" sz="half" idx="10"/>
          </p:nvPr>
        </p:nvSpPr>
        <p:spPr>
          <a:xfrm>
            <a:off x="685800" y="4686300"/>
            <a:ext cx="1905000" cy="342900"/>
          </a:xfrm>
        </p:spPr>
        <p:txBody>
          <a:bodyPr/>
          <a:lstStyle>
            <a:lvl1pPr>
              <a:defRPr/>
            </a:lvl1pPr>
          </a:lstStyle>
          <a:p>
            <a:pPr>
              <a:defRPr/>
            </a:pPr>
            <a:fld id="{BBED5795-ABC6-4AFE-A17B-DB737F69BD2D}" type="datetime10">
              <a:rPr lang="zh-CN" altLang="en-US" sz="1000" smtClean="0">
                <a:solidFill>
                  <a:prstClr val="black"/>
                </a:solidFill>
                <a:ea typeface="宋体" panose="02010600030101010101" pitchFamily="2" charset="-122"/>
              </a:rPr>
              <a:pPr>
                <a:defRPr/>
              </a:pPr>
              <a:t>16:10</a:t>
            </a:fld>
            <a:endParaRPr lang="en-US" altLang="zh-CN" sz="1000">
              <a:solidFill>
                <a:prstClr val="black"/>
              </a:solidFill>
              <a:ea typeface="宋体" panose="02010600030101010101" pitchFamily="2" charset="-122"/>
            </a:endParaRPr>
          </a:p>
        </p:txBody>
      </p:sp>
      <p:sp>
        <p:nvSpPr>
          <p:cNvPr id="7" name="页脚占位符 6"/>
          <p:cNvSpPr>
            <a:spLocks noGrp="1"/>
          </p:cNvSpPr>
          <p:nvPr>
            <p:ph type="ftr" sz="quarter" idx="11"/>
          </p:nvPr>
        </p:nvSpPr>
        <p:spPr/>
        <p:txBody>
          <a:bodyPr/>
          <a:lstStyle>
            <a:lvl1pPr>
              <a:defRPr/>
            </a:lvl1pPr>
          </a:lstStyle>
          <a:p>
            <a:pPr>
              <a:defRPr/>
            </a:pPr>
            <a:endParaRPr lang="en-US" altLang="zh-CN" sz="1000">
              <a:solidFill>
                <a:prstClr val="black"/>
              </a:solidFill>
              <a:ea typeface="宋体" panose="02010600030101010101" pitchFamily="2" charset="-122"/>
            </a:endParaRPr>
          </a:p>
        </p:txBody>
      </p:sp>
      <p:sp>
        <p:nvSpPr>
          <p:cNvPr id="8" name="灯片编号占位符 7"/>
          <p:cNvSpPr>
            <a:spLocks noGrp="1"/>
          </p:cNvSpPr>
          <p:nvPr>
            <p:ph type="sldNum" sz="quarter" idx="12"/>
          </p:nvPr>
        </p:nvSpPr>
        <p:spPr>
          <a:xfrm>
            <a:off x="6553200" y="4686300"/>
            <a:ext cx="1905000" cy="342900"/>
          </a:xfrm>
        </p:spPr>
        <p:txBody>
          <a:bodyPr/>
          <a:lstStyle>
            <a:lvl1pPr>
              <a:defRPr/>
            </a:lvl1pPr>
          </a:lstStyle>
          <a:p>
            <a:fld id="{9A0DB2DC-4C9A-4742-B13C-FB6460FD3503}" type="slidenum">
              <a:rPr lang="en-US" altLang="zh-CN" smtClean="0"/>
              <a:pPr/>
              <a:t>‹#›</a:t>
            </a:fld>
            <a:endParaRPr lang="en-US" altLang="zh-CN" dirty="0"/>
          </a:p>
        </p:txBody>
      </p:sp>
    </p:spTree>
    <p:extLst>
      <p:ext uri="{BB962C8B-B14F-4D97-AF65-F5344CB8AC3E}">
        <p14:creationId xmlns:p14="http://schemas.microsoft.com/office/powerpoint/2010/main" val="3274282154"/>
      </p:ext>
    </p:extLst>
  </p:cSld>
  <p:clrMapOvr>
    <a:masterClrMapping/>
  </p:clrMapOvr>
  <p:hf sldNum="0" hdr="0" ftr="0"/>
</p:sldLayout>
</file>

<file path=ppt/slideLayouts/slideLayout25.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91679"/>
            <a:ext cx="7543800" cy="971550"/>
          </a:xfrm>
        </p:spPr>
        <p:txBody>
          <a:bodyPr/>
          <a:lstStyle/>
          <a:p>
            <a:r>
              <a:rPr lang="zh-CN" altLang="en-US" noProof="1" smtClean="0"/>
              <a:t>单击此处编辑母版标题样式</a:t>
            </a:r>
            <a:endParaRPr lang="zh-CN" altLang="en-US" noProof="1"/>
          </a:p>
        </p:txBody>
      </p:sp>
      <p:sp>
        <p:nvSpPr>
          <p:cNvPr id="3" name="文本占位符 2"/>
          <p:cNvSpPr>
            <a:spLocks noGrp="1"/>
          </p:cNvSpPr>
          <p:nvPr>
            <p:ph type="body" sz="half" idx="1"/>
          </p:nvPr>
        </p:nvSpPr>
        <p:spPr>
          <a:xfrm>
            <a:off x="457200" y="1289447"/>
            <a:ext cx="4038600" cy="3308747"/>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289447"/>
            <a:ext cx="4038600" cy="3308747"/>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日期占位符 4"/>
          <p:cNvSpPr>
            <a:spLocks noGrp="1"/>
          </p:cNvSpPr>
          <p:nvPr>
            <p:ph type="dt" sz="half" idx="10"/>
          </p:nvPr>
        </p:nvSpPr>
        <p:spPr/>
        <p:txBody>
          <a:bodyPr/>
          <a:lstStyle/>
          <a:p>
            <a:pPr>
              <a:defRPr/>
            </a:pPr>
            <a:fld id="{BBED5795-ABC6-4AFE-A17B-DB737F69BD2D}" type="datetime10">
              <a:rPr lang="zh-CN" altLang="en-US" sz="1000">
                <a:solidFill>
                  <a:prstClr val="black"/>
                </a:solidFill>
                <a:ea typeface="宋体" panose="02010600030101010101" pitchFamily="2" charset="-122"/>
              </a:rPr>
              <a:pPr>
                <a:defRPr/>
              </a:pPr>
              <a:t>16:10</a:t>
            </a:fld>
            <a:endParaRPr lang="en-US" altLang="zh-CN" sz="1000">
              <a:solidFill>
                <a:prstClr val="black"/>
              </a:solidFill>
              <a:ea typeface="宋体" panose="02010600030101010101" pitchFamily="2" charset="-122"/>
            </a:endParaRPr>
          </a:p>
        </p:txBody>
      </p:sp>
      <p:sp>
        <p:nvSpPr>
          <p:cNvPr id="6" name="页脚占位符 5"/>
          <p:cNvSpPr>
            <a:spLocks noGrp="1"/>
          </p:cNvSpPr>
          <p:nvPr>
            <p:ph type="ftr" sz="quarter" idx="11"/>
          </p:nvPr>
        </p:nvSpPr>
        <p:spPr/>
        <p:txBody>
          <a:bodyPr/>
          <a:lstStyle/>
          <a:p>
            <a:pPr>
              <a:defRPr/>
            </a:pPr>
            <a:endParaRPr lang="en-US" altLang="zh-CN" sz="1000">
              <a:solidFill>
                <a:prstClr val="black"/>
              </a:solidFill>
              <a:ea typeface="宋体" panose="02010600030101010101" pitchFamily="2" charset="-122"/>
            </a:endParaRPr>
          </a:p>
        </p:txBody>
      </p:sp>
      <p:sp>
        <p:nvSpPr>
          <p:cNvPr id="7" name="灯片编号占位符 6"/>
          <p:cNvSpPr>
            <a:spLocks noGrp="1"/>
          </p:cNvSpPr>
          <p:nvPr>
            <p:ph type="sldNum" sz="quarter" idx="12"/>
          </p:nvPr>
        </p:nvSpPr>
        <p:spPr/>
        <p:txBody>
          <a:bodyPr/>
          <a:lstStyle/>
          <a:p>
            <a:fld id="{9A0DB2DC-4C9A-4742-B13C-FB6460FD3503}" type="slidenum">
              <a:rPr lang="en-US" altLang="zh-CN"/>
              <a:pPr/>
              <a:t>‹#›</a:t>
            </a:fld>
            <a:endParaRPr lang="en-US" altLang="zh-CN"/>
          </a:p>
        </p:txBody>
      </p:sp>
    </p:spTree>
    <p:extLst>
      <p:ext uri="{BB962C8B-B14F-4D97-AF65-F5344CB8AC3E}">
        <p14:creationId xmlns:p14="http://schemas.microsoft.com/office/powerpoint/2010/main" val="179822355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页脚占位符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灯片编号占位符 5"/>
          <p:cNvSpPr>
            <a:spLocks noGrp="1"/>
          </p:cNvSpPr>
          <p:nvPr>
            <p:ph type="sldNum" sz="quarter" idx="12"/>
          </p:nvPr>
        </p:nvSpPr>
        <p:spPr/>
        <p:txBody>
          <a:bodyPr/>
          <a:lstStyle>
            <a:lvl1pPr>
              <a:defRPr/>
            </a:lvl1pPr>
          </a:lstStyle>
          <a:p>
            <a:pPr>
              <a:defRPr/>
            </a:pPr>
            <a:fld id="{C4C1EBD2-5576-4E35-B1BA-6FD3B9E9B970}" type="slidenum">
              <a:rPr lang="en-US" altLang="zh-CN"/>
              <a:pPr>
                <a:defRPr/>
              </a:pPr>
              <a:t>‹#›</a:t>
            </a:fld>
            <a:endParaRPr lang="en-US" altLang="zh-CN"/>
          </a:p>
        </p:txBody>
      </p:sp>
    </p:spTree>
    <p:extLst>
      <p:ext uri="{BB962C8B-B14F-4D97-AF65-F5344CB8AC3E}">
        <p14:creationId xmlns:p14="http://schemas.microsoft.com/office/powerpoint/2010/main" val="40297796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页脚占位符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灯片编号占位符 5"/>
          <p:cNvSpPr>
            <a:spLocks noGrp="1"/>
          </p:cNvSpPr>
          <p:nvPr>
            <p:ph type="sldNum" sz="quarter" idx="12"/>
          </p:nvPr>
        </p:nvSpPr>
        <p:spPr/>
        <p:txBody>
          <a:bodyPr/>
          <a:lstStyle>
            <a:lvl1pPr>
              <a:defRPr/>
            </a:lvl1pPr>
          </a:lstStyle>
          <a:p>
            <a:pPr>
              <a:defRPr/>
            </a:pPr>
            <a:fld id="{1135A49D-46CA-4C9E-A769-0754F54A1C00}" type="slidenum">
              <a:rPr lang="en-US" altLang="zh-CN"/>
              <a:pPr>
                <a:defRPr/>
              </a:pPr>
              <a:t>‹#›</a:t>
            </a:fld>
            <a:endParaRPr lang="en-US" altLang="zh-CN"/>
          </a:p>
        </p:txBody>
      </p:sp>
    </p:spTree>
    <p:extLst>
      <p:ext uri="{BB962C8B-B14F-4D97-AF65-F5344CB8AC3E}">
        <p14:creationId xmlns:p14="http://schemas.microsoft.com/office/powerpoint/2010/main" val="327802926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页脚占位符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灯片编号占位符 5"/>
          <p:cNvSpPr>
            <a:spLocks noGrp="1"/>
          </p:cNvSpPr>
          <p:nvPr>
            <p:ph type="sldNum" sz="quarter" idx="12"/>
          </p:nvPr>
        </p:nvSpPr>
        <p:spPr/>
        <p:txBody>
          <a:bodyPr/>
          <a:lstStyle>
            <a:lvl1pPr>
              <a:defRPr/>
            </a:lvl1pPr>
          </a:lstStyle>
          <a:p>
            <a:pPr>
              <a:defRPr/>
            </a:pPr>
            <a:fld id="{1F33D779-E156-442C-8E32-6038DC5B6959}" type="slidenum">
              <a:rPr lang="en-US" altLang="zh-CN"/>
              <a:pPr>
                <a:defRPr/>
              </a:pPr>
              <a:t>‹#›</a:t>
            </a:fld>
            <a:endParaRPr lang="en-US" altLang="zh-CN"/>
          </a:p>
        </p:txBody>
      </p:sp>
    </p:spTree>
    <p:extLst>
      <p:ext uri="{BB962C8B-B14F-4D97-AF65-F5344CB8AC3E}">
        <p14:creationId xmlns:p14="http://schemas.microsoft.com/office/powerpoint/2010/main" val="172341172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页脚占位符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灯片编号占位符 5"/>
          <p:cNvSpPr>
            <a:spLocks noGrp="1"/>
          </p:cNvSpPr>
          <p:nvPr>
            <p:ph type="sldNum" sz="quarter" idx="12"/>
          </p:nvPr>
        </p:nvSpPr>
        <p:spPr/>
        <p:txBody>
          <a:bodyPr/>
          <a:lstStyle>
            <a:lvl1pPr>
              <a:defRPr/>
            </a:lvl1pPr>
          </a:lstStyle>
          <a:p>
            <a:pPr>
              <a:defRPr/>
            </a:pPr>
            <a:fld id="{2F8900E4-C036-417F-B120-86F843EA5C3A}" type="slidenum">
              <a:rPr lang="en-US" altLang="zh-CN"/>
              <a:pPr>
                <a:defRPr/>
              </a:pPr>
              <a:t>‹#›</a:t>
            </a:fld>
            <a:endParaRPr lang="en-US" altLang="zh-CN"/>
          </a:p>
        </p:txBody>
      </p:sp>
    </p:spTree>
    <p:extLst>
      <p:ext uri="{BB962C8B-B14F-4D97-AF65-F5344CB8AC3E}">
        <p14:creationId xmlns:p14="http://schemas.microsoft.com/office/powerpoint/2010/main" val="414324397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8" name="页脚占位符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9" name="灯片编号占位符 5"/>
          <p:cNvSpPr>
            <a:spLocks noGrp="1"/>
          </p:cNvSpPr>
          <p:nvPr>
            <p:ph type="sldNum" sz="quarter" idx="12"/>
          </p:nvPr>
        </p:nvSpPr>
        <p:spPr/>
        <p:txBody>
          <a:bodyPr/>
          <a:lstStyle>
            <a:lvl1pPr>
              <a:defRPr/>
            </a:lvl1pPr>
          </a:lstStyle>
          <a:p>
            <a:pPr>
              <a:defRPr/>
            </a:pPr>
            <a:fld id="{FFB7B93F-0B28-4163-BF5F-1E1EC1B31714}" type="slidenum">
              <a:rPr lang="en-US" altLang="zh-CN"/>
              <a:pPr>
                <a:defRPr/>
              </a:pPr>
              <a:t>‹#›</a:t>
            </a:fld>
            <a:endParaRPr lang="en-US" altLang="zh-CN"/>
          </a:p>
        </p:txBody>
      </p:sp>
    </p:spTree>
    <p:extLst>
      <p:ext uri="{BB962C8B-B14F-4D97-AF65-F5344CB8AC3E}">
        <p14:creationId xmlns:p14="http://schemas.microsoft.com/office/powerpoint/2010/main" val="78033859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4" name="页脚占位符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5" name="灯片编号占位符 5"/>
          <p:cNvSpPr>
            <a:spLocks noGrp="1"/>
          </p:cNvSpPr>
          <p:nvPr>
            <p:ph type="sldNum" sz="quarter" idx="12"/>
          </p:nvPr>
        </p:nvSpPr>
        <p:spPr/>
        <p:txBody>
          <a:bodyPr/>
          <a:lstStyle>
            <a:lvl1pPr>
              <a:defRPr/>
            </a:lvl1pPr>
          </a:lstStyle>
          <a:p>
            <a:pPr>
              <a:defRPr/>
            </a:pPr>
            <a:fld id="{E3035328-F57A-4917-8D1D-8D1E7457EF6F}" type="slidenum">
              <a:rPr lang="en-US" altLang="zh-CN"/>
              <a:pPr>
                <a:defRPr/>
              </a:pPr>
              <a:t>‹#›</a:t>
            </a:fld>
            <a:endParaRPr lang="en-US" altLang="zh-CN"/>
          </a:p>
        </p:txBody>
      </p:sp>
    </p:spTree>
    <p:extLst>
      <p:ext uri="{BB962C8B-B14F-4D97-AF65-F5344CB8AC3E}">
        <p14:creationId xmlns:p14="http://schemas.microsoft.com/office/powerpoint/2010/main" val="250007355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3" name="页脚占位符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4" name="灯片编号占位符 5"/>
          <p:cNvSpPr>
            <a:spLocks noGrp="1"/>
          </p:cNvSpPr>
          <p:nvPr>
            <p:ph type="sldNum" sz="quarter" idx="12"/>
          </p:nvPr>
        </p:nvSpPr>
        <p:spPr/>
        <p:txBody>
          <a:bodyPr/>
          <a:lstStyle>
            <a:lvl1pPr>
              <a:defRPr/>
            </a:lvl1pPr>
          </a:lstStyle>
          <a:p>
            <a:pPr>
              <a:defRPr/>
            </a:pPr>
            <a:fld id="{B4737AC3-5475-4E6B-81C2-D1C49A4B3C3C}" type="slidenum">
              <a:rPr lang="en-US" altLang="zh-CN"/>
              <a:pPr>
                <a:defRPr/>
              </a:pPr>
              <a:t>‹#›</a:t>
            </a:fld>
            <a:endParaRPr lang="en-US" altLang="zh-CN"/>
          </a:p>
        </p:txBody>
      </p:sp>
    </p:spTree>
    <p:extLst>
      <p:ext uri="{BB962C8B-B14F-4D97-AF65-F5344CB8AC3E}">
        <p14:creationId xmlns:p14="http://schemas.microsoft.com/office/powerpoint/2010/main" val="367540239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页脚占位符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灯片编号占位符 5"/>
          <p:cNvSpPr>
            <a:spLocks noGrp="1"/>
          </p:cNvSpPr>
          <p:nvPr>
            <p:ph type="sldNum" sz="quarter" idx="12"/>
          </p:nvPr>
        </p:nvSpPr>
        <p:spPr/>
        <p:txBody>
          <a:bodyPr/>
          <a:lstStyle>
            <a:lvl1pPr>
              <a:defRPr/>
            </a:lvl1pPr>
          </a:lstStyle>
          <a:p>
            <a:pPr>
              <a:defRPr/>
            </a:pPr>
            <a:fld id="{9013C187-23D7-4BF5-BF9A-FACF1C3A60C4}" type="slidenum">
              <a:rPr lang="en-US" altLang="zh-CN"/>
              <a:pPr>
                <a:defRPr/>
              </a:pPr>
              <a:t>‹#›</a:t>
            </a:fld>
            <a:endParaRPr lang="en-US" altLang="zh-CN"/>
          </a:p>
        </p:txBody>
      </p:sp>
    </p:spTree>
    <p:extLst>
      <p:ext uri="{BB962C8B-B14F-4D97-AF65-F5344CB8AC3E}">
        <p14:creationId xmlns:p14="http://schemas.microsoft.com/office/powerpoint/2010/main" val="384274471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6" name="页脚占位符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灯片编号占位符 5"/>
          <p:cNvSpPr>
            <a:spLocks noGrp="1"/>
          </p:cNvSpPr>
          <p:nvPr>
            <p:ph type="sldNum" sz="quarter" idx="12"/>
          </p:nvPr>
        </p:nvSpPr>
        <p:spPr/>
        <p:txBody>
          <a:bodyPr/>
          <a:lstStyle>
            <a:lvl1pPr>
              <a:defRPr/>
            </a:lvl1pPr>
          </a:lstStyle>
          <a:p>
            <a:pPr>
              <a:defRPr/>
            </a:pPr>
            <a:fld id="{4BCD2335-08A4-4CFE-AFC9-4F3A495CB2EC}" type="slidenum">
              <a:rPr lang="en-US" altLang="zh-CN"/>
              <a:pPr>
                <a:defRPr/>
              </a:pPr>
              <a:t>‹#›</a:t>
            </a:fld>
            <a:endParaRPr lang="en-US" altLang="zh-CN"/>
          </a:p>
        </p:txBody>
      </p:sp>
    </p:spTree>
    <p:extLst>
      <p:ext uri="{BB962C8B-B14F-4D97-AF65-F5344CB8AC3E}">
        <p14:creationId xmlns:p14="http://schemas.microsoft.com/office/powerpoint/2010/main" val="50227996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页脚占位符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灯片编号占位符 5"/>
          <p:cNvSpPr>
            <a:spLocks noGrp="1"/>
          </p:cNvSpPr>
          <p:nvPr>
            <p:ph type="sldNum" sz="quarter" idx="12"/>
          </p:nvPr>
        </p:nvSpPr>
        <p:spPr/>
        <p:txBody>
          <a:bodyPr/>
          <a:lstStyle>
            <a:lvl1pPr>
              <a:defRPr/>
            </a:lvl1pPr>
          </a:lstStyle>
          <a:p>
            <a:pPr>
              <a:defRPr/>
            </a:pPr>
            <a:fld id="{E79FA4CD-2AD6-49B1-858F-4B3353074D87}" type="slidenum">
              <a:rPr lang="en-US" altLang="zh-CN"/>
              <a:pPr>
                <a:defRPr/>
              </a:pPr>
              <a:t>‹#›</a:t>
            </a:fld>
            <a:endParaRPr lang="en-US" altLang="zh-CN"/>
          </a:p>
        </p:txBody>
      </p:sp>
    </p:spTree>
    <p:extLst>
      <p:ext uri="{BB962C8B-B14F-4D97-AF65-F5344CB8AC3E}">
        <p14:creationId xmlns:p14="http://schemas.microsoft.com/office/powerpoint/2010/main" val="255450176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05979"/>
            <a:ext cx="6019800" cy="4388644"/>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solidFill>
                <a:prstClr val="black">
                  <a:tint val="75000"/>
                </a:prstClr>
              </a:solidFill>
            </a:endParaRPr>
          </a:p>
        </p:txBody>
      </p:sp>
      <p:sp>
        <p:nvSpPr>
          <p:cNvPr id="5" name="页脚占位符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灯片编号占位符 5"/>
          <p:cNvSpPr>
            <a:spLocks noGrp="1"/>
          </p:cNvSpPr>
          <p:nvPr>
            <p:ph type="sldNum" sz="quarter" idx="12"/>
          </p:nvPr>
        </p:nvSpPr>
        <p:spPr/>
        <p:txBody>
          <a:bodyPr/>
          <a:lstStyle>
            <a:lvl1pPr>
              <a:defRPr/>
            </a:lvl1pPr>
          </a:lstStyle>
          <a:p>
            <a:pPr>
              <a:defRPr/>
            </a:pPr>
            <a:fld id="{59151962-9D1B-414C-BDAF-7F61D27A9F35}" type="slidenum">
              <a:rPr lang="en-US" altLang="zh-CN"/>
              <a:pPr>
                <a:defRPr/>
              </a:pPr>
              <a:t>‹#›</a:t>
            </a:fld>
            <a:endParaRPr lang="en-US" altLang="zh-CN"/>
          </a:p>
        </p:txBody>
      </p:sp>
    </p:spTree>
    <p:extLst>
      <p:ext uri="{BB962C8B-B14F-4D97-AF65-F5344CB8AC3E}">
        <p14:creationId xmlns:p14="http://schemas.microsoft.com/office/powerpoint/2010/main" val="388294652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457200"/>
            <a:ext cx="7772400" cy="857250"/>
          </a:xfr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485900"/>
            <a:ext cx="3810000" cy="30861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48200" y="1485900"/>
            <a:ext cx="3810000" cy="14859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648200" y="3086100"/>
            <a:ext cx="3810000" cy="14859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日期占位符 5"/>
          <p:cNvSpPr>
            <a:spLocks noGrp="1"/>
          </p:cNvSpPr>
          <p:nvPr>
            <p:ph type="dt" sz="half" idx="10"/>
          </p:nvPr>
        </p:nvSpPr>
        <p:spPr>
          <a:xfrm>
            <a:off x="685800" y="4686300"/>
            <a:ext cx="1905000" cy="342900"/>
          </a:xfrm>
        </p:spPr>
        <p:txBody>
          <a:bodyPr/>
          <a:lstStyle>
            <a:lvl1pPr>
              <a:defRPr/>
            </a:lvl1pPr>
          </a:lstStyle>
          <a:p>
            <a:pPr>
              <a:defRPr/>
            </a:pPr>
            <a:endParaRPr lang="en-US">
              <a:solidFill>
                <a:prstClr val="black">
                  <a:tint val="75000"/>
                </a:prstClr>
              </a:solidFill>
            </a:endParaRPr>
          </a:p>
        </p:txBody>
      </p:sp>
      <p:sp>
        <p:nvSpPr>
          <p:cNvPr id="7" name="页脚占位符 6"/>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8" name="灯片编号占位符 7"/>
          <p:cNvSpPr>
            <a:spLocks noGrp="1"/>
          </p:cNvSpPr>
          <p:nvPr>
            <p:ph type="sldNum" sz="quarter" idx="12"/>
          </p:nvPr>
        </p:nvSpPr>
        <p:spPr>
          <a:xfrm>
            <a:off x="6553200" y="4686300"/>
            <a:ext cx="1905000" cy="342900"/>
          </a:xfrm>
        </p:spPr>
        <p:txBody>
          <a:bodyPr/>
          <a:lstStyle>
            <a:lvl1pPr>
              <a:defRPr/>
            </a:lvl1pPr>
          </a:lstStyle>
          <a:p>
            <a:pPr>
              <a:defRPr/>
            </a:pPr>
            <a:fld id="{C3AA876D-00E4-4B5E-A217-2540D73634FE}" type="slidenum">
              <a:rPr lang="en-US" altLang="zh-CN"/>
              <a:pPr>
                <a:defRPr/>
              </a:pPr>
              <a:t>‹#›</a:t>
            </a:fld>
            <a:endParaRPr lang="en-US" altLang="zh-CN"/>
          </a:p>
        </p:txBody>
      </p:sp>
    </p:spTree>
    <p:extLst>
      <p:ext uri="{BB962C8B-B14F-4D97-AF65-F5344CB8AC3E}">
        <p14:creationId xmlns:p14="http://schemas.microsoft.com/office/powerpoint/2010/main" val="40824601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2.jpg"/><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theme" Target="../theme/theme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457200" y="205979"/>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文本占位符 2"/>
          <p:cNvSpPr>
            <a:spLocks noGrp="1"/>
          </p:cNvSpPr>
          <p:nvPr>
            <p:ph type="body" idx="1"/>
          </p:nvPr>
        </p:nvSpPr>
        <p:spPr bwMode="auto">
          <a:xfrm>
            <a:off x="457200" y="1200151"/>
            <a:ext cx="8229600" cy="3394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ea typeface="楷体_GB2312" pitchFamily="49"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ea typeface="楷体_GB2312" pitchFamily="49" charset="-122"/>
                <a:cs typeface="+mn-cs"/>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dirty="0">
                <a:solidFill>
                  <a:srgbClr val="898989"/>
                </a:solidFill>
                <a:ea typeface="楷体_GB2312" pitchFamily="49" charset="-122"/>
                <a:cs typeface="+mn-cs"/>
              </a:defRPr>
            </a:lvl1pPr>
          </a:lstStyle>
          <a:p>
            <a:pPr lvl="0" eaLnBrk="1" fontAlgn="base" hangingPunct="1">
              <a:buNone/>
            </a:pPr>
            <a:fld id="{9A0DB2DC-4C9A-4742-B13C-FB6460FD3503}" type="slidenum">
              <a:rPr lang="en-US" altLang="zh-CN" strike="noStrike" noProof="1" smtClean="0">
                <a:latin typeface="Tahoma" panose="020B0604030504040204" pitchFamily="34" charset="0"/>
                <a:ea typeface="宋体" panose="02010600030101010101" pitchFamily="2" charset="-122"/>
                <a:cs typeface="+mn-cs"/>
              </a:rPr>
              <a:t>‹#›</a:t>
            </a:fld>
            <a:endParaRPr lang="en-US" altLang="zh-CN" strike="noStrike" noProof="1">
              <a:latin typeface="Tahoma" panose="020B0604030504040204" pitchFamily="34" charset="0"/>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sldNum="0" hdr="0" ftr="0" dt="0"/>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1" fontAlgn="base" hangingPunct="1">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1" fontAlgn="base" hangingPunct="1">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1" fontAlgn="base" hangingPunct="1">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eaLnBrk="1" fontAlgn="base" hangingPunct="1">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eaLnBrk="1" fontAlgn="base" hangingPunct="1">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eaLnBrk="1" fontAlgn="base" hangingPunct="1">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eaLnBrk="1" fontAlgn="base" hangingPunct="1">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457200" y="205979"/>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文本占位符 2"/>
          <p:cNvSpPr>
            <a:spLocks noGrp="1"/>
          </p:cNvSpPr>
          <p:nvPr>
            <p:ph type="body" idx="1"/>
          </p:nvPr>
        </p:nvSpPr>
        <p:spPr bwMode="auto">
          <a:xfrm>
            <a:off x="457200" y="1200151"/>
            <a:ext cx="8229600" cy="3394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ea typeface="楷体_GB2312" pitchFamily="49" charset="-122"/>
                <a:cs typeface="+mn-cs"/>
              </a:defRPr>
            </a:lvl1pPr>
          </a:lstStyle>
          <a:p>
            <a:pPr>
              <a:defRPr/>
            </a:pPr>
            <a:fld id="{BBED5795-ABC6-4AFE-A17B-DB737F69BD2D}" type="datetime10">
              <a:rPr lang="zh-CN" altLang="en-US" sz="1000" smtClean="0">
                <a:solidFill>
                  <a:prstClr val="black"/>
                </a:solidFill>
                <a:latin typeface="Arial" panose="020B0604020202020204" pitchFamily="34" charset="0"/>
                <a:ea typeface="宋体" panose="02010600030101010101" pitchFamily="2" charset="-122"/>
              </a:rPr>
              <a:pPr>
                <a:defRPr/>
              </a:pPr>
              <a:t>16:10</a:t>
            </a:fld>
            <a:endParaRPr lang="en-US" altLang="zh-CN" sz="1000">
              <a:solidFill>
                <a:prstClr val="black"/>
              </a:solidFill>
              <a:latin typeface="Arial" panose="020B0604020202020204" pitchFamily="34" charset="0"/>
              <a:ea typeface="宋体" panose="02010600030101010101" pitchFamily="2" charset="-122"/>
            </a:endParaRPr>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ea typeface="楷体_GB2312" pitchFamily="49" charset="-122"/>
                <a:cs typeface="+mn-cs"/>
              </a:defRPr>
            </a:lvl1pPr>
          </a:lstStyle>
          <a:p>
            <a:pPr>
              <a:defRPr/>
            </a:pPr>
            <a:endParaRPr lang="en-US" altLang="zh-CN" sz="1000">
              <a:solidFill>
                <a:prstClr val="black"/>
              </a:solidFill>
              <a:latin typeface="Arial" panose="020B0604020202020204" pitchFamily="34" charset="0"/>
              <a:ea typeface="宋体" panose="02010600030101010101" pitchFamily="2" charset="-122"/>
            </a:endParaRPr>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dirty="0">
                <a:solidFill>
                  <a:srgbClr val="898989"/>
                </a:solidFill>
                <a:ea typeface="楷体_GB2312" pitchFamily="49" charset="-122"/>
                <a:cs typeface="+mn-cs"/>
              </a:defRPr>
            </a:lvl1pPr>
          </a:lstStyle>
          <a:p>
            <a:fld id="{9A0DB2DC-4C9A-4742-B13C-FB6460FD3503}" type="slidenum">
              <a:rPr lang="en-US" altLang="zh-CN" smtClean="0">
                <a:latin typeface="Arial" panose="020B0604020202020204" pitchFamily="34" charset="0"/>
              </a:rPr>
              <a:pPr/>
              <a:t>‹#›</a:t>
            </a:fld>
            <a:endParaRPr lang="en-US" altLang="zh-CN">
              <a:latin typeface="Arial" panose="020B0604020202020204" pitchFamily="34" charset="0"/>
            </a:endParaRPr>
          </a:p>
        </p:txBody>
      </p:sp>
    </p:spTree>
    <p:extLst>
      <p:ext uri="{BB962C8B-B14F-4D97-AF65-F5344CB8AC3E}">
        <p14:creationId xmlns:p14="http://schemas.microsoft.com/office/powerpoint/2010/main" val="3591637382"/>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Lst>
  <p:hf sldNum="0" hdr="0" ftr="0"/>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1" fontAlgn="base" hangingPunct="1">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1" fontAlgn="base" hangingPunct="1">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1" fontAlgn="base" hangingPunct="1">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eaLnBrk="1" fontAlgn="base" hangingPunct="1">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eaLnBrk="1" fontAlgn="base" hangingPunct="1">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eaLnBrk="1" fontAlgn="base" hangingPunct="1">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eaLnBrk="1" fontAlgn="base" hangingPunct="1">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457200" y="206375"/>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文本占位符 2"/>
          <p:cNvSpPr>
            <a:spLocks noGrp="1"/>
          </p:cNvSpPr>
          <p:nvPr>
            <p:ph type="body" idx="1"/>
          </p:nvPr>
        </p:nvSpPr>
        <p:spPr bwMode="auto">
          <a:xfrm>
            <a:off x="457200" y="1200150"/>
            <a:ext cx="8229600" cy="339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4" name="日期占位符 3"/>
          <p:cNvSpPr>
            <a:spLocks noGrp="1"/>
          </p:cNvSpPr>
          <p:nvPr>
            <p:ph type="dt" sz="half" idx="2"/>
          </p:nvPr>
        </p:nvSpPr>
        <p:spPr>
          <a:xfrm>
            <a:off x="457200" y="4767263"/>
            <a:ext cx="2133600" cy="274637"/>
          </a:xfrm>
          <a:prstGeom prst="rect">
            <a:avLst/>
          </a:prstGeom>
        </p:spPr>
        <p:txBody>
          <a:bodyPr vert="horz" lIns="91440" tIns="45720" rIns="91440" bIns="45720" rtlCol="0" anchor="ctr"/>
          <a:lstStyle>
            <a:lvl1pPr algn="l">
              <a:defRPr sz="1200">
                <a:solidFill>
                  <a:schemeClr val="tx1">
                    <a:tint val="75000"/>
                  </a:schemeClr>
                </a:solidFill>
                <a:ea typeface="楷体_GB2312" pitchFamily="49" charset="-122"/>
                <a:cs typeface="+mn-cs"/>
              </a:defRPr>
            </a:lvl1pPr>
          </a:lstStyle>
          <a:p>
            <a:pPr>
              <a:defRPr/>
            </a:pPr>
            <a:endParaRPr lang="en-US">
              <a:solidFill>
                <a:prstClr val="black">
                  <a:tint val="75000"/>
                </a:prstClr>
              </a:solidFill>
              <a:latin typeface="Comic Sans MS" pitchFamily="66" charset="0"/>
            </a:endParaRPr>
          </a:p>
        </p:txBody>
      </p:sp>
      <p:sp>
        <p:nvSpPr>
          <p:cNvPr id="5" name="页脚占位符 4"/>
          <p:cNvSpPr>
            <a:spLocks noGrp="1"/>
          </p:cNvSpPr>
          <p:nvPr>
            <p:ph type="ftr" sz="quarter" idx="3"/>
          </p:nvPr>
        </p:nvSpPr>
        <p:spPr>
          <a:xfrm>
            <a:off x="3124200" y="4767263"/>
            <a:ext cx="2895600" cy="274637"/>
          </a:xfrm>
          <a:prstGeom prst="rect">
            <a:avLst/>
          </a:prstGeom>
        </p:spPr>
        <p:txBody>
          <a:bodyPr vert="horz" lIns="91440" tIns="45720" rIns="91440" bIns="45720" rtlCol="0" anchor="ctr"/>
          <a:lstStyle>
            <a:lvl1pPr algn="ctr">
              <a:defRPr sz="1200">
                <a:solidFill>
                  <a:schemeClr val="tx1">
                    <a:tint val="75000"/>
                  </a:schemeClr>
                </a:solidFill>
                <a:ea typeface="楷体_GB2312" pitchFamily="49" charset="-122"/>
                <a:cs typeface="+mn-cs"/>
              </a:defRPr>
            </a:lvl1pPr>
          </a:lstStyle>
          <a:p>
            <a:pPr>
              <a:defRPr/>
            </a:pPr>
            <a:endParaRPr lang="en-US">
              <a:solidFill>
                <a:prstClr val="black">
                  <a:tint val="75000"/>
                </a:prstClr>
              </a:solidFill>
              <a:latin typeface="Comic Sans MS" pitchFamily="66" charset="0"/>
            </a:endParaRPr>
          </a:p>
        </p:txBody>
      </p:sp>
      <p:sp>
        <p:nvSpPr>
          <p:cNvPr id="6" name="灯片编号占位符 5"/>
          <p:cNvSpPr>
            <a:spLocks noGrp="1"/>
          </p:cNvSpPr>
          <p:nvPr>
            <p:ph type="sldNum" sz="quarter" idx="4"/>
          </p:nvPr>
        </p:nvSpPr>
        <p:spPr>
          <a:xfrm>
            <a:off x="6553200" y="4767263"/>
            <a:ext cx="2133600" cy="274637"/>
          </a:xfrm>
          <a:prstGeom prst="rect">
            <a:avLst/>
          </a:prstGeom>
        </p:spPr>
        <p:txBody>
          <a:bodyPr vert="horz" lIns="91440" tIns="45720" rIns="91440" bIns="45720" rtlCol="0" anchor="ctr"/>
          <a:lstStyle>
            <a:lvl1pPr algn="r">
              <a:defRPr sz="1200">
                <a:solidFill>
                  <a:srgbClr val="898989"/>
                </a:solidFill>
                <a:ea typeface="楷体_GB2312" pitchFamily="49" charset="-122"/>
                <a:cs typeface="+mn-cs"/>
              </a:defRPr>
            </a:lvl1pPr>
          </a:lstStyle>
          <a:p>
            <a:pPr>
              <a:defRPr/>
            </a:pPr>
            <a:fld id="{91594446-F8AA-49E0-B2BF-F87CCD9C8A71}" type="slidenum">
              <a:rPr lang="en-US" altLang="zh-CN">
                <a:latin typeface="Comic Sans MS" pitchFamily="66" charset="0"/>
              </a:rPr>
              <a:pPr>
                <a:defRPr/>
              </a:pPr>
              <a:t>‹#›</a:t>
            </a:fld>
            <a:endParaRPr lang="en-US" altLang="zh-CN">
              <a:latin typeface="Comic Sans MS" pitchFamily="66" charset="0"/>
            </a:endParaRPr>
          </a:p>
        </p:txBody>
      </p:sp>
    </p:spTree>
    <p:extLst>
      <p:ext uri="{BB962C8B-B14F-4D97-AF65-F5344CB8AC3E}">
        <p14:creationId xmlns:p14="http://schemas.microsoft.com/office/powerpoint/2010/main" val="800014571"/>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eaLnBrk="1" fontAlgn="base" hangingPunct="1">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eaLnBrk="1" fontAlgn="base" hangingPunct="1">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eaLnBrk="1" fontAlgn="base" hangingPunct="1">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eaLnBrk="1" fontAlgn="base" hangingPunct="1">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6.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6.png"/><Relationship Id="rId5" Type="http://schemas.openxmlformats.org/officeDocument/2006/relationships/image" Target="../media/image8.wmf"/><Relationship Id="rId4" Type="http://schemas.openxmlformats.org/officeDocument/2006/relationships/oleObject" Target="../embeddings/oleObject1.bin"/></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7" Type="http://schemas.openxmlformats.org/officeDocument/2006/relationships/image" Target="../media/image14.w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3.bin"/><Relationship Id="rId5" Type="http://schemas.openxmlformats.org/officeDocument/2006/relationships/image" Target="../media/image13.wmf"/><Relationship Id="rId4" Type="http://schemas.openxmlformats.org/officeDocument/2006/relationships/oleObject" Target="../embeddings/oleObject2.bin"/></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7" Type="http://schemas.openxmlformats.org/officeDocument/2006/relationships/image" Target="../media/image10.png"/><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13.wmf"/><Relationship Id="rId5" Type="http://schemas.openxmlformats.org/officeDocument/2006/relationships/oleObject" Target="../embeddings/oleObject4.bin"/><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notesSlide" Target="../notesSlides/notesSlide22.xml"/><Relationship Id="rId7" Type="http://schemas.openxmlformats.org/officeDocument/2006/relationships/image" Target="../media/image18.png"/><Relationship Id="rId2" Type="http://schemas.openxmlformats.org/officeDocument/2006/relationships/slideLayout" Target="../slideLayouts/slideLayout12.xml"/><Relationship Id="rId1" Type="http://schemas.openxmlformats.org/officeDocument/2006/relationships/vmlDrawing" Target="../drawings/vmlDrawing4.vml"/><Relationship Id="rId6" Type="http://schemas.openxmlformats.org/officeDocument/2006/relationships/image" Target="../media/image16.wmf"/><Relationship Id="rId5" Type="http://schemas.openxmlformats.org/officeDocument/2006/relationships/oleObject" Target="../embeddings/oleObject5.bin"/><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notesSlide" Target="../notesSlides/notesSlide24.xml"/><Relationship Id="rId7" Type="http://schemas.openxmlformats.org/officeDocument/2006/relationships/image" Target="../media/image20.png"/><Relationship Id="rId2" Type="http://schemas.openxmlformats.org/officeDocument/2006/relationships/slideLayout" Target="../slideLayouts/slideLayout12.xml"/><Relationship Id="rId1" Type="http://schemas.openxmlformats.org/officeDocument/2006/relationships/vmlDrawing" Target="../drawings/vmlDrawing5.vml"/><Relationship Id="rId6" Type="http://schemas.openxmlformats.org/officeDocument/2006/relationships/image" Target="../media/image16.wmf"/><Relationship Id="rId5" Type="http://schemas.openxmlformats.org/officeDocument/2006/relationships/oleObject" Target="../embeddings/oleObject6.bin"/><Relationship Id="rId4" Type="http://schemas.openxmlformats.org/officeDocument/2006/relationships/image" Target="../media/image17.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21.wmf"/><Relationship Id="rId4" Type="http://schemas.openxmlformats.org/officeDocument/2006/relationships/oleObject" Target="../embeddings/oleObject7.bin"/></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xml"/><Relationship Id="rId1" Type="http://schemas.openxmlformats.org/officeDocument/2006/relationships/vmlDrawing" Target="../drawings/vmlDrawing7.vml"/><Relationship Id="rId6" Type="http://schemas.openxmlformats.org/officeDocument/2006/relationships/image" Target="../media/image19.png"/><Relationship Id="rId5" Type="http://schemas.openxmlformats.org/officeDocument/2006/relationships/image" Target="../media/image22.wmf"/><Relationship Id="rId4" Type="http://schemas.openxmlformats.org/officeDocument/2006/relationships/oleObject" Target="../embeddings/oleObject8.bin"/></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slideLayout" Target="../slideLayouts/slideLayout7.xml"/><Relationship Id="rId1" Type="http://schemas.openxmlformats.org/officeDocument/2006/relationships/vmlDrawing" Target="../drawings/vmlDrawing8.vml"/><Relationship Id="rId5" Type="http://schemas.openxmlformats.org/officeDocument/2006/relationships/image" Target="../media/image27.wmf"/><Relationship Id="rId4" Type="http://schemas.openxmlformats.org/officeDocument/2006/relationships/oleObject" Target="../embeddings/oleObject9.bin"/></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2.xml"/><Relationship Id="rId5" Type="http://schemas.openxmlformats.org/officeDocument/2006/relationships/image" Target="../media/image32.png"/><Relationship Id="rId4" Type="http://schemas.openxmlformats.org/officeDocument/2006/relationships/image" Target="../media/image31.png"/></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34.wmf"/><Relationship Id="rId5" Type="http://schemas.openxmlformats.org/officeDocument/2006/relationships/oleObject" Target="../embeddings/oleObject11.bin"/><Relationship Id="rId4" Type="http://schemas.openxmlformats.org/officeDocument/2006/relationships/image" Target="../media/image33.wmf"/></Relationships>
</file>

<file path=ppt/slides/_rels/slide3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 Id="rId5" Type="http://schemas.openxmlformats.org/officeDocument/2006/relationships/image" Target="../media/image38.png"/><Relationship Id="rId4" Type="http://schemas.openxmlformats.org/officeDocument/2006/relationships/image" Target="../media/image37.png"/></Relationships>
</file>

<file path=ppt/slides/_rels/slide3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7.xml"/><Relationship Id="rId5" Type="http://schemas.openxmlformats.org/officeDocument/2006/relationships/image" Target="../media/image44.png"/><Relationship Id="rId4" Type="http://schemas.openxmlformats.org/officeDocument/2006/relationships/image" Target="../media/image43.png"/></Relationships>
</file>

<file path=ppt/slides/_rels/slide3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7.xml"/><Relationship Id="rId5" Type="http://schemas.openxmlformats.org/officeDocument/2006/relationships/image" Target="../media/image49.png"/><Relationship Id="rId4" Type="http://schemas.openxmlformats.org/officeDocument/2006/relationships/image" Target="../media/image48.png"/></Relationships>
</file>

<file path=ppt/slides/_rels/slide3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7.xml"/><Relationship Id="rId5" Type="http://schemas.openxmlformats.org/officeDocument/2006/relationships/image" Target="../media/image53.png"/><Relationship Id="rId4" Type="http://schemas.openxmlformats.org/officeDocument/2006/relationships/image" Target="../media/image52.png"/></Relationships>
</file>

<file path=ppt/slides/_rels/slide3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7.xml"/><Relationship Id="rId5" Type="http://schemas.openxmlformats.org/officeDocument/2006/relationships/image" Target="../media/image57.png"/><Relationship Id="rId4" Type="http://schemas.openxmlformats.org/officeDocument/2006/relationships/image" Target="../media/image56.png"/></Relationships>
</file>

<file path=ppt/slides/_rels/slide3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7.xml"/><Relationship Id="rId5" Type="http://schemas.openxmlformats.org/officeDocument/2006/relationships/image" Target="../media/image61.png"/><Relationship Id="rId4" Type="http://schemas.openxmlformats.org/officeDocument/2006/relationships/image" Target="../media/image60.png"/></Relationships>
</file>

<file path=ppt/slides/_rels/slide3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7.xml"/><Relationship Id="rId5" Type="http://schemas.openxmlformats.org/officeDocument/2006/relationships/image" Target="../media/image65.png"/><Relationship Id="rId4" Type="http://schemas.openxmlformats.org/officeDocument/2006/relationships/image" Target="../media/image6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p:cNvSpPr>
            <a:spLocks noGrp="1"/>
          </p:cNvSpPr>
          <p:nvPr>
            <p:ph type="ctrTitle"/>
          </p:nvPr>
        </p:nvSpPr>
        <p:spPr>
          <a:xfrm>
            <a:off x="467544" y="843558"/>
            <a:ext cx="8023225" cy="1343025"/>
          </a:xfrm>
        </p:spPr>
        <p:txBody>
          <a:bodyPr vert="horz" wrap="square" lIns="91440" tIns="45720" rIns="91440" bIns="45720" anchor="b"/>
          <a:lstStyle/>
          <a:p>
            <a:pPr eaLnBrk="1" hangingPunct="1">
              <a:buClrTx/>
              <a:buSzTx/>
              <a:buFontTx/>
            </a:pPr>
            <a:r>
              <a:rPr lang="zh-CN" altLang="en-US" sz="5400" b="1" dirty="0" smtClean="0">
                <a:solidFill>
                  <a:srgbClr val="0070C0"/>
                </a:solidFill>
                <a:latin typeface="微软雅黑" panose="020B0503020204020204" pitchFamily="34" charset="-122"/>
                <a:ea typeface="微软雅黑" panose="020B0503020204020204" pitchFamily="34" charset="-122"/>
                <a:cs typeface="+mj-cs"/>
              </a:rPr>
              <a:t>第六章 有机波谱综合解析</a:t>
            </a:r>
            <a:endParaRPr lang="zh-CN" altLang="en-US" b="1" dirty="0">
              <a:solidFill>
                <a:srgbClr val="0070C0"/>
              </a:solidFill>
              <a:latin typeface="微软雅黑" panose="020B0503020204020204" pitchFamily="34" charset="-122"/>
              <a:ea typeface="微软雅黑" panose="020B0503020204020204" pitchFamily="34" charset="-122"/>
              <a:cs typeface="+mj-cs"/>
            </a:endParaRPr>
          </a:p>
        </p:txBody>
      </p:sp>
      <p:sp>
        <p:nvSpPr>
          <p:cNvPr id="4098" name="Rectangle 5"/>
          <p:cNvSpPr txBox="1">
            <a:spLocks noGrp="1"/>
          </p:cNvSpPr>
          <p:nvPr>
            <p:ph type="dt" sz="half" idx="10"/>
          </p:nvPr>
        </p:nvSpPr>
        <p:spPr>
          <a:xfrm>
            <a:off x="493713" y="4416029"/>
            <a:ext cx="2133600" cy="34290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eaLnBrk="1" hangingPunct="1"/>
            <a:fld id="{BB962C8B-B14F-4D97-AF65-F5344CB8AC3E}" type="datetime10">
              <a:rPr lang="zh-CN" altLang="en-US" sz="1000" dirty="0">
                <a:solidFill>
                  <a:prstClr val="black"/>
                </a:solidFill>
              </a:rPr>
              <a:pPr eaLnBrk="1" hangingPunct="1"/>
              <a:t>16:10</a:t>
            </a:fld>
            <a:endParaRPr lang="zh-CN" altLang="en-US" sz="1000" dirty="0">
              <a:solidFill>
                <a:prstClr val="black"/>
              </a:solidFill>
            </a:endParaRPr>
          </a:p>
        </p:txBody>
      </p:sp>
      <p:sp>
        <p:nvSpPr>
          <p:cNvPr id="4099" name="Rectangle 7"/>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algn="r" eaLnBrk="1" hangingPunct="1"/>
            <a:fld id="{9A0DB2DC-4C9A-4742-B13C-FB6460FD3503}" type="slidenum">
              <a:rPr lang="en-US" altLang="zh-CN" sz="1000" dirty="0">
                <a:solidFill>
                  <a:prstClr val="black"/>
                </a:solidFill>
              </a:rPr>
              <a:pPr algn="r" eaLnBrk="1" hangingPunct="1"/>
              <a:t>1</a:t>
            </a:fld>
            <a:endParaRPr lang="en-US" altLang="zh-CN" sz="1000" dirty="0">
              <a:solidFill>
                <a:prstClr val="black"/>
              </a:solidFill>
            </a:endParaRPr>
          </a:p>
        </p:txBody>
      </p:sp>
    </p:spTree>
    <p:extLst>
      <p:ext uri="{BB962C8B-B14F-4D97-AF65-F5344CB8AC3E}">
        <p14:creationId xmlns:p14="http://schemas.microsoft.com/office/powerpoint/2010/main" val="80047226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
          <p:cNvSpPr txBox="1"/>
          <p:nvPr/>
        </p:nvSpPr>
        <p:spPr>
          <a:xfrm>
            <a:off x="24325" y="747146"/>
            <a:ext cx="9309100" cy="4128859"/>
          </a:xfrm>
          <a:prstGeom prst="rect">
            <a:avLst/>
          </a:prstGeom>
          <a:noFill/>
          <a:ln w="9525">
            <a:noFill/>
          </a:ln>
        </p:spPr>
        <p:txBody>
          <a:bodyPr/>
          <a:lstStyle/>
          <a:p>
            <a:pPr marL="609600" indent="-609600" eaLnBrk="0" hangingPunct="0">
              <a:lnSpc>
                <a:spcPct val="170000"/>
              </a:lnSpc>
              <a:spcBef>
                <a:spcPct val="20000"/>
              </a:spcBef>
              <a:buClr>
                <a:schemeClr val="folHlink"/>
              </a:buClr>
              <a:buSzPct val="60000"/>
              <a:buFont typeface="Wingdings" panose="05000000000000000000" pitchFamily="2" charset="2"/>
            </a:pPr>
            <a:r>
              <a:rPr lang="en-US" altLang="zh-CN" sz="2400" b="1" dirty="0">
                <a:latin typeface="Tahoma" panose="020B0604030504040204" pitchFamily="34" charset="0"/>
                <a:ea typeface="楷体_GB2312" pitchFamily="49" charset="-122"/>
              </a:rPr>
              <a:t>     </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UV</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推测化合物有何种生色团，共轭体系类型和大小</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a:t>
            </a:r>
          </a:p>
          <a:p>
            <a:pPr marL="609600" indent="-609600" eaLnBrk="0" hangingPunct="0">
              <a:lnSpc>
                <a:spcPct val="170000"/>
              </a:lnSpc>
              <a:spcBef>
                <a:spcPct val="20000"/>
              </a:spcBef>
              <a:buClr>
                <a:schemeClr val="folHlink"/>
              </a:buClr>
              <a:buSzPct val="60000"/>
              <a:buFont typeface="Wingdings" panose="05000000000000000000" pitchFamily="2" charset="2"/>
            </a:pP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b="1"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b="1" dirty="0" smtClean="0">
                <a:latin typeface="Times New Roman" panose="02020603050405020304" pitchFamily="18" charset="0"/>
                <a:ea typeface="微软雅黑" panose="020B0503020204020204" pitchFamily="34" charset="-122"/>
                <a:cs typeface="Times New Roman" panose="02020603050405020304" pitchFamily="18" charset="0"/>
              </a:rPr>
              <a:t>IR</a:t>
            </a:r>
            <a:r>
              <a:rPr lang="zh-CN" altLang="en-US" sz="2400" b="1" dirty="0" smtClean="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提供官能团的信息； </a:t>
            </a:r>
          </a:p>
          <a:p>
            <a:pPr marL="609600" indent="-609600" eaLnBrk="0" hangingPunct="0">
              <a:lnSpc>
                <a:spcPct val="170000"/>
              </a:lnSpc>
              <a:spcBef>
                <a:spcPct val="20000"/>
              </a:spcBef>
              <a:buClr>
                <a:schemeClr val="folHlink"/>
              </a:buClr>
              <a:buSzPct val="60000"/>
              <a:buFont typeface="Wingdings" panose="05000000000000000000" pitchFamily="2" charset="2"/>
            </a:pP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b="1"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b="1" dirty="0" smtClean="0">
                <a:latin typeface="Times New Roman" panose="02020603050405020304" pitchFamily="18" charset="0"/>
                <a:ea typeface="微软雅黑" panose="020B0503020204020204" pitchFamily="34" charset="-122"/>
                <a:cs typeface="Times New Roman" panose="02020603050405020304" pitchFamily="18" charset="0"/>
              </a:rPr>
              <a:t>MS</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确定化合物的相对分子质量、</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分子式等 </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a:t>
            </a:r>
          </a:p>
          <a:p>
            <a:pPr marL="609600" indent="-609600" eaLnBrk="0" hangingPunct="0">
              <a:lnSpc>
                <a:spcPct val="170000"/>
              </a:lnSpc>
              <a:spcBef>
                <a:spcPct val="20000"/>
              </a:spcBef>
              <a:buClr>
                <a:schemeClr val="folHlink"/>
              </a:buClr>
              <a:buSzPct val="60000"/>
              <a:buFont typeface="Wingdings" panose="05000000000000000000" pitchFamily="2" charset="2"/>
            </a:pP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b="1" baseline="30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H-NMR</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提供氢原子数目、含氢官能团类型及连接顺序；</a:t>
            </a:r>
          </a:p>
          <a:p>
            <a:pPr marL="609600" indent="-609600" eaLnBrk="0" hangingPunct="0">
              <a:lnSpc>
                <a:spcPct val="170000"/>
              </a:lnSpc>
              <a:spcBef>
                <a:spcPct val="20000"/>
              </a:spcBef>
              <a:buClr>
                <a:schemeClr val="folHlink"/>
              </a:buClr>
              <a:buSzPct val="60000"/>
              <a:buFont typeface="Wingdings" panose="05000000000000000000" pitchFamily="2" charset="2"/>
            </a:pP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b="1" baseline="30000" dirty="0">
                <a:latin typeface="Times New Roman" panose="02020603050405020304" pitchFamily="18" charset="0"/>
                <a:ea typeface="微软雅黑" panose="020B0503020204020204" pitchFamily="34" charset="-122"/>
                <a:cs typeface="Times New Roman" panose="02020603050405020304" pitchFamily="18" charset="0"/>
              </a:rPr>
              <a:t>13</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C-NMR</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提供碳原子数目、类型；</a:t>
            </a:r>
          </a:p>
          <a:p>
            <a:pPr marL="609600" indent="-609600" algn="l" eaLnBrk="0" hangingPunct="0">
              <a:lnSpc>
                <a:spcPct val="170000"/>
              </a:lnSpc>
              <a:spcBef>
                <a:spcPct val="20000"/>
              </a:spcBef>
              <a:buClr>
                <a:schemeClr val="folHlink"/>
              </a:buClr>
              <a:buSzPct val="60000"/>
              <a:buFont typeface="Wingdings" panose="05000000000000000000" pitchFamily="2" charset="2"/>
            </a:pP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b="1"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b="1" dirty="0" smtClean="0">
                <a:latin typeface="Times New Roman" panose="02020603050405020304" pitchFamily="18" charset="0"/>
                <a:ea typeface="微软雅黑" panose="020B0503020204020204" pitchFamily="34" charset="-122"/>
                <a:cs typeface="Times New Roman" panose="02020603050405020304" pitchFamily="18" charset="0"/>
              </a:rPr>
              <a:t>2D-NMR</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提供结构单元的连接顺序</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等信息</a:t>
            </a: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文本框 2"/>
          <p:cNvSpPr txBox="1"/>
          <p:nvPr/>
        </p:nvSpPr>
        <p:spPr>
          <a:xfrm>
            <a:off x="2411760" y="162372"/>
            <a:ext cx="4698722" cy="584775"/>
          </a:xfrm>
          <a:prstGeom prst="rect">
            <a:avLst/>
          </a:prstGeom>
          <a:noFill/>
        </p:spPr>
        <p:txBody>
          <a:bodyPr wrap="none" rtlCol="0" anchor="t">
            <a:spAutoFit/>
          </a:bodyPr>
          <a:lstStyle/>
          <a:p>
            <a:r>
              <a:rPr lang="zh-CN" altLang="en-US" sz="3200" b="1" dirty="0">
                <a:solidFill>
                  <a:srgbClr val="A50021"/>
                </a:solidFill>
                <a:latin typeface="微软雅黑" panose="020B0503020204020204" pitchFamily="34" charset="-122"/>
                <a:ea typeface="微软雅黑" panose="020B0503020204020204" pitchFamily="34" charset="-122"/>
                <a:sym typeface="+mn-ea"/>
              </a:rPr>
              <a:t>各种谱学方法提供的信息</a:t>
            </a:r>
            <a:endParaRPr lang="zh-CN" altLang="en-US" sz="3200" dirty="0"/>
          </a:p>
        </p:txBody>
      </p:sp>
    </p:spTree>
    <p:extLst>
      <p:ext uri="{BB962C8B-B14F-4D97-AF65-F5344CB8AC3E}">
        <p14:creationId xmlns:p14="http://schemas.microsoft.com/office/powerpoint/2010/main" val="183733092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title" idx="4294967295"/>
          </p:nvPr>
        </p:nvSpPr>
        <p:spPr>
          <a:xfrm>
            <a:off x="1042988" y="411163"/>
            <a:ext cx="6870700" cy="498475"/>
          </a:xfrm>
        </p:spPr>
        <p:txBody>
          <a:bodyPr/>
          <a:lstStyle/>
          <a:p>
            <a:pPr eaLnBrk="1" hangingPunct="1"/>
            <a:r>
              <a:rPr lang="zh-CN" altLang="en-US" sz="3600" b="1" dirty="0" smtClean="0">
                <a:solidFill>
                  <a:srgbClr val="0070C0"/>
                </a:solidFill>
                <a:latin typeface="微软雅黑" pitchFamily="34" charset="-122"/>
                <a:ea typeface="微软雅黑" pitchFamily="34" charset="-122"/>
              </a:rPr>
              <a:t>有机波谱综合解析</a:t>
            </a:r>
          </a:p>
        </p:txBody>
      </p:sp>
      <p:sp>
        <p:nvSpPr>
          <p:cNvPr id="20483" name="Rectangle 8"/>
          <p:cNvSpPr>
            <a:spLocks noGrp="1" noChangeArrowheads="1"/>
          </p:cNvSpPr>
          <p:nvPr>
            <p:ph type="body" idx="4294967295"/>
          </p:nvPr>
        </p:nvSpPr>
        <p:spPr>
          <a:xfrm>
            <a:off x="1447800" y="1419225"/>
            <a:ext cx="7696200" cy="3384550"/>
          </a:xfrm>
        </p:spPr>
        <p:txBody>
          <a:bodyPr/>
          <a:lstStyle/>
          <a:p>
            <a:pPr marL="0" indent="0" eaLnBrk="1" hangingPunct="1">
              <a:lnSpc>
                <a:spcPct val="150000"/>
              </a:lnSpc>
              <a:spcBef>
                <a:spcPct val="0"/>
              </a:spcBef>
              <a:buSzPct val="75000"/>
              <a:buNone/>
            </a:pPr>
            <a:r>
              <a:rPr lang="en-US" altLang="zh-CN" b="1" dirty="0">
                <a:latin typeface="Times New Roman" pitchFamily="18" charset="0"/>
                <a:ea typeface="微软雅黑" pitchFamily="34" charset="-122"/>
                <a:cs typeface="Times New Roman" pitchFamily="18" charset="0"/>
              </a:rPr>
              <a:t>1.</a:t>
            </a:r>
            <a:r>
              <a:rPr lang="zh-CN" altLang="en-US" b="1" dirty="0">
                <a:latin typeface="Times New Roman" pitchFamily="18" charset="0"/>
                <a:ea typeface="微软雅黑" pitchFamily="34" charset="-122"/>
                <a:cs typeface="Times New Roman" pitchFamily="18" charset="0"/>
              </a:rPr>
              <a:t>有机波谱综合解析的一般步骤</a:t>
            </a:r>
            <a:endParaRPr lang="en-US" altLang="zh-CN" b="1" dirty="0">
              <a:latin typeface="Times New Roman" pitchFamily="18" charset="0"/>
              <a:ea typeface="微软雅黑" pitchFamily="34" charset="-122"/>
              <a:cs typeface="Times New Roman" pitchFamily="18" charset="0"/>
            </a:endParaRPr>
          </a:p>
          <a:p>
            <a:pPr marL="0" indent="0" eaLnBrk="1" hangingPunct="1">
              <a:lnSpc>
                <a:spcPct val="150000"/>
              </a:lnSpc>
              <a:spcBef>
                <a:spcPct val="0"/>
              </a:spcBef>
              <a:buSzPct val="75000"/>
              <a:buNone/>
            </a:pPr>
            <a:r>
              <a:rPr lang="en-US" altLang="zh-CN" b="1" dirty="0" smtClean="0">
                <a:latin typeface="Times New Roman" pitchFamily="18" charset="0"/>
                <a:ea typeface="微软雅黑" pitchFamily="34" charset="-122"/>
                <a:cs typeface="Times New Roman" pitchFamily="18" charset="0"/>
              </a:rPr>
              <a:t>2. </a:t>
            </a:r>
            <a:r>
              <a:rPr lang="zh-CN" altLang="en-US" b="1" dirty="0" smtClean="0">
                <a:latin typeface="Times New Roman" pitchFamily="18" charset="0"/>
                <a:ea typeface="微软雅黑" pitchFamily="34" charset="-122"/>
                <a:cs typeface="Times New Roman" pitchFamily="18" charset="0"/>
              </a:rPr>
              <a:t>有机波谱综合解析实例</a:t>
            </a:r>
          </a:p>
        </p:txBody>
      </p:sp>
    </p:spTree>
    <p:extLst>
      <p:ext uri="{BB962C8B-B14F-4D97-AF65-F5344CB8AC3E}">
        <p14:creationId xmlns:p14="http://schemas.microsoft.com/office/powerpoint/2010/main" val="275954299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2"/>
          <p:cNvSpPr>
            <a:spLocks noGrp="1"/>
          </p:cNvSpPr>
          <p:nvPr>
            <p:ph type="title"/>
          </p:nvPr>
        </p:nvSpPr>
        <p:spPr>
          <a:xfrm>
            <a:off x="0" y="195486"/>
            <a:ext cx="7792720" cy="460534"/>
          </a:xfrm>
        </p:spPr>
        <p:txBody>
          <a:bodyPr vert="horz" wrap="square" lIns="91440" tIns="45720" rIns="91440" bIns="45720" anchor="b"/>
          <a:lstStyle/>
          <a:p>
            <a:pPr algn="l" eaLnBrk="1" hangingPunct="1"/>
            <a:r>
              <a:rPr lang="en-US" altLang="zh-CN" sz="3200" b="1" dirty="0" smtClean="0">
                <a:solidFill>
                  <a:srgbClr val="0070C0"/>
                </a:solidFill>
                <a:latin typeface="微软雅黑" panose="020B0503020204020204" charset="-122"/>
                <a:ea typeface="微软雅黑" panose="020B0503020204020204" charset="-122"/>
              </a:rPr>
              <a:t>1.</a:t>
            </a:r>
            <a:r>
              <a:rPr lang="zh-CN" altLang="en-US" sz="3200" b="1" dirty="0" smtClean="0">
                <a:solidFill>
                  <a:srgbClr val="0070C0"/>
                </a:solidFill>
                <a:latin typeface="微软雅黑" panose="020B0503020204020204" charset="-122"/>
                <a:ea typeface="微软雅黑" panose="020B0503020204020204" charset="-122"/>
              </a:rPr>
              <a:t>有机波谱</a:t>
            </a:r>
            <a:r>
              <a:rPr lang="zh-CN" altLang="en-US" sz="3200" b="1" dirty="0">
                <a:solidFill>
                  <a:srgbClr val="0070C0"/>
                </a:solidFill>
                <a:latin typeface="微软雅黑" panose="020B0503020204020204" charset="-122"/>
                <a:ea typeface="微软雅黑" panose="020B0503020204020204" charset="-122"/>
              </a:rPr>
              <a:t>综合解析的一般步骤</a:t>
            </a:r>
          </a:p>
        </p:txBody>
      </p:sp>
      <p:sp>
        <p:nvSpPr>
          <p:cNvPr id="9218" name="Rectangle 3"/>
          <p:cNvSpPr>
            <a:spLocks noGrp="1"/>
          </p:cNvSpPr>
          <p:nvPr>
            <p:ph idx="1"/>
          </p:nvPr>
        </p:nvSpPr>
        <p:spPr>
          <a:xfrm>
            <a:off x="395536" y="1212636"/>
            <a:ext cx="7772400" cy="1250156"/>
          </a:xfrm>
        </p:spPr>
        <p:txBody>
          <a:bodyPr vert="horz" wrap="square" lIns="91440" tIns="45720" rIns="91440" bIns="45720" anchor="t"/>
          <a:lstStyle/>
          <a:p>
            <a:pPr eaLnBrk="1" hangingPunct="1">
              <a:buNone/>
            </a:pPr>
            <a:r>
              <a:rPr lang="zh-CN" altLang="en-US" b="1" dirty="0">
                <a:latin typeface="Times New Roman" panose="02020603050405020304" pitchFamily="18" charset="0"/>
              </a:rPr>
              <a:t>   </a:t>
            </a:r>
            <a:r>
              <a:rPr lang="zh-CN" altLang="en-US" sz="2400" b="1" dirty="0">
                <a:solidFill>
                  <a:schemeClr val="tx1"/>
                </a:solidFill>
                <a:latin typeface="微软雅黑" panose="020B0503020204020204" charset="-122"/>
                <a:ea typeface="微软雅黑" panose="020B0503020204020204" charset="-122"/>
                <a:cs typeface="微软雅黑" panose="020B0503020204020204" charset="-122"/>
              </a:rPr>
              <a:t>相对分子质量：</a:t>
            </a:r>
          </a:p>
          <a:p>
            <a:pPr eaLnBrk="1" hangingPunct="1">
              <a:buNone/>
            </a:pPr>
            <a:r>
              <a:rPr lang="zh-CN" altLang="en-US" sz="2400" b="1" dirty="0">
                <a:solidFill>
                  <a:schemeClr val="tx1"/>
                </a:solidFill>
                <a:latin typeface="微软雅黑" panose="020B0503020204020204" charset="-122"/>
                <a:ea typeface="微软雅黑" panose="020B0503020204020204" charset="-122"/>
                <a:cs typeface="微软雅黑" panose="020B0503020204020204" charset="-122"/>
              </a:rPr>
              <a:t>            </a:t>
            </a:r>
            <a:r>
              <a:rPr lang="zh-CN" altLang="en-US" sz="2400" dirty="0">
                <a:latin typeface="微软雅黑" panose="020B0503020204020204" charset="-122"/>
                <a:ea typeface="微软雅黑" panose="020B0503020204020204" charset="-122"/>
                <a:cs typeface="微软雅黑" panose="020B0503020204020204" charset="-122"/>
              </a:rPr>
              <a:t>相对分子质量从质谱数据获得</a:t>
            </a:r>
            <a:r>
              <a:rPr lang="zh-CN" altLang="en-US" sz="2400" dirty="0" smtClean="0">
                <a:latin typeface="微软雅黑" panose="020B0503020204020204" charset="-122"/>
                <a:ea typeface="微软雅黑" panose="020B0503020204020204" charset="-122"/>
                <a:cs typeface="微软雅黑" panose="020B0503020204020204" charset="-122"/>
              </a:rPr>
              <a:t>；电子轰击电离质谱图</a:t>
            </a:r>
            <a:r>
              <a:rPr lang="zh-CN" altLang="en-US" sz="2400" dirty="0">
                <a:latin typeface="微软雅黑" panose="020B0503020204020204" charset="-122"/>
                <a:ea typeface="微软雅黑" panose="020B0503020204020204" charset="-122"/>
                <a:cs typeface="微软雅黑" panose="020B0503020204020204" charset="-122"/>
              </a:rPr>
              <a:t>中确定分子离子峰，其</a:t>
            </a:r>
            <a:r>
              <a:rPr lang="zh-CN" altLang="en-US" sz="2400" dirty="0" smtClean="0">
                <a:latin typeface="微软雅黑" panose="020B0503020204020204" charset="-122"/>
                <a:ea typeface="微软雅黑" panose="020B0503020204020204" charset="-122"/>
                <a:cs typeface="微软雅黑" panose="020B0503020204020204" charset="-122"/>
              </a:rPr>
              <a:t>质荷比数值上等于相对</a:t>
            </a:r>
            <a:r>
              <a:rPr lang="zh-CN" altLang="en-US" sz="2400" dirty="0">
                <a:latin typeface="微软雅黑" panose="020B0503020204020204" charset="-122"/>
                <a:ea typeface="微软雅黑" panose="020B0503020204020204" charset="-122"/>
                <a:cs typeface="微软雅黑" panose="020B0503020204020204" charset="-122"/>
              </a:rPr>
              <a:t>分子质量；</a:t>
            </a:r>
          </a:p>
        </p:txBody>
      </p:sp>
      <p:sp>
        <p:nvSpPr>
          <p:cNvPr id="2" name="文本框 1"/>
          <p:cNvSpPr txBox="1"/>
          <p:nvPr/>
        </p:nvSpPr>
        <p:spPr>
          <a:xfrm>
            <a:off x="600710" y="2859782"/>
            <a:ext cx="7867650" cy="2160591"/>
          </a:xfrm>
          <a:prstGeom prst="rect">
            <a:avLst/>
          </a:prstGeom>
          <a:noFill/>
        </p:spPr>
        <p:txBody>
          <a:bodyPr wrap="square" rtlCol="0" anchor="t">
            <a:spAutoFit/>
          </a:bodyPr>
          <a:lstStyle/>
          <a:p>
            <a:pPr algn="l">
              <a:spcBef>
                <a:spcPct val="20000"/>
              </a:spcBef>
              <a:buClr>
                <a:schemeClr val="folHlink"/>
              </a:buClr>
              <a:buSzPct val="60000"/>
              <a:buFont typeface="Wingdings" panose="05000000000000000000" pitchFamily="2" charset="2"/>
            </a:pPr>
            <a:r>
              <a:rPr lang="zh-CN" altLang="en-US" sz="2400" b="1" dirty="0">
                <a:solidFill>
                  <a:schemeClr val="tx1"/>
                </a:solidFill>
                <a:latin typeface="微软雅黑" panose="020B0503020204020204" charset="-122"/>
                <a:ea typeface="微软雅黑" panose="020B0503020204020204" charset="-122"/>
                <a:cs typeface="微软雅黑" panose="020B0503020204020204" charset="-122"/>
                <a:sym typeface="+mn-ea"/>
              </a:rPr>
              <a:t>分子式：</a:t>
            </a:r>
          </a:p>
          <a:p>
            <a:pPr algn="l">
              <a:spcBef>
                <a:spcPct val="20000"/>
              </a:spcBef>
              <a:buClr>
                <a:schemeClr val="folHlink"/>
              </a:buClr>
              <a:buSzPct val="60000"/>
              <a:buFont typeface="Wingdings" panose="05000000000000000000" pitchFamily="2" charset="2"/>
            </a:pPr>
            <a:r>
              <a:rPr lang="zh-CN" altLang="en-US" sz="2400" b="1" dirty="0">
                <a:solidFill>
                  <a:schemeClr val="tx1"/>
                </a:solidFill>
                <a:latin typeface="微软雅黑" panose="020B0503020204020204" charset="-122"/>
                <a:ea typeface="微软雅黑" panose="020B0503020204020204" charset="-122"/>
                <a:cs typeface="微软雅黑" panose="020B0503020204020204" charset="-122"/>
                <a:sym typeface="+mn-ea"/>
              </a:rPr>
              <a:t>      </a:t>
            </a:r>
            <a:r>
              <a:rPr lang="zh-CN" altLang="en-US" sz="2400" dirty="0">
                <a:latin typeface="微软雅黑" panose="020B0503020204020204" charset="-122"/>
                <a:ea typeface="微软雅黑" panose="020B0503020204020204" charset="-122"/>
                <a:cs typeface="微软雅黑" panose="020B0503020204020204" charset="-122"/>
                <a:sym typeface="+mn-ea"/>
              </a:rPr>
              <a:t>质谱：利用高分辨质谱测定分子离子精密质量；对于低分辨质谱由分子离子与同位素离子的丰度比推导分子式；</a:t>
            </a:r>
          </a:p>
          <a:p>
            <a:pPr algn="l">
              <a:spcBef>
                <a:spcPct val="20000"/>
              </a:spcBef>
              <a:buClr>
                <a:schemeClr val="folHlink"/>
              </a:buClr>
              <a:buSzPct val="60000"/>
              <a:buFont typeface="Wingdings" panose="05000000000000000000" pitchFamily="2" charset="2"/>
            </a:pPr>
            <a:r>
              <a:rPr lang="zh-CN" altLang="en-US" sz="2400" dirty="0">
                <a:latin typeface="微软雅黑" panose="020B0503020204020204" charset="-122"/>
                <a:ea typeface="微软雅黑" panose="020B0503020204020204" charset="-122"/>
                <a:cs typeface="微软雅黑" panose="020B0503020204020204" charset="-122"/>
                <a:sym typeface="+mn-ea"/>
              </a:rPr>
              <a:t>      综合利用各谱学方法提供的信息确定分子式；</a:t>
            </a:r>
            <a:endParaRPr lang="zh-CN" altLang="en-US" sz="2400" dirty="0">
              <a:latin typeface="微软雅黑" panose="020B0503020204020204" charset="-122"/>
              <a:ea typeface="微软雅黑" panose="020B0503020204020204" charset="-122"/>
              <a:cs typeface="微软雅黑" panose="020B0503020204020204" charset="-122"/>
            </a:endParaRPr>
          </a:p>
          <a:p>
            <a:pPr marL="342900" indent="-342900" algn="l">
              <a:spcBef>
                <a:spcPct val="20000"/>
              </a:spcBef>
              <a:buClr>
                <a:schemeClr val="folHlink"/>
              </a:buClr>
              <a:buSzPct val="60000"/>
              <a:buFont typeface="Wingdings" panose="05000000000000000000" pitchFamily="2" charset="2"/>
              <a:buNone/>
            </a:pPr>
            <a:r>
              <a:rPr lang="zh-CN" altLang="en-US" sz="2400" dirty="0">
                <a:latin typeface="微软雅黑" panose="020B0503020204020204" charset="-122"/>
                <a:ea typeface="微软雅黑" panose="020B0503020204020204" charset="-122"/>
                <a:cs typeface="微软雅黑" panose="020B0503020204020204" charset="-122"/>
                <a:sym typeface="+mn-ea"/>
              </a:rPr>
              <a:t>      其他方法：元素定量分析数据。</a:t>
            </a:r>
            <a:endParaRPr lang="zh-CN" altLang="en-US" sz="2400" dirty="0">
              <a:latin typeface="微软雅黑" panose="020B0503020204020204" charset="-122"/>
              <a:ea typeface="微软雅黑" panose="020B0503020204020204" charset="-122"/>
              <a:cs typeface="微软雅黑" panose="020B0503020204020204" charset="-122"/>
            </a:endParaRPr>
          </a:p>
        </p:txBody>
      </p:sp>
      <p:sp>
        <p:nvSpPr>
          <p:cNvPr id="3" name="文本框 2"/>
          <p:cNvSpPr txBox="1"/>
          <p:nvPr/>
        </p:nvSpPr>
        <p:spPr>
          <a:xfrm>
            <a:off x="179512" y="689416"/>
            <a:ext cx="6961072" cy="523220"/>
          </a:xfrm>
          <a:prstGeom prst="rect">
            <a:avLst/>
          </a:prstGeom>
          <a:noFill/>
        </p:spPr>
        <p:txBody>
          <a:bodyPr wrap="square" rtlCol="0" anchor="t">
            <a:spAutoFit/>
          </a:bodyPr>
          <a:lstStyle/>
          <a:p>
            <a:r>
              <a:rPr lang="en-US" altLang="zh-CN" sz="2800" b="1" dirty="0" smtClean="0">
                <a:solidFill>
                  <a:srgbClr val="C00000"/>
                </a:solidFill>
                <a:latin typeface="微软雅黑" panose="020B0503020204020204" charset="-122"/>
                <a:ea typeface="微软雅黑" panose="020B0503020204020204" charset="-122"/>
                <a:cs typeface="微软雅黑" panose="020B0503020204020204" charset="-122"/>
                <a:sym typeface="+mn-ea"/>
              </a:rPr>
              <a:t>1</a:t>
            </a:r>
            <a:r>
              <a:rPr lang="zh-CN" altLang="en-US" sz="2800" b="1" dirty="0">
                <a:solidFill>
                  <a:srgbClr val="C00000"/>
                </a:solidFill>
                <a:latin typeface="微软雅黑" panose="020B0503020204020204" charset="-122"/>
                <a:ea typeface="微软雅黑" panose="020B0503020204020204" charset="-122"/>
                <a:cs typeface="微软雅黑" panose="020B0503020204020204" charset="-122"/>
                <a:sym typeface="+mn-ea"/>
              </a:rPr>
              <a:t>）相对分子质量和分子式的确定</a:t>
            </a:r>
            <a:endParaRPr lang="zh-CN" altLang="en-US" dirty="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21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21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8" grpId="0" build="p"/>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p:cNvSpPr>
          <p:nvPr>
            <p:ph type="title"/>
          </p:nvPr>
        </p:nvSpPr>
        <p:spPr>
          <a:xfrm>
            <a:off x="284480" y="170498"/>
            <a:ext cx="8173720" cy="460534"/>
          </a:xfrm>
        </p:spPr>
        <p:txBody>
          <a:bodyPr vert="horz" wrap="square" lIns="91440" tIns="45720" rIns="91440" bIns="45720" anchor="b"/>
          <a:lstStyle/>
          <a:p>
            <a:pPr eaLnBrk="1" hangingPunct="1"/>
            <a:r>
              <a:rPr lang="zh-CN" altLang="en-US" sz="2800" b="1" dirty="0">
                <a:solidFill>
                  <a:srgbClr val="C00000"/>
                </a:solidFill>
                <a:latin typeface="微软雅黑" panose="020B0503020204020204" charset="-122"/>
                <a:ea typeface="微软雅黑" panose="020B0503020204020204" charset="-122"/>
              </a:rPr>
              <a:t>综合利用各谱学方法提供的信息确定分子式</a:t>
            </a:r>
          </a:p>
        </p:txBody>
      </p:sp>
      <p:sp>
        <p:nvSpPr>
          <p:cNvPr id="13314" name="Rectangle 3"/>
          <p:cNvSpPr>
            <a:spLocks noGrp="1"/>
          </p:cNvSpPr>
          <p:nvPr>
            <p:ph idx="1"/>
          </p:nvPr>
        </p:nvSpPr>
        <p:spPr>
          <a:xfrm>
            <a:off x="243930" y="771550"/>
            <a:ext cx="8027035" cy="287655"/>
          </a:xfrm>
        </p:spPr>
        <p:txBody>
          <a:bodyPr vert="horz" wrap="square" lIns="91440" tIns="45720" rIns="91440" bIns="45720" anchor="t"/>
          <a:lstStyle/>
          <a:p>
            <a:pPr eaLnBrk="1" hangingPunct="1">
              <a:buClr>
                <a:srgbClr val="002060"/>
              </a:buClr>
              <a:buSzPct val="75000"/>
              <a:buFont typeface="Wingdings" panose="05000000000000000000" charset="0"/>
              <a:buChar char="u"/>
            </a:pPr>
            <a:r>
              <a:rPr lang="zh-CN" altLang="en-US" sz="2400" dirty="0">
                <a:latin typeface="Times New Roman" panose="02020603050405020304" pitchFamily="18" charset="0"/>
                <a:ea typeface="微软雅黑" panose="020B0503020204020204" charset="-122"/>
                <a:cs typeface="Times New Roman" panose="02020603050405020304" pitchFamily="18" charset="0"/>
              </a:rPr>
              <a:t>从</a:t>
            </a:r>
            <a:r>
              <a:rPr lang="en-US" altLang="zh-CN" sz="2400" baseline="30000" dirty="0">
                <a:latin typeface="Times New Roman" panose="02020603050405020304" pitchFamily="18" charset="0"/>
                <a:ea typeface="微软雅黑" panose="020B0503020204020204" charset="-122"/>
                <a:cs typeface="Times New Roman" panose="02020603050405020304" pitchFamily="18" charset="0"/>
              </a:rPr>
              <a:t>1</a:t>
            </a:r>
            <a:r>
              <a:rPr lang="en-US" altLang="zh-CN" sz="2400" dirty="0">
                <a:latin typeface="Times New Roman" panose="02020603050405020304" pitchFamily="18" charset="0"/>
                <a:ea typeface="微软雅黑" panose="020B0503020204020204" charset="-122"/>
                <a:cs typeface="Times New Roman" panose="02020603050405020304" pitchFamily="18" charset="0"/>
              </a:rPr>
              <a:t>HNMR</a:t>
            </a:r>
            <a:r>
              <a:rPr lang="zh-CN" altLang="en-US" sz="2400" dirty="0">
                <a:latin typeface="Times New Roman" panose="02020603050405020304" pitchFamily="18" charset="0"/>
                <a:ea typeface="微软雅黑" panose="020B0503020204020204" charset="-122"/>
                <a:cs typeface="Times New Roman" panose="02020603050405020304" pitchFamily="18" charset="0"/>
              </a:rPr>
              <a:t>的积分曲线高度比得到</a:t>
            </a:r>
            <a:r>
              <a:rPr lang="en-US" altLang="zh-CN" sz="2400" dirty="0">
                <a:latin typeface="Times New Roman" panose="02020603050405020304" pitchFamily="18" charset="0"/>
                <a:ea typeface="微软雅黑" panose="020B0503020204020204" charset="-122"/>
                <a:cs typeface="Times New Roman" panose="02020603050405020304" pitchFamily="18" charset="0"/>
              </a:rPr>
              <a:t>H</a:t>
            </a:r>
            <a:r>
              <a:rPr lang="zh-CN" altLang="en-US" sz="2400" dirty="0">
                <a:latin typeface="Times New Roman" panose="02020603050405020304" pitchFamily="18" charset="0"/>
                <a:ea typeface="微软雅黑" panose="020B0503020204020204" charset="-122"/>
                <a:cs typeface="Times New Roman" panose="02020603050405020304" pitchFamily="18" charset="0"/>
              </a:rPr>
              <a:t>原子数目；</a:t>
            </a:r>
            <a:r>
              <a:rPr lang="zh-CN" altLang="en-US" sz="2400" dirty="0">
                <a:latin typeface="Times New Roman" panose="02020603050405020304" pitchFamily="18" charset="0"/>
                <a:ea typeface="微软雅黑" panose="020B0503020204020204" charset="-122"/>
                <a:cs typeface="Times New Roman" panose="02020603050405020304" pitchFamily="18" charset="0"/>
                <a:sym typeface="+mn-ea"/>
              </a:rPr>
              <a:t> </a:t>
            </a:r>
            <a:endParaRPr lang="zh-CN" altLang="en-US" sz="2400" b="1" dirty="0">
              <a:latin typeface="Times New Roman" panose="02020603050405020304" pitchFamily="18" charset="0"/>
            </a:endParaRPr>
          </a:p>
        </p:txBody>
      </p:sp>
      <p:sp>
        <p:nvSpPr>
          <p:cNvPr id="4" name="Rectangle 3"/>
          <p:cNvSpPr txBox="1">
            <a:spLocks noChangeArrowheads="1"/>
          </p:cNvSpPr>
          <p:nvPr/>
        </p:nvSpPr>
        <p:spPr bwMode="auto">
          <a:xfrm>
            <a:off x="247328" y="2112280"/>
            <a:ext cx="8896672" cy="50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9pPr>
          </a:lstStyle>
          <a:p>
            <a:pPr eaLnBrk="1" hangingPunct="1">
              <a:buClr>
                <a:srgbClr val="002060"/>
              </a:buClr>
              <a:buSzPct val="75000"/>
              <a:buFont typeface="Wingdings" panose="05000000000000000000" pitchFamily="2" charset="2"/>
              <a:buChar char="u"/>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 </a:t>
            </a:r>
            <a:r>
              <a:rPr kumimoji="0" lang="zh-CN" altLang="en-US" sz="2400" i="0" u="none" strike="noStrike" kern="0" cap="none" spc="0" normalizeH="0" baseline="0" noProof="0" dirty="0" smtClean="0">
                <a:ln>
                  <a:noFill/>
                </a:ln>
                <a:solidFill>
                  <a:schemeClr val="tx1"/>
                </a:solidFill>
                <a:effectLst/>
                <a:uLnTx/>
                <a:uFillTx/>
                <a:latin typeface="Times New Roman" panose="02020603050405020304" pitchFamily="18" charset="0"/>
                <a:ea typeface="微软雅黑" panose="020B0503020204020204" charset="-122"/>
                <a:cs typeface="Times New Roman" panose="02020603050405020304" pitchFamily="18" charset="0"/>
              </a:rPr>
              <a:t>从</a:t>
            </a:r>
            <a:r>
              <a:rPr kumimoji="0" lang="en-US" altLang="zh-CN" sz="2400" i="0" u="none" strike="noStrike" kern="0" cap="none" spc="0" normalizeH="0" baseline="0" noProof="0" dirty="0" smtClean="0">
                <a:ln>
                  <a:noFill/>
                </a:ln>
                <a:solidFill>
                  <a:schemeClr val="tx1"/>
                </a:solidFill>
                <a:effectLst/>
                <a:uLnTx/>
                <a:uFillTx/>
                <a:latin typeface="Times New Roman" panose="02020603050405020304" pitchFamily="18" charset="0"/>
                <a:ea typeface="微软雅黑" panose="020B0503020204020204" charset="-122"/>
                <a:cs typeface="Times New Roman" panose="02020603050405020304" pitchFamily="18" charset="0"/>
              </a:rPr>
              <a:t>IR</a:t>
            </a:r>
            <a:r>
              <a:rPr kumimoji="0" lang="zh-CN" altLang="en-US" sz="2400" i="0" u="none" strike="noStrike" kern="0" cap="none" spc="0" normalizeH="0" baseline="0" noProof="0" dirty="0" smtClean="0">
                <a:ln>
                  <a:noFill/>
                </a:ln>
                <a:solidFill>
                  <a:schemeClr val="tx1"/>
                </a:solidFill>
                <a:effectLst/>
                <a:uLnTx/>
                <a:uFillTx/>
                <a:latin typeface="Times New Roman" panose="02020603050405020304" pitchFamily="18" charset="0"/>
                <a:ea typeface="微软雅黑" panose="020B0503020204020204" charset="-122"/>
                <a:cs typeface="Times New Roman" panose="02020603050405020304" pitchFamily="18" charset="0"/>
              </a:rPr>
              <a:t>，</a:t>
            </a:r>
            <a:r>
              <a:rPr kumimoji="0" lang="en-US" altLang="zh-CN" sz="2400" i="0" u="none" strike="noStrike" kern="0" cap="none" spc="0" normalizeH="0" baseline="0" noProof="0" dirty="0" smtClean="0">
                <a:ln>
                  <a:noFill/>
                </a:ln>
                <a:solidFill>
                  <a:schemeClr val="tx1"/>
                </a:solidFill>
                <a:effectLst/>
                <a:uLnTx/>
                <a:uFillTx/>
                <a:latin typeface="Times New Roman" panose="02020603050405020304" pitchFamily="18" charset="0"/>
                <a:ea typeface="微软雅黑" panose="020B0503020204020204" charset="-122"/>
                <a:cs typeface="Times New Roman" panose="02020603050405020304" pitchFamily="18" charset="0"/>
              </a:rPr>
              <a:t>MS</a:t>
            </a:r>
            <a:r>
              <a:rPr kumimoji="0" lang="zh-CN" altLang="en-US" sz="2400" i="0" u="none" strike="noStrike" kern="0" cap="none" spc="0" normalizeH="0" baseline="0" noProof="0" dirty="0" smtClean="0">
                <a:ln>
                  <a:noFill/>
                </a:ln>
                <a:solidFill>
                  <a:schemeClr val="tx1"/>
                </a:solidFill>
                <a:effectLst/>
                <a:uLnTx/>
                <a:uFillTx/>
                <a:latin typeface="Times New Roman" panose="02020603050405020304" pitchFamily="18" charset="0"/>
                <a:ea typeface="微软雅黑" panose="020B0503020204020204" charset="-122"/>
                <a:cs typeface="Times New Roman" panose="02020603050405020304" pitchFamily="18" charset="0"/>
              </a:rPr>
              <a:t>和</a:t>
            </a:r>
            <a:r>
              <a:rPr kumimoji="0" lang="en-US" altLang="zh-CN" sz="2400" i="0" u="none" strike="noStrike" kern="0" cap="none" spc="0" normalizeH="0" baseline="0" noProof="0" dirty="0" smtClean="0">
                <a:ln>
                  <a:noFill/>
                </a:ln>
                <a:solidFill>
                  <a:schemeClr val="tx1"/>
                </a:solidFill>
                <a:effectLst/>
                <a:uLnTx/>
                <a:uFillTx/>
                <a:latin typeface="Times New Roman" panose="02020603050405020304" pitchFamily="18" charset="0"/>
                <a:ea typeface="微软雅黑" panose="020B0503020204020204" charset="-122"/>
                <a:cs typeface="Times New Roman" panose="02020603050405020304" pitchFamily="18" charset="0"/>
              </a:rPr>
              <a:t>NMR</a:t>
            </a:r>
            <a:r>
              <a:rPr kumimoji="0" lang="zh-CN" altLang="en-US" sz="2400" i="0" u="none" strike="noStrike" kern="0" cap="none" spc="0" normalizeH="0" baseline="0" noProof="0" dirty="0" smtClean="0">
                <a:ln>
                  <a:noFill/>
                </a:ln>
                <a:solidFill>
                  <a:schemeClr val="tx1"/>
                </a:solidFill>
                <a:effectLst/>
                <a:uLnTx/>
                <a:uFillTx/>
                <a:latin typeface="Times New Roman" panose="02020603050405020304" pitchFamily="18" charset="0"/>
                <a:ea typeface="微软雅黑" panose="020B0503020204020204" charset="-122"/>
                <a:cs typeface="Times New Roman" panose="02020603050405020304" pitchFamily="18" charset="0"/>
              </a:rPr>
              <a:t>确定</a:t>
            </a:r>
            <a:r>
              <a:rPr kumimoji="0" lang="en-US" altLang="zh-CN" sz="2400" i="0" u="none" strike="noStrike" kern="0" cap="none" spc="0" normalizeH="0" baseline="0" noProof="0" dirty="0" smtClean="0">
                <a:ln>
                  <a:noFill/>
                </a:ln>
                <a:solidFill>
                  <a:schemeClr val="tx1"/>
                </a:solidFill>
                <a:effectLst/>
                <a:uLnTx/>
                <a:uFillTx/>
                <a:latin typeface="Times New Roman" panose="02020603050405020304" pitchFamily="18" charset="0"/>
                <a:ea typeface="微软雅黑" panose="020B0503020204020204" charset="-122"/>
                <a:cs typeface="Times New Roman" panose="02020603050405020304" pitchFamily="18" charset="0"/>
              </a:rPr>
              <a:t>O</a:t>
            </a:r>
            <a:r>
              <a:rPr kumimoji="0" lang="zh-CN" altLang="en-US" sz="2400" i="0" u="none" strike="noStrike" kern="0" cap="none" spc="0" normalizeH="0" baseline="0" noProof="0" dirty="0" smtClean="0">
                <a:ln>
                  <a:noFill/>
                </a:ln>
                <a:solidFill>
                  <a:schemeClr val="tx1"/>
                </a:solidFill>
                <a:effectLst/>
                <a:uLnTx/>
                <a:uFillTx/>
                <a:latin typeface="Times New Roman" panose="02020603050405020304" pitchFamily="18" charset="0"/>
                <a:ea typeface="微软雅黑" panose="020B0503020204020204" charset="-122"/>
                <a:cs typeface="Times New Roman" panose="02020603050405020304" pitchFamily="18" charset="0"/>
              </a:rPr>
              <a:t>、</a:t>
            </a:r>
            <a:r>
              <a:rPr kumimoji="0" lang="en-US" altLang="zh-CN" sz="2400" i="0" u="none" strike="noStrike" kern="0" cap="none" spc="0" normalizeH="0" baseline="0" noProof="0" dirty="0" smtClean="0">
                <a:ln>
                  <a:noFill/>
                </a:ln>
                <a:solidFill>
                  <a:schemeClr val="tx1"/>
                </a:solidFill>
                <a:effectLst/>
                <a:uLnTx/>
                <a:uFillTx/>
                <a:latin typeface="Times New Roman" panose="02020603050405020304" pitchFamily="18" charset="0"/>
                <a:ea typeface="微软雅黑" panose="020B0503020204020204" charset="-122"/>
                <a:cs typeface="Times New Roman" panose="02020603050405020304" pitchFamily="18" charset="0"/>
              </a:rPr>
              <a:t>N</a:t>
            </a:r>
            <a:r>
              <a:rPr kumimoji="0" lang="zh-CN" altLang="en-US" sz="2400" i="0" u="none" strike="noStrike" kern="0" cap="none" spc="0" normalizeH="0" baseline="0" noProof="0" dirty="0" smtClean="0">
                <a:ln>
                  <a:noFill/>
                </a:ln>
                <a:solidFill>
                  <a:schemeClr val="tx1"/>
                </a:solidFill>
                <a:effectLst/>
                <a:uLnTx/>
                <a:uFillTx/>
                <a:latin typeface="Times New Roman" panose="02020603050405020304" pitchFamily="18" charset="0"/>
                <a:ea typeface="微软雅黑" panose="020B0503020204020204" charset="-122"/>
                <a:cs typeface="Times New Roman" panose="02020603050405020304" pitchFamily="18" charset="0"/>
              </a:rPr>
              <a:t>、</a:t>
            </a:r>
            <a:r>
              <a:rPr kumimoji="0" lang="en-US" altLang="zh-CN" sz="2400" i="0" u="none" strike="noStrike" kern="0" cap="none" spc="0" normalizeH="0" baseline="0" noProof="0" dirty="0" smtClean="0">
                <a:ln>
                  <a:noFill/>
                </a:ln>
                <a:solidFill>
                  <a:schemeClr val="tx1"/>
                </a:solidFill>
                <a:effectLst/>
                <a:uLnTx/>
                <a:uFillTx/>
                <a:latin typeface="Times New Roman" panose="02020603050405020304" pitchFamily="18" charset="0"/>
                <a:ea typeface="微软雅黑" panose="020B0503020204020204" charset="-122"/>
                <a:cs typeface="Times New Roman" panose="02020603050405020304" pitchFamily="18" charset="0"/>
              </a:rPr>
              <a:t>Cl</a:t>
            </a:r>
            <a:r>
              <a:rPr kumimoji="0" lang="zh-CN" altLang="en-US" sz="2400" i="0" u="none" strike="noStrike" kern="0" cap="none" spc="0" normalizeH="0" baseline="0" noProof="0" dirty="0" smtClean="0">
                <a:ln>
                  <a:noFill/>
                </a:ln>
                <a:solidFill>
                  <a:schemeClr val="tx1"/>
                </a:solidFill>
                <a:effectLst/>
                <a:uLnTx/>
                <a:uFillTx/>
                <a:latin typeface="Times New Roman" panose="02020603050405020304" pitchFamily="18" charset="0"/>
                <a:ea typeface="微软雅黑" panose="020B0503020204020204" charset="-122"/>
                <a:cs typeface="Times New Roman" panose="02020603050405020304" pitchFamily="18" charset="0"/>
              </a:rPr>
              <a:t>、</a:t>
            </a:r>
            <a:r>
              <a:rPr kumimoji="0" lang="en-US" altLang="zh-CN" sz="2400" i="0" u="none" strike="noStrike" kern="0" cap="none" spc="0" normalizeH="0" baseline="0" noProof="0" dirty="0" smtClean="0">
                <a:ln>
                  <a:noFill/>
                </a:ln>
                <a:solidFill>
                  <a:schemeClr val="tx1"/>
                </a:solidFill>
                <a:effectLst/>
                <a:uLnTx/>
                <a:uFillTx/>
                <a:latin typeface="Times New Roman" panose="02020603050405020304" pitchFamily="18" charset="0"/>
                <a:ea typeface="微软雅黑" panose="020B0503020204020204" charset="-122"/>
                <a:cs typeface="Times New Roman" panose="02020603050405020304" pitchFamily="18" charset="0"/>
              </a:rPr>
              <a:t>Br</a:t>
            </a:r>
            <a:r>
              <a:rPr kumimoji="0" lang="zh-CN" altLang="en-US" sz="2400" i="0" u="none" strike="noStrike" kern="0" cap="none" spc="0" normalizeH="0" baseline="0" noProof="0" dirty="0" smtClean="0">
                <a:ln>
                  <a:noFill/>
                </a:ln>
                <a:solidFill>
                  <a:schemeClr val="tx1"/>
                </a:solidFill>
                <a:effectLst/>
                <a:uLnTx/>
                <a:uFillTx/>
                <a:latin typeface="Times New Roman" panose="02020603050405020304" pitchFamily="18" charset="0"/>
                <a:ea typeface="微软雅黑" panose="020B0503020204020204" charset="-122"/>
                <a:cs typeface="Times New Roman" panose="02020603050405020304" pitchFamily="18" charset="0"/>
              </a:rPr>
              <a:t>和</a:t>
            </a:r>
            <a:r>
              <a:rPr kumimoji="0" lang="en-US" altLang="zh-CN" sz="2400" i="0" u="none" strike="noStrike" kern="0" cap="none" spc="0" normalizeH="0" baseline="0" noProof="0" dirty="0" smtClean="0">
                <a:ln>
                  <a:noFill/>
                </a:ln>
                <a:solidFill>
                  <a:schemeClr val="tx1"/>
                </a:solidFill>
                <a:effectLst/>
                <a:uLnTx/>
                <a:uFillTx/>
                <a:latin typeface="Times New Roman" panose="02020603050405020304" pitchFamily="18" charset="0"/>
                <a:ea typeface="微软雅黑" panose="020B0503020204020204" charset="-122"/>
                <a:cs typeface="Times New Roman" panose="02020603050405020304" pitchFamily="18" charset="0"/>
              </a:rPr>
              <a:t>S</a:t>
            </a:r>
            <a:r>
              <a:rPr kumimoji="0" lang="zh-CN" altLang="en-US" sz="2400" i="0" u="none" strike="noStrike" kern="0" cap="none" spc="0" normalizeH="0" baseline="0" noProof="0" dirty="0" smtClean="0">
                <a:ln>
                  <a:noFill/>
                </a:ln>
                <a:solidFill>
                  <a:schemeClr val="tx1"/>
                </a:solidFill>
                <a:effectLst/>
                <a:uLnTx/>
                <a:uFillTx/>
                <a:latin typeface="Times New Roman" panose="02020603050405020304" pitchFamily="18" charset="0"/>
                <a:ea typeface="微软雅黑" panose="020B0503020204020204" charset="-122"/>
                <a:cs typeface="Times New Roman" panose="02020603050405020304" pitchFamily="18" charset="0"/>
              </a:rPr>
              <a:t>等杂</a:t>
            </a:r>
            <a:r>
              <a:rPr lang="zh-CN" altLang="en-US" sz="2400" kern="0" dirty="0">
                <a:latin typeface="Times New Roman" panose="02020603050405020304" pitchFamily="18" charset="0"/>
                <a:ea typeface="微软雅黑" panose="020B0503020204020204" charset="-122"/>
                <a:cs typeface="Times New Roman" panose="02020603050405020304" pitchFamily="18" charset="0"/>
              </a:rPr>
              <a:t>原子类型和数目</a:t>
            </a:r>
            <a:r>
              <a:rPr lang="zh-CN" altLang="en-US" sz="2400" kern="0" dirty="0" smtClean="0">
                <a:latin typeface="Times New Roman" panose="02020603050405020304" pitchFamily="18" charset="0"/>
                <a:ea typeface="微软雅黑" panose="020B0503020204020204" charset="-122"/>
                <a:cs typeface="Times New Roman" panose="02020603050405020304" pitchFamily="18" charset="0"/>
              </a:rPr>
              <a:t>；</a:t>
            </a:r>
            <a:endParaRPr lang="en-US" altLang="zh-CN" sz="2000" kern="0" dirty="0">
              <a:latin typeface="Times New Roman" panose="02020603050405020304" pitchFamily="18" charset="0"/>
              <a:ea typeface="微软雅黑" panose="020B0503020204020204" charset="-122"/>
              <a:cs typeface="Times New Roman" panose="02020603050405020304" pitchFamily="18" charset="0"/>
            </a:endParaRPr>
          </a:p>
        </p:txBody>
      </p:sp>
      <p:sp>
        <p:nvSpPr>
          <p:cNvPr id="2" name="文本框 1"/>
          <p:cNvSpPr txBox="1"/>
          <p:nvPr/>
        </p:nvSpPr>
        <p:spPr>
          <a:xfrm>
            <a:off x="260698" y="1375717"/>
            <a:ext cx="5840095" cy="461665"/>
          </a:xfrm>
          <a:prstGeom prst="rect">
            <a:avLst/>
          </a:prstGeom>
          <a:noFill/>
        </p:spPr>
        <p:txBody>
          <a:bodyPr wrap="square" rtlCol="0" anchor="t">
            <a:spAutoFit/>
          </a:bodyPr>
          <a:lstStyle/>
          <a:p>
            <a:pPr marL="342900" indent="-342900">
              <a:buClr>
                <a:schemeClr val="tx2"/>
              </a:buClr>
              <a:buSzPct val="75000"/>
              <a:buFont typeface="Wingdings" panose="05000000000000000000" charset="0"/>
              <a:buChar char="u"/>
            </a:pPr>
            <a:r>
              <a:rPr lang="zh-CN" altLang="en-US" sz="2400" dirty="0">
                <a:latin typeface="Times New Roman" panose="02020603050405020304" pitchFamily="18" charset="0"/>
                <a:ea typeface="微软雅黑" panose="020B0503020204020204" charset="-122"/>
                <a:cs typeface="Times New Roman" panose="02020603050405020304" pitchFamily="18" charset="0"/>
                <a:sym typeface="+mn-ea"/>
              </a:rPr>
              <a:t>由</a:t>
            </a:r>
            <a:r>
              <a:rPr lang="en-US" altLang="zh-CN" sz="2400" baseline="30000" dirty="0">
                <a:latin typeface="Times New Roman" panose="02020603050405020304" pitchFamily="18" charset="0"/>
                <a:ea typeface="微软雅黑" panose="020B0503020204020204" charset="-122"/>
                <a:cs typeface="Times New Roman" panose="02020603050405020304" pitchFamily="18" charset="0"/>
                <a:sym typeface="+mn-ea"/>
              </a:rPr>
              <a:t>13</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CNMR</a:t>
            </a:r>
            <a:r>
              <a:rPr lang="zh-CN" altLang="en-US" sz="2400" dirty="0">
                <a:latin typeface="Times New Roman" panose="02020603050405020304" pitchFamily="18" charset="0"/>
                <a:ea typeface="微软雅黑" panose="020B0503020204020204" charset="-122"/>
                <a:cs typeface="Times New Roman" panose="02020603050405020304" pitchFamily="18" charset="0"/>
                <a:sym typeface="+mn-ea"/>
              </a:rPr>
              <a:t>的</a:t>
            </a:r>
            <a:r>
              <a:rPr lang="zh-CN" altLang="en-US" sz="2400" dirty="0" smtClean="0">
                <a:latin typeface="Times New Roman" panose="02020603050405020304" pitchFamily="18" charset="0"/>
                <a:ea typeface="微软雅黑" panose="020B0503020204020204" charset="-122"/>
                <a:cs typeface="Times New Roman" panose="02020603050405020304" pitchFamily="18" charset="0"/>
                <a:sym typeface="+mn-ea"/>
              </a:rPr>
              <a:t>谱</a:t>
            </a:r>
            <a:r>
              <a:rPr lang="zh-CN" altLang="en-US" sz="2400" dirty="0">
                <a:latin typeface="Times New Roman" panose="02020603050405020304" pitchFamily="18" charset="0"/>
                <a:ea typeface="微软雅黑" panose="020B0503020204020204" charset="-122"/>
                <a:cs typeface="Times New Roman" panose="02020603050405020304" pitchFamily="18" charset="0"/>
                <a:sym typeface="+mn-ea"/>
              </a:rPr>
              <a:t>线</a:t>
            </a:r>
            <a:r>
              <a:rPr lang="zh-CN" altLang="en-US" sz="2400" dirty="0" smtClean="0">
                <a:latin typeface="Times New Roman" panose="02020603050405020304" pitchFamily="18" charset="0"/>
                <a:ea typeface="微软雅黑" panose="020B0503020204020204" charset="-122"/>
                <a:cs typeface="Times New Roman" panose="02020603050405020304" pitchFamily="18" charset="0"/>
                <a:sym typeface="+mn-ea"/>
              </a:rPr>
              <a:t>数目得到</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C</a:t>
            </a:r>
            <a:r>
              <a:rPr lang="zh-CN" altLang="en-US" sz="2400" dirty="0">
                <a:latin typeface="Times New Roman" panose="02020603050405020304" pitchFamily="18" charset="0"/>
                <a:ea typeface="微软雅黑" panose="020B0503020204020204" charset="-122"/>
                <a:cs typeface="Times New Roman" panose="02020603050405020304" pitchFamily="18" charset="0"/>
                <a:sym typeface="+mn-ea"/>
              </a:rPr>
              <a:t>原子数目；</a:t>
            </a:r>
            <a:endParaRPr lang="zh-CN" altLang="en-US" dirty="0"/>
          </a:p>
        </p:txBody>
      </p:sp>
      <p:sp>
        <p:nvSpPr>
          <p:cNvPr id="3" name="矩形 2"/>
          <p:cNvSpPr/>
          <p:nvPr/>
        </p:nvSpPr>
        <p:spPr>
          <a:xfrm>
            <a:off x="1043608" y="2643758"/>
            <a:ext cx="7956376" cy="2252924"/>
          </a:xfrm>
          <a:prstGeom prst="rect">
            <a:avLst/>
          </a:prstGeom>
        </p:spPr>
        <p:txBody>
          <a:bodyPr wrap="square">
            <a:spAutoFit/>
          </a:bodyPr>
          <a:lstStyle/>
          <a:p>
            <a:pPr lvl="0">
              <a:spcBef>
                <a:spcPct val="20000"/>
              </a:spcBef>
              <a:buClr>
                <a:srgbClr val="002060"/>
              </a:buClr>
              <a:buSzPct val="75000"/>
              <a:buFont typeface="Wingdings" panose="05000000000000000000" pitchFamily="2" charset="2"/>
              <a:buChar char="Ø"/>
              <a:defRPr/>
            </a:pPr>
            <a:r>
              <a:rPr lang="zh-CN" altLang="en-US" kern="0" dirty="0">
                <a:latin typeface="Times New Roman" panose="02020603050405020304" pitchFamily="18" charset="0"/>
                <a:ea typeface="微软雅黑" panose="020B0503020204020204" charset="-122"/>
                <a:cs typeface="Times New Roman" panose="02020603050405020304" pitchFamily="18" charset="0"/>
              </a:rPr>
              <a:t>利用质谱分子离子与同位素离子的丰度比可以确定</a:t>
            </a:r>
            <a:r>
              <a:rPr lang="en-US" altLang="zh-CN" kern="0" dirty="0" err="1">
                <a:latin typeface="Times New Roman" panose="02020603050405020304" pitchFamily="18" charset="0"/>
                <a:ea typeface="微软雅黑" panose="020B0503020204020204" charset="-122"/>
                <a:cs typeface="Times New Roman" panose="02020603050405020304" pitchFamily="18" charset="0"/>
              </a:rPr>
              <a:t>Cl</a:t>
            </a:r>
            <a:r>
              <a:rPr lang="zh-CN" altLang="en-US" kern="0" dirty="0">
                <a:latin typeface="Times New Roman" panose="02020603050405020304" pitchFamily="18" charset="0"/>
                <a:ea typeface="微软雅黑" panose="020B0503020204020204" charset="-122"/>
                <a:cs typeface="Times New Roman" panose="02020603050405020304" pitchFamily="18" charset="0"/>
              </a:rPr>
              <a:t>、</a:t>
            </a:r>
            <a:r>
              <a:rPr lang="en-US" altLang="zh-CN" kern="0" dirty="0">
                <a:latin typeface="Times New Roman" panose="02020603050405020304" pitchFamily="18" charset="0"/>
                <a:ea typeface="微软雅黑" panose="020B0503020204020204" charset="-122"/>
                <a:cs typeface="Times New Roman" panose="02020603050405020304" pitchFamily="18" charset="0"/>
              </a:rPr>
              <a:t>Br</a:t>
            </a:r>
            <a:r>
              <a:rPr lang="zh-CN" altLang="en-US" kern="0" dirty="0">
                <a:latin typeface="Times New Roman" panose="02020603050405020304" pitchFamily="18" charset="0"/>
                <a:ea typeface="微软雅黑" panose="020B0503020204020204" charset="-122"/>
                <a:cs typeface="Times New Roman" panose="02020603050405020304" pitchFamily="18" charset="0"/>
              </a:rPr>
              <a:t>和</a:t>
            </a:r>
            <a:r>
              <a:rPr lang="en-US" altLang="zh-CN" kern="0" dirty="0">
                <a:latin typeface="Times New Roman" panose="02020603050405020304" pitchFamily="18" charset="0"/>
                <a:ea typeface="微软雅黑" panose="020B0503020204020204" charset="-122"/>
                <a:cs typeface="Times New Roman" panose="02020603050405020304" pitchFamily="18" charset="0"/>
              </a:rPr>
              <a:t>S</a:t>
            </a:r>
            <a:r>
              <a:rPr lang="zh-CN" altLang="en-US" kern="0" dirty="0">
                <a:latin typeface="Times New Roman" panose="02020603050405020304" pitchFamily="18" charset="0"/>
                <a:ea typeface="微软雅黑" panose="020B0503020204020204" charset="-122"/>
                <a:cs typeface="Times New Roman" panose="02020603050405020304" pitchFamily="18" charset="0"/>
              </a:rPr>
              <a:t>原子的数目</a:t>
            </a:r>
            <a:endParaRPr lang="en-US" altLang="zh-CN" kern="0" dirty="0">
              <a:latin typeface="Times New Roman" panose="02020603050405020304" pitchFamily="18" charset="0"/>
              <a:ea typeface="微软雅黑" panose="020B0503020204020204" charset="-122"/>
              <a:cs typeface="Times New Roman" panose="02020603050405020304" pitchFamily="18" charset="0"/>
            </a:endParaRPr>
          </a:p>
          <a:p>
            <a:pPr lvl="0">
              <a:spcBef>
                <a:spcPct val="20000"/>
              </a:spcBef>
              <a:buClr>
                <a:srgbClr val="002060"/>
              </a:buClr>
              <a:buSzPct val="75000"/>
              <a:buFont typeface="Wingdings" panose="05000000000000000000" pitchFamily="2" charset="2"/>
              <a:buChar char="Ø"/>
              <a:defRPr/>
            </a:pPr>
            <a:r>
              <a:rPr lang="zh-CN" altLang="en-US" kern="0" dirty="0">
                <a:latin typeface="Times New Roman" panose="02020603050405020304" pitchFamily="18" charset="0"/>
                <a:ea typeface="微软雅黑" panose="020B0503020204020204" charset="-122"/>
                <a:cs typeface="Times New Roman" panose="02020603050405020304" pitchFamily="18" charset="0"/>
              </a:rPr>
              <a:t>利用氮规则，从相对分子质量可以分析出该化合物含氮原子数的信息；</a:t>
            </a:r>
            <a:endParaRPr lang="en-US" altLang="zh-CN" kern="0" dirty="0">
              <a:latin typeface="Times New Roman" panose="02020603050405020304" pitchFamily="18" charset="0"/>
              <a:ea typeface="微软雅黑" panose="020B0503020204020204" charset="-122"/>
              <a:cs typeface="Times New Roman" panose="02020603050405020304" pitchFamily="18" charset="0"/>
            </a:endParaRPr>
          </a:p>
          <a:p>
            <a:pPr lvl="0">
              <a:spcBef>
                <a:spcPct val="20000"/>
              </a:spcBef>
              <a:buClr>
                <a:srgbClr val="002060"/>
              </a:buClr>
              <a:buSzPct val="75000"/>
              <a:buFont typeface="Wingdings" panose="05000000000000000000" pitchFamily="2" charset="2"/>
              <a:buChar char="Ø"/>
              <a:defRPr/>
            </a:pPr>
            <a:r>
              <a:rPr lang="zh-CN" altLang="en-US" kern="0" dirty="0">
                <a:latin typeface="Times New Roman" panose="02020603050405020304" pitchFamily="18" charset="0"/>
                <a:ea typeface="微软雅黑" panose="020B0503020204020204" charset="-122"/>
                <a:cs typeface="Times New Roman" panose="02020603050405020304" pitchFamily="18" charset="0"/>
                <a:sym typeface="+mn-ea"/>
              </a:rPr>
              <a:t>利用红外光谱、核磁共振氢谱和碳谱等如果确定有羟基，羰基等含氧基团，可以得到氧原子的信息；</a:t>
            </a:r>
            <a:r>
              <a:rPr lang="zh-CN" altLang="en-US" kern="0" dirty="0">
                <a:latin typeface="Times New Roman" panose="02020603050405020304" pitchFamily="18" charset="0"/>
                <a:ea typeface="微软雅黑" panose="020B0503020204020204" charset="-122"/>
                <a:cs typeface="Times New Roman" panose="02020603050405020304" pitchFamily="18" charset="0"/>
              </a:rPr>
              <a:t>若存在比烷基或苯基离子系列大两个质量单位的离子（如</a:t>
            </a:r>
            <a:r>
              <a:rPr lang="en-US" altLang="zh-CN" kern="0" dirty="0">
                <a:latin typeface="Times New Roman" panose="02020603050405020304" pitchFamily="18" charset="0"/>
                <a:ea typeface="微软雅黑" panose="020B0503020204020204" charset="-122"/>
                <a:cs typeface="Times New Roman" panose="02020603050405020304" pitchFamily="18" charset="0"/>
              </a:rPr>
              <a:t>m/z</a:t>
            </a:r>
            <a:r>
              <a:rPr lang="zh-CN" altLang="en-US" kern="0" dirty="0">
                <a:latin typeface="Times New Roman" panose="02020603050405020304" pitchFamily="18" charset="0"/>
                <a:ea typeface="微软雅黑" panose="020B0503020204020204" charset="-122"/>
                <a:cs typeface="Times New Roman" panose="02020603050405020304" pitchFamily="18" charset="0"/>
              </a:rPr>
              <a:t>为</a:t>
            </a:r>
            <a:r>
              <a:rPr lang="en-US" altLang="zh-CN" kern="0" dirty="0">
                <a:latin typeface="Times New Roman" panose="02020603050405020304" pitchFamily="18" charset="0"/>
                <a:ea typeface="微软雅黑" panose="020B0503020204020204" charset="-122"/>
                <a:cs typeface="Times New Roman" panose="02020603050405020304" pitchFamily="18" charset="0"/>
              </a:rPr>
              <a:t>31</a:t>
            </a:r>
            <a:r>
              <a:rPr lang="zh-CN" altLang="en-US" kern="0" dirty="0">
                <a:latin typeface="Times New Roman" panose="02020603050405020304" pitchFamily="18" charset="0"/>
                <a:ea typeface="微软雅黑" panose="020B0503020204020204" charset="-122"/>
                <a:cs typeface="Times New Roman" panose="02020603050405020304" pitchFamily="18" charset="0"/>
              </a:rPr>
              <a:t>，</a:t>
            </a:r>
            <a:r>
              <a:rPr lang="en-US" altLang="zh-CN" kern="0" dirty="0">
                <a:latin typeface="Times New Roman" panose="02020603050405020304" pitchFamily="18" charset="0"/>
                <a:ea typeface="微软雅黑" panose="020B0503020204020204" charset="-122"/>
                <a:cs typeface="Times New Roman" panose="02020603050405020304" pitchFamily="18" charset="0"/>
              </a:rPr>
              <a:t>45</a:t>
            </a:r>
            <a:r>
              <a:rPr lang="zh-CN" altLang="en-US" kern="0" dirty="0">
                <a:latin typeface="Times New Roman" panose="02020603050405020304" pitchFamily="18" charset="0"/>
                <a:ea typeface="微软雅黑" panose="020B0503020204020204" charset="-122"/>
                <a:cs typeface="Times New Roman" panose="02020603050405020304" pitchFamily="18" charset="0"/>
              </a:rPr>
              <a:t>，或</a:t>
            </a:r>
            <a:r>
              <a:rPr lang="en-US" altLang="zh-CN" kern="0" dirty="0">
                <a:latin typeface="Times New Roman" panose="02020603050405020304" pitchFamily="18" charset="0"/>
                <a:ea typeface="微软雅黑" panose="020B0503020204020204" charset="-122"/>
                <a:cs typeface="Times New Roman" panose="02020603050405020304" pitchFamily="18" charset="0"/>
              </a:rPr>
              <a:t>m/z</a:t>
            </a:r>
            <a:r>
              <a:rPr lang="zh-CN" altLang="en-US" kern="0" dirty="0">
                <a:latin typeface="Times New Roman" panose="02020603050405020304" pitchFamily="18" charset="0"/>
                <a:ea typeface="微软雅黑" panose="020B0503020204020204" charset="-122"/>
                <a:cs typeface="Times New Roman" panose="02020603050405020304" pitchFamily="18" charset="0"/>
              </a:rPr>
              <a:t>为</a:t>
            </a:r>
            <a:r>
              <a:rPr lang="en-US" altLang="zh-CN" kern="0" dirty="0">
                <a:latin typeface="Times New Roman" panose="02020603050405020304" pitchFamily="18" charset="0"/>
                <a:ea typeface="微软雅黑" panose="020B0503020204020204" charset="-122"/>
                <a:cs typeface="Times New Roman" panose="02020603050405020304" pitchFamily="18" charset="0"/>
              </a:rPr>
              <a:t>93</a:t>
            </a:r>
            <a:r>
              <a:rPr lang="zh-CN" altLang="en-US" kern="0" dirty="0">
                <a:latin typeface="Times New Roman" panose="02020603050405020304" pitchFamily="18" charset="0"/>
                <a:ea typeface="微软雅黑" panose="020B0503020204020204" charset="-122"/>
                <a:cs typeface="Times New Roman" panose="02020603050405020304" pitchFamily="18" charset="0"/>
              </a:rPr>
              <a:t>等），可知氧的存在；</a:t>
            </a:r>
            <a:endParaRPr lang="en-US" altLang="zh-CN" kern="0" dirty="0">
              <a:latin typeface="Times New Roman" panose="02020603050405020304" pitchFamily="18" charset="0"/>
              <a:ea typeface="微软雅黑" panose="020B0503020204020204" charset="-122"/>
              <a:cs typeface="Times New Roman" panose="02020603050405020304" pitchFamily="18" charset="0"/>
            </a:endParaRPr>
          </a:p>
          <a:p>
            <a:pPr lvl="0">
              <a:spcBef>
                <a:spcPct val="20000"/>
              </a:spcBef>
              <a:buClr>
                <a:srgbClr val="002060"/>
              </a:buClr>
              <a:buSzPct val="75000"/>
              <a:buFont typeface="Wingdings" panose="05000000000000000000" pitchFamily="2" charset="2"/>
              <a:buChar char="Ø"/>
              <a:defRPr/>
            </a:pPr>
            <a:r>
              <a:rPr lang="zh-CN" altLang="en-US" kern="0" dirty="0">
                <a:latin typeface="Times New Roman" panose="02020603050405020304" pitchFamily="18" charset="0"/>
                <a:ea typeface="微软雅黑" panose="020B0503020204020204" charset="-122"/>
                <a:cs typeface="Times New Roman" panose="02020603050405020304" pitchFamily="18" charset="0"/>
              </a:rPr>
              <a:t>从</a:t>
            </a:r>
            <a:r>
              <a:rPr lang="en-US" altLang="zh-CN" kern="0" dirty="0">
                <a:latin typeface="Times New Roman" panose="02020603050405020304" pitchFamily="18" charset="0"/>
                <a:ea typeface="微软雅黑" panose="020B0503020204020204" charset="-122"/>
                <a:cs typeface="Times New Roman" panose="02020603050405020304" pitchFamily="18" charset="0"/>
              </a:rPr>
              <a:t>M-19,M-20</a:t>
            </a:r>
            <a:r>
              <a:rPr lang="zh-CN" altLang="en-US" kern="0" dirty="0">
                <a:latin typeface="Times New Roman" panose="02020603050405020304" pitchFamily="18" charset="0"/>
                <a:ea typeface="微软雅黑" panose="020B0503020204020204" charset="-122"/>
                <a:cs typeface="Times New Roman" panose="02020603050405020304" pitchFamily="18" charset="0"/>
              </a:rPr>
              <a:t>等离子峰可知氟的存在，从</a:t>
            </a:r>
            <a:r>
              <a:rPr lang="en-US" altLang="zh-CN" kern="0" dirty="0">
                <a:latin typeface="Times New Roman" panose="02020603050405020304" pitchFamily="18" charset="0"/>
                <a:ea typeface="微软雅黑" panose="020B0503020204020204" charset="-122"/>
                <a:cs typeface="Times New Roman" panose="02020603050405020304" pitchFamily="18" charset="0"/>
              </a:rPr>
              <a:t>M-127</a:t>
            </a:r>
            <a:r>
              <a:rPr lang="zh-CN" altLang="en-US" kern="0" dirty="0">
                <a:latin typeface="Times New Roman" panose="02020603050405020304" pitchFamily="18" charset="0"/>
                <a:ea typeface="微软雅黑" panose="020B0503020204020204" charset="-122"/>
                <a:cs typeface="Times New Roman" panose="02020603050405020304" pitchFamily="18" charset="0"/>
              </a:rPr>
              <a:t>的峰可知碘的存在。</a:t>
            </a:r>
          </a:p>
          <a:p>
            <a:pPr marL="342900" lvl="0" indent="-342900">
              <a:spcBef>
                <a:spcPct val="20000"/>
              </a:spcBef>
              <a:buClr>
                <a:schemeClr val="folHlink"/>
              </a:buClr>
              <a:buSzPct val="60000"/>
              <a:defRPr/>
            </a:pPr>
            <a:endParaRPr lang="zh-CN" altLang="en-US" kern="0" dirty="0">
              <a:latin typeface="Times New Roman" panose="02020603050405020304" pitchFamily="18" charset="0"/>
              <a:ea typeface="微软雅黑" panose="020B0503020204020204"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3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2"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2"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4" grpId="0" build="p"/>
      <p:bldP spid="4" grpId="1"/>
      <p:bldP spid="4" grpId="2"/>
      <p:bldP spid="2" grpId="1"/>
      <p:bldP spid="2" grpId="2"/>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3"/>
          <p:cNvSpPr>
            <a:spLocks noGrp="1"/>
          </p:cNvSpPr>
          <p:nvPr>
            <p:ph idx="1"/>
          </p:nvPr>
        </p:nvSpPr>
        <p:spPr>
          <a:xfrm>
            <a:off x="179512" y="339502"/>
            <a:ext cx="8280920" cy="1092994"/>
          </a:xfrm>
        </p:spPr>
        <p:txBody>
          <a:bodyPr vert="horz" wrap="square" lIns="91440" tIns="45720" rIns="91440" bIns="45720" anchor="t"/>
          <a:lstStyle/>
          <a:p>
            <a:pPr eaLnBrk="1" hangingPunct="1">
              <a:buNone/>
            </a:pPr>
            <a:r>
              <a:rPr lang="en-US" altLang="zh-CN" sz="2800" b="1" dirty="0" smtClean="0">
                <a:solidFill>
                  <a:srgbClr val="C00000"/>
                </a:solidFill>
                <a:latin typeface="微软雅黑" panose="020B0503020204020204" charset="-122"/>
                <a:ea typeface="微软雅黑" panose="020B0503020204020204" charset="-122"/>
                <a:cs typeface="微软雅黑" panose="020B0503020204020204" charset="-122"/>
              </a:rPr>
              <a:t>2</a:t>
            </a:r>
            <a:r>
              <a:rPr lang="zh-CN" altLang="en-US" sz="2800" b="1" dirty="0">
                <a:solidFill>
                  <a:srgbClr val="C00000"/>
                </a:solidFill>
                <a:latin typeface="微软雅黑" panose="020B0503020204020204" charset="-122"/>
                <a:ea typeface="微软雅黑" panose="020B0503020204020204" charset="-122"/>
                <a:cs typeface="微软雅黑" panose="020B0503020204020204" charset="-122"/>
              </a:rPr>
              <a:t>）计算不饱和度</a:t>
            </a:r>
            <a:endParaRPr lang="zh-CN" altLang="en-US" sz="2800" b="1" dirty="0">
              <a:solidFill>
                <a:srgbClr val="C00000"/>
              </a:solidFill>
              <a:latin typeface="Times New Roman" panose="02020603050405020304" pitchFamily="18" charset="0"/>
            </a:endParaRPr>
          </a:p>
          <a:p>
            <a:pPr eaLnBrk="1" latinLnBrk="0" hangingPunct="1">
              <a:lnSpc>
                <a:spcPct val="150000"/>
              </a:lnSpc>
              <a:spcBef>
                <a:spcPts val="0"/>
              </a:spcBef>
              <a:buNone/>
            </a:pPr>
            <a:r>
              <a:rPr lang="zh-CN" altLang="en-US" sz="2800" b="1" dirty="0">
                <a:latin typeface="Times New Roman" panose="02020603050405020304" pitchFamily="18" charset="0"/>
              </a:rPr>
              <a:t>       </a:t>
            </a:r>
            <a:r>
              <a:rPr lang="zh-CN" altLang="en-US" sz="2400" dirty="0">
                <a:solidFill>
                  <a:schemeClr val="tx1"/>
                </a:solidFill>
                <a:latin typeface="微软雅黑" panose="020B0503020204020204" charset="-122"/>
                <a:ea typeface="微软雅黑" panose="020B0503020204020204" charset="-122"/>
              </a:rPr>
              <a:t>在解析过程及最终结果验证时，注意不饱和度的一致性。</a:t>
            </a:r>
            <a:endParaRPr lang="zh-CN" altLang="en-US" sz="2400" dirty="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2" name="文本框 1"/>
          <p:cNvSpPr txBox="1"/>
          <p:nvPr/>
        </p:nvSpPr>
        <p:spPr>
          <a:xfrm>
            <a:off x="251520" y="1779661"/>
            <a:ext cx="8208912" cy="2794611"/>
          </a:xfrm>
          <a:prstGeom prst="rect">
            <a:avLst/>
          </a:prstGeom>
          <a:noFill/>
        </p:spPr>
        <p:txBody>
          <a:bodyPr wrap="square" rtlCol="0" anchor="t">
            <a:spAutoFit/>
          </a:bodyPr>
          <a:lstStyle/>
          <a:p>
            <a:pPr marL="342900" indent="-342900" algn="l">
              <a:spcBef>
                <a:spcPct val="20000"/>
              </a:spcBef>
              <a:buClr>
                <a:schemeClr val="folHlink"/>
              </a:buClr>
              <a:buSzPct val="60000"/>
              <a:buFont typeface="Wingdings" panose="05000000000000000000" pitchFamily="2" charset="2"/>
              <a:buNone/>
            </a:pPr>
            <a:endParaRPr lang="zh-CN" altLang="en-US" sz="2800" b="1" dirty="0">
              <a:solidFill>
                <a:schemeClr val="tx1"/>
              </a:solidFill>
              <a:latin typeface="Times New Roman" panose="02020603050405020304" pitchFamily="18" charset="0"/>
            </a:endParaRPr>
          </a:p>
          <a:p>
            <a:pPr marL="342900" indent="-342900" algn="l">
              <a:spcBef>
                <a:spcPct val="20000"/>
              </a:spcBef>
              <a:buClr>
                <a:schemeClr val="folHlink"/>
              </a:buClr>
              <a:buSzPct val="60000"/>
              <a:buFont typeface="Wingdings" panose="05000000000000000000" pitchFamily="2" charset="2"/>
              <a:buNone/>
            </a:pPr>
            <a:r>
              <a:rPr lang="en-US" altLang="zh-CN" sz="2800" b="1" dirty="0" smtClean="0">
                <a:solidFill>
                  <a:srgbClr val="C00000"/>
                </a:solidFill>
                <a:latin typeface="微软雅黑" panose="020B0503020204020204" charset="-122"/>
                <a:ea typeface="微软雅黑" panose="020B0503020204020204" charset="-122"/>
                <a:cs typeface="微软雅黑" panose="020B0503020204020204" charset="-122"/>
                <a:sym typeface="+mn-ea"/>
              </a:rPr>
              <a:t>3</a:t>
            </a:r>
            <a:r>
              <a:rPr lang="zh-CN" altLang="en-US" sz="2800" b="1" dirty="0">
                <a:solidFill>
                  <a:srgbClr val="C00000"/>
                </a:solidFill>
                <a:latin typeface="微软雅黑" panose="020B0503020204020204" charset="-122"/>
                <a:ea typeface="微软雅黑" panose="020B0503020204020204" charset="-122"/>
                <a:cs typeface="微软雅黑" panose="020B0503020204020204" charset="-122"/>
                <a:sym typeface="+mn-ea"/>
              </a:rPr>
              <a:t>）找出结构单元</a:t>
            </a:r>
            <a:endParaRPr lang="zh-CN" altLang="en-US" sz="2800" b="1" dirty="0">
              <a:solidFill>
                <a:srgbClr val="C00000"/>
              </a:solidFill>
              <a:latin typeface="微软雅黑" panose="020B0503020204020204" charset="-122"/>
              <a:ea typeface="微软雅黑" panose="020B0503020204020204" charset="-122"/>
              <a:cs typeface="微软雅黑" panose="020B0503020204020204" charset="-122"/>
            </a:endParaRPr>
          </a:p>
          <a:p>
            <a:pPr marL="342900" indent="-342900" algn="l">
              <a:lnSpc>
                <a:spcPct val="150000"/>
              </a:lnSpc>
              <a:spcBef>
                <a:spcPts val="0"/>
              </a:spcBef>
              <a:buClr>
                <a:schemeClr val="folHlink"/>
              </a:buClr>
              <a:buSzPct val="60000"/>
              <a:buFont typeface="Wingdings" panose="05000000000000000000" pitchFamily="2" charset="2"/>
              <a:buNone/>
            </a:pPr>
            <a:r>
              <a:rPr lang="zh-CN" altLang="en-US" sz="2800" dirty="0">
                <a:latin typeface="微软雅黑" panose="020B0503020204020204" charset="-122"/>
                <a:ea typeface="微软雅黑" panose="020B0503020204020204" charset="-122"/>
                <a:cs typeface="微软雅黑" panose="020B0503020204020204" charset="-122"/>
                <a:sym typeface="+mn-ea"/>
              </a:rPr>
              <a:t>        </a:t>
            </a:r>
            <a:r>
              <a:rPr lang="zh-CN" altLang="en-US" sz="2400" dirty="0">
                <a:latin typeface="微软雅黑" panose="020B0503020204020204" charset="-122"/>
                <a:ea typeface="微软雅黑" panose="020B0503020204020204" charset="-122"/>
                <a:cs typeface="微软雅黑" panose="020B0503020204020204" charset="-122"/>
                <a:sym typeface="+mn-ea"/>
              </a:rPr>
              <a:t> 通过各种谱图中获得结构单元类型及数目的信息。有的结构单元可能在各个图谱都有反映，有些结构单元可能只在一种谱学方法中才有肯定的结论。</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3"/>
          <p:cNvSpPr>
            <a:spLocks noGrp="1"/>
          </p:cNvSpPr>
          <p:nvPr>
            <p:ph idx="1"/>
          </p:nvPr>
        </p:nvSpPr>
        <p:spPr>
          <a:xfrm>
            <a:off x="971600" y="699542"/>
            <a:ext cx="7772400" cy="3086100"/>
          </a:xfrm>
        </p:spPr>
        <p:txBody>
          <a:bodyPr vert="horz" wrap="square" lIns="91440" tIns="45720" rIns="91440" bIns="45720" anchor="t"/>
          <a:lstStyle/>
          <a:p>
            <a:pPr eaLnBrk="1" hangingPunct="1">
              <a:buNone/>
            </a:pPr>
            <a:r>
              <a:rPr lang="en-US" altLang="zh-CN" sz="2800" b="1" dirty="0">
                <a:solidFill>
                  <a:srgbClr val="C00000"/>
                </a:solidFill>
                <a:latin typeface="微软雅黑" panose="020B0503020204020204" charset="-122"/>
                <a:ea typeface="微软雅黑" panose="020B0503020204020204" charset="-122"/>
                <a:cs typeface="微软雅黑" panose="020B0503020204020204" charset="-122"/>
              </a:rPr>
              <a:t>4</a:t>
            </a:r>
            <a:r>
              <a:rPr lang="zh-CN" altLang="en-US" sz="2800" b="1" dirty="0">
                <a:solidFill>
                  <a:srgbClr val="C00000"/>
                </a:solidFill>
                <a:latin typeface="微软雅黑" panose="020B0503020204020204" charset="-122"/>
                <a:ea typeface="微软雅黑" panose="020B0503020204020204" charset="-122"/>
                <a:cs typeface="微软雅黑" panose="020B0503020204020204" charset="-122"/>
              </a:rPr>
              <a:t>）计算剩余结构单元和不饱和度</a:t>
            </a:r>
          </a:p>
          <a:p>
            <a:pPr eaLnBrk="1" latinLnBrk="0" hangingPunct="1">
              <a:lnSpc>
                <a:spcPct val="150000"/>
              </a:lnSpc>
              <a:spcBef>
                <a:spcPts val="0"/>
              </a:spcBef>
              <a:buNone/>
            </a:pPr>
            <a:r>
              <a:rPr lang="zh-CN" altLang="en-US" b="1" dirty="0">
                <a:solidFill>
                  <a:srgbClr val="CC0000"/>
                </a:solidFill>
                <a:latin typeface="Times New Roman" panose="02020603050405020304" pitchFamily="18" charset="0"/>
              </a:rPr>
              <a:t>         </a:t>
            </a:r>
            <a:r>
              <a:rPr lang="zh-CN" altLang="en-US" sz="2400" dirty="0">
                <a:latin typeface="微软雅黑" panose="020B0503020204020204" charset="-122"/>
                <a:ea typeface="微软雅黑" panose="020B0503020204020204" charset="-122"/>
              </a:rPr>
              <a:t>分子式与已确定的所有结构单元的元素组成的差值就是剩余结构单元；分子式计算得到的不饱和度减去已确定结构单元的不饱和度，即剩余不饱和度。</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p:cNvSpPr>
            <a:spLocks noGrp="1"/>
          </p:cNvSpPr>
          <p:nvPr>
            <p:ph idx="1"/>
          </p:nvPr>
        </p:nvSpPr>
        <p:spPr>
          <a:xfrm>
            <a:off x="395536" y="267494"/>
            <a:ext cx="8486775" cy="2121694"/>
          </a:xfrm>
        </p:spPr>
        <p:txBody>
          <a:bodyPr vert="horz" wrap="square" lIns="91440" tIns="45720" rIns="91440" bIns="45720" anchor="t"/>
          <a:lstStyle/>
          <a:p>
            <a:pPr eaLnBrk="1" hangingPunct="1">
              <a:buNone/>
            </a:pPr>
            <a:r>
              <a:rPr lang="en-US" altLang="zh-CN" sz="2800" b="1" dirty="0">
                <a:solidFill>
                  <a:srgbClr val="C00000"/>
                </a:solidFill>
                <a:latin typeface="微软雅黑" panose="020B0503020204020204" charset="-122"/>
                <a:ea typeface="微软雅黑" panose="020B0503020204020204" charset="-122"/>
                <a:cs typeface="微软雅黑" panose="020B0503020204020204" charset="-122"/>
              </a:rPr>
              <a:t>5</a:t>
            </a:r>
            <a:r>
              <a:rPr lang="zh-CN" altLang="en-US" sz="2800" b="1" dirty="0">
                <a:solidFill>
                  <a:srgbClr val="C00000"/>
                </a:solidFill>
                <a:latin typeface="微软雅黑" panose="020B0503020204020204" charset="-122"/>
                <a:ea typeface="微软雅黑" panose="020B0503020204020204" charset="-122"/>
                <a:cs typeface="微软雅黑" panose="020B0503020204020204" charset="-122"/>
              </a:rPr>
              <a:t>）将小的结构单元组合成较大的结构单元</a:t>
            </a:r>
          </a:p>
          <a:p>
            <a:pPr lvl="1" eaLnBrk="1" hangingPunct="1">
              <a:buClr>
                <a:srgbClr val="002060"/>
              </a:buClr>
              <a:buSzPct val="75000"/>
              <a:buFont typeface="Wingdings" panose="05000000000000000000" charset="0"/>
              <a:buChar char="u"/>
            </a:pPr>
            <a:r>
              <a:rPr lang="en-US" altLang="zh-CN" sz="2400" baseline="30000" dirty="0" smtClean="0">
                <a:solidFill>
                  <a:schemeClr val="tx1"/>
                </a:solidFill>
                <a:latin typeface="Times New Roman" panose="02020603050405020304" pitchFamily="18" charset="0"/>
                <a:ea typeface="微软雅黑" panose="020B0503020204020204" charset="-122"/>
                <a:cs typeface="Times New Roman" panose="02020603050405020304" pitchFamily="18" charset="0"/>
              </a:rPr>
              <a:t>1</a:t>
            </a:r>
            <a:r>
              <a:rPr lang="en-US" altLang="zh-CN" sz="2400" dirty="0" smtClean="0">
                <a:solidFill>
                  <a:schemeClr val="tx1"/>
                </a:solidFill>
                <a:latin typeface="Times New Roman" panose="02020603050405020304" pitchFamily="18" charset="0"/>
                <a:ea typeface="微软雅黑" panose="020B0503020204020204" charset="-122"/>
                <a:cs typeface="Times New Roman" panose="02020603050405020304" pitchFamily="18" charset="0"/>
              </a:rPr>
              <a:t>HNMR</a:t>
            </a:r>
            <a:r>
              <a:rPr lang="zh-CN" altLang="en-US" sz="2400" dirty="0">
                <a:solidFill>
                  <a:schemeClr val="tx1"/>
                </a:solidFill>
                <a:latin typeface="Times New Roman" panose="02020603050405020304" pitchFamily="18" charset="0"/>
                <a:ea typeface="微软雅黑" panose="020B0503020204020204" charset="-122"/>
                <a:cs typeface="Times New Roman" panose="02020603050405020304" pitchFamily="18" charset="0"/>
              </a:rPr>
              <a:t>的化学位移和耦合裂分</a:t>
            </a:r>
            <a:r>
              <a:rPr lang="zh-CN" altLang="en-US" sz="2400" dirty="0" smtClean="0">
                <a:solidFill>
                  <a:schemeClr val="tx1"/>
                </a:solidFill>
                <a:latin typeface="Times New Roman" panose="02020603050405020304" pitchFamily="18" charset="0"/>
                <a:ea typeface="微软雅黑" panose="020B0503020204020204" charset="-122"/>
                <a:cs typeface="Times New Roman" panose="02020603050405020304" pitchFamily="18" charset="0"/>
              </a:rPr>
              <a:t>；</a:t>
            </a:r>
            <a:endParaRPr lang="en-US" altLang="zh-CN" sz="2400" dirty="0" smtClean="0">
              <a:solidFill>
                <a:schemeClr val="tx1"/>
              </a:solidFill>
              <a:latin typeface="Times New Roman" panose="02020603050405020304" pitchFamily="18" charset="0"/>
              <a:ea typeface="微软雅黑" panose="020B0503020204020204" charset="-122"/>
              <a:cs typeface="Times New Roman" panose="02020603050405020304" pitchFamily="18" charset="0"/>
            </a:endParaRPr>
          </a:p>
          <a:p>
            <a:pPr lvl="1" eaLnBrk="1" hangingPunct="1">
              <a:buClr>
                <a:srgbClr val="002060"/>
              </a:buClr>
              <a:buSzPct val="75000"/>
              <a:buFont typeface="Wingdings" panose="05000000000000000000" charset="0"/>
              <a:buChar char="u"/>
            </a:pPr>
            <a:r>
              <a:rPr lang="en-US" altLang="zh-CN" sz="2400" dirty="0">
                <a:latin typeface="Times New Roman" panose="02020603050405020304" pitchFamily="18" charset="0"/>
                <a:ea typeface="微软雅黑" panose="020B0503020204020204" charset="-122"/>
                <a:cs typeface="Times New Roman" panose="02020603050405020304" pitchFamily="18" charset="0"/>
              </a:rPr>
              <a:t> </a:t>
            </a:r>
            <a:r>
              <a:rPr lang="zh-CN" altLang="en-US" sz="2400" dirty="0" smtClean="0">
                <a:solidFill>
                  <a:schemeClr val="tx1"/>
                </a:solidFill>
                <a:latin typeface="Times New Roman" panose="02020603050405020304" pitchFamily="18" charset="0"/>
                <a:ea typeface="微软雅黑" panose="020B0503020204020204" charset="-122"/>
                <a:cs typeface="Times New Roman" panose="02020603050405020304" pitchFamily="18" charset="0"/>
              </a:rPr>
              <a:t> </a:t>
            </a:r>
            <a:r>
              <a:rPr lang="zh-CN" altLang="en-US" sz="2400" dirty="0">
                <a:solidFill>
                  <a:schemeClr val="tx1"/>
                </a:solidFill>
                <a:latin typeface="Times New Roman" panose="02020603050405020304" pitchFamily="18" charset="0"/>
                <a:ea typeface="微软雅黑" panose="020B0503020204020204" charset="-122"/>
                <a:cs typeface="Times New Roman" panose="02020603050405020304" pitchFamily="18" charset="0"/>
              </a:rPr>
              <a:t>质谱主要碎片离子、分子离子和它们之间的差值</a:t>
            </a:r>
            <a:r>
              <a:rPr lang="zh-CN" altLang="en-US" sz="2400" dirty="0" smtClean="0">
                <a:solidFill>
                  <a:schemeClr val="tx1"/>
                </a:solidFill>
                <a:latin typeface="Times New Roman" panose="02020603050405020304" pitchFamily="18" charset="0"/>
                <a:ea typeface="微软雅黑" panose="020B0503020204020204" charset="-122"/>
                <a:cs typeface="Times New Roman" panose="02020603050405020304" pitchFamily="18" charset="0"/>
              </a:rPr>
              <a:t>；</a:t>
            </a:r>
            <a:endParaRPr lang="en-US" altLang="zh-CN" sz="2400" dirty="0" smtClean="0">
              <a:solidFill>
                <a:schemeClr val="tx1"/>
              </a:solidFill>
              <a:latin typeface="Times New Roman" panose="02020603050405020304" pitchFamily="18" charset="0"/>
              <a:ea typeface="微软雅黑" panose="020B0503020204020204" charset="-122"/>
              <a:cs typeface="Times New Roman" panose="02020603050405020304" pitchFamily="18" charset="0"/>
            </a:endParaRPr>
          </a:p>
          <a:p>
            <a:pPr lvl="1" eaLnBrk="1" hangingPunct="1">
              <a:buClr>
                <a:srgbClr val="002060"/>
              </a:buClr>
              <a:buSzPct val="75000"/>
              <a:buFont typeface="Wingdings" panose="05000000000000000000" charset="0"/>
              <a:buChar char="u"/>
            </a:pPr>
            <a:r>
              <a:rPr lang="en-US" altLang="zh-CN" sz="2400" dirty="0">
                <a:latin typeface="Times New Roman" panose="02020603050405020304" pitchFamily="18" charset="0"/>
                <a:ea typeface="微软雅黑" panose="020B0503020204020204" charset="-122"/>
                <a:cs typeface="Times New Roman" panose="02020603050405020304" pitchFamily="18" charset="0"/>
              </a:rPr>
              <a:t> </a:t>
            </a:r>
            <a:r>
              <a:rPr lang="zh-CN" altLang="en-US" sz="2400" dirty="0" smtClean="0">
                <a:solidFill>
                  <a:schemeClr val="tx1"/>
                </a:solidFill>
                <a:latin typeface="Times New Roman" panose="02020603050405020304" pitchFamily="18" charset="0"/>
                <a:ea typeface="微软雅黑" panose="020B0503020204020204" charset="-122"/>
                <a:cs typeface="Times New Roman" panose="02020603050405020304" pitchFamily="18" charset="0"/>
              </a:rPr>
              <a:t> </a:t>
            </a:r>
            <a:r>
              <a:rPr lang="zh-CN" altLang="en-US" sz="2400" dirty="0">
                <a:solidFill>
                  <a:schemeClr val="tx1"/>
                </a:solidFill>
                <a:latin typeface="Times New Roman" panose="02020603050405020304" pitchFamily="18" charset="0"/>
                <a:ea typeface="微软雅黑" panose="020B0503020204020204" charset="-122"/>
                <a:cs typeface="Times New Roman" panose="02020603050405020304" pitchFamily="18" charset="0"/>
              </a:rPr>
              <a:t>红外光谱某些谱峰的位置可反映该基团与其他基团相连的信息</a:t>
            </a:r>
            <a:r>
              <a:rPr lang="zh-CN" altLang="en-US" sz="2400" dirty="0" smtClean="0">
                <a:solidFill>
                  <a:schemeClr val="tx1"/>
                </a:solidFill>
                <a:latin typeface="Times New Roman" panose="02020603050405020304" pitchFamily="18" charset="0"/>
                <a:ea typeface="微软雅黑" panose="020B0503020204020204" charset="-122"/>
                <a:cs typeface="Times New Roman" panose="02020603050405020304" pitchFamily="18" charset="0"/>
              </a:rPr>
              <a:t>；</a:t>
            </a:r>
            <a:endParaRPr lang="en-US" altLang="zh-CN" sz="2400" dirty="0" smtClean="0">
              <a:solidFill>
                <a:schemeClr val="tx1"/>
              </a:solidFill>
              <a:latin typeface="Times New Roman" panose="02020603050405020304" pitchFamily="18" charset="0"/>
              <a:ea typeface="微软雅黑" panose="020B0503020204020204" charset="-122"/>
              <a:cs typeface="Times New Roman" panose="02020603050405020304" pitchFamily="18" charset="0"/>
            </a:endParaRPr>
          </a:p>
          <a:p>
            <a:pPr lvl="1" eaLnBrk="1" hangingPunct="1">
              <a:buClr>
                <a:srgbClr val="002060"/>
              </a:buClr>
              <a:buSzPct val="75000"/>
              <a:buFont typeface="Wingdings" panose="05000000000000000000" charset="0"/>
              <a:buChar char="u"/>
            </a:pPr>
            <a:r>
              <a:rPr lang="en-US" altLang="zh-CN" sz="2400" dirty="0">
                <a:latin typeface="Times New Roman" panose="02020603050405020304" pitchFamily="18" charset="0"/>
                <a:ea typeface="微软雅黑" panose="020B0503020204020204" charset="-122"/>
                <a:cs typeface="Times New Roman" panose="02020603050405020304" pitchFamily="18" charset="0"/>
              </a:rPr>
              <a:t> </a:t>
            </a:r>
            <a:r>
              <a:rPr lang="zh-CN" altLang="en-US" sz="2400" dirty="0" smtClean="0">
                <a:solidFill>
                  <a:schemeClr val="tx1"/>
                </a:solidFill>
                <a:latin typeface="Times New Roman" panose="02020603050405020304" pitchFamily="18" charset="0"/>
                <a:ea typeface="微软雅黑" panose="020B0503020204020204" charset="-122"/>
                <a:cs typeface="Times New Roman" panose="02020603050405020304" pitchFamily="18" charset="0"/>
              </a:rPr>
              <a:t>核磁共振</a:t>
            </a:r>
            <a:r>
              <a:rPr lang="zh-CN" altLang="en-US" sz="2400" dirty="0">
                <a:solidFill>
                  <a:schemeClr val="tx1"/>
                </a:solidFill>
                <a:latin typeface="Times New Roman" panose="02020603050405020304" pitchFamily="18" charset="0"/>
                <a:ea typeface="微软雅黑" panose="020B0503020204020204" charset="-122"/>
                <a:cs typeface="Times New Roman" panose="02020603050405020304" pitchFamily="18" charset="0"/>
              </a:rPr>
              <a:t>二维谱</a:t>
            </a:r>
          </a:p>
        </p:txBody>
      </p:sp>
      <p:sp>
        <p:nvSpPr>
          <p:cNvPr id="22530" name="Rectangle 3"/>
          <p:cNvSpPr>
            <a:spLocks noGrp="1"/>
          </p:cNvSpPr>
          <p:nvPr/>
        </p:nvSpPr>
        <p:spPr>
          <a:xfrm>
            <a:off x="323528" y="3030750"/>
            <a:ext cx="8554085" cy="1125379"/>
          </a:xfrm>
          <a:prstGeom prst="rect">
            <a:avLst/>
          </a:prstGeom>
          <a:noFill/>
          <a:ln w="9525">
            <a:noFill/>
          </a:ln>
        </p:spPr>
        <p:txBody>
          <a:bodyPr vert="horz" wrap="square" lIns="91440" tIns="45720" rIns="91440" bIns="45720" anchor="t"/>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9pPr>
          </a:lstStyle>
          <a:p>
            <a:pPr eaLnBrk="1" hangingPunct="1">
              <a:buNone/>
            </a:pPr>
            <a:r>
              <a:rPr lang="en-US" altLang="zh-CN" sz="2800" b="1" dirty="0">
                <a:solidFill>
                  <a:srgbClr val="C00000"/>
                </a:solidFill>
                <a:latin typeface="微软雅黑" panose="020B0503020204020204" charset="-122"/>
                <a:ea typeface="微软雅黑" panose="020B0503020204020204" charset="-122"/>
                <a:cs typeface="微软雅黑" panose="020B0503020204020204" charset="-122"/>
              </a:rPr>
              <a:t>6</a:t>
            </a:r>
            <a:r>
              <a:rPr lang="zh-CN" altLang="en-US" sz="2800" b="1" dirty="0">
                <a:solidFill>
                  <a:srgbClr val="C00000"/>
                </a:solidFill>
                <a:latin typeface="微软雅黑" panose="020B0503020204020204" charset="-122"/>
                <a:ea typeface="微软雅黑" panose="020B0503020204020204" charset="-122"/>
                <a:cs typeface="微软雅黑" panose="020B0503020204020204" charset="-122"/>
              </a:rPr>
              <a:t>）提出可能结构式，用波谱数据进行核对，排除不合理结构</a:t>
            </a:r>
          </a:p>
          <a:p>
            <a:pPr eaLnBrk="1" hangingPunct="1">
              <a:buNone/>
            </a:pPr>
            <a:r>
              <a:rPr lang="zh-CN" altLang="en-US" b="1" dirty="0"/>
              <a:t>    </a:t>
            </a:r>
            <a:r>
              <a:rPr lang="zh-CN" altLang="en-US" b="1" dirty="0" smtClean="0"/>
              <a:t>     </a:t>
            </a:r>
            <a:r>
              <a:rPr lang="zh-CN" altLang="en-US" sz="2400" dirty="0" smtClean="0">
                <a:latin typeface="微软雅黑" panose="020B0503020204020204" charset="-122"/>
                <a:ea typeface="微软雅黑" panose="020B0503020204020204" charset="-122"/>
              </a:rPr>
              <a:t>以</a:t>
            </a:r>
            <a:r>
              <a:rPr lang="zh-CN" altLang="en-US" sz="2400" dirty="0">
                <a:latin typeface="微软雅黑" panose="020B0503020204020204" charset="-122"/>
                <a:ea typeface="微软雅黑" panose="020B0503020204020204" charset="-122"/>
              </a:rPr>
              <a:t>所推出的结构为出发点，对各种谱图进行指认。</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5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p:bldP spid="22530" grpId="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691680" y="1563638"/>
            <a:ext cx="6534472" cy="743665"/>
          </a:xfrm>
          <a:prstGeom prst="rect">
            <a:avLst/>
          </a:prstGeom>
        </p:spPr>
        <p:txBody>
          <a:bodyPr wrap="square">
            <a:spAutoFit/>
          </a:bodyPr>
          <a:lstStyle/>
          <a:p>
            <a:pPr lvl="0">
              <a:lnSpc>
                <a:spcPct val="150000"/>
              </a:lnSpc>
              <a:buSzPct val="75000"/>
            </a:pPr>
            <a:r>
              <a:rPr lang="en-US" altLang="zh-CN" sz="3200" b="1" dirty="0">
                <a:solidFill>
                  <a:srgbClr val="0070C0"/>
                </a:solidFill>
                <a:latin typeface="Times New Roman" pitchFamily="18" charset="0"/>
                <a:ea typeface="微软雅黑" pitchFamily="34" charset="-122"/>
                <a:cs typeface="Times New Roman" pitchFamily="18" charset="0"/>
              </a:rPr>
              <a:t>2. </a:t>
            </a:r>
            <a:r>
              <a:rPr lang="zh-CN" altLang="en-US" sz="3200" b="1" dirty="0">
                <a:solidFill>
                  <a:srgbClr val="0070C0"/>
                </a:solidFill>
                <a:latin typeface="Times New Roman" pitchFamily="18" charset="0"/>
                <a:ea typeface="微软雅黑" pitchFamily="34" charset="-122"/>
                <a:cs typeface="Times New Roman" pitchFamily="18" charset="0"/>
              </a:rPr>
              <a:t>有机波谱综合解析实例</a:t>
            </a:r>
          </a:p>
        </p:txBody>
      </p:sp>
    </p:spTree>
    <p:extLst>
      <p:ext uri="{BB962C8B-B14F-4D97-AF65-F5344CB8AC3E}">
        <p14:creationId xmlns:p14="http://schemas.microsoft.com/office/powerpoint/2010/main" val="22734763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12"/>
          <p:cNvSpPr/>
          <p:nvPr/>
        </p:nvSpPr>
        <p:spPr>
          <a:xfrm>
            <a:off x="24130" y="121434"/>
            <a:ext cx="988060" cy="461665"/>
          </a:xfrm>
          <a:prstGeom prst="rect">
            <a:avLst/>
          </a:prstGeom>
          <a:noFill/>
          <a:ln w="9525">
            <a:noFill/>
          </a:ln>
        </p:spPr>
        <p:txBody>
          <a:bodyPr wrap="square" anchor="t">
            <a:spAutoFit/>
          </a:bodyPr>
          <a:lstStyle/>
          <a:p>
            <a:r>
              <a:rPr lang="zh-CN" altLang="en-US" sz="2400" b="1" dirty="0">
                <a:solidFill>
                  <a:schemeClr val="tx1"/>
                </a:solidFill>
                <a:latin typeface="微软雅黑" panose="020B0503020204020204" charset="-122"/>
                <a:ea typeface="微软雅黑" panose="020B0503020204020204" charset="-122"/>
                <a:cs typeface="微软雅黑" panose="020B0503020204020204" charset="-122"/>
              </a:rPr>
              <a:t>例</a:t>
            </a:r>
            <a:r>
              <a:rPr lang="en-US" altLang="zh-CN" sz="2400" b="1" dirty="0">
                <a:solidFill>
                  <a:schemeClr val="tx1"/>
                </a:solidFill>
                <a:latin typeface="微软雅黑" panose="020B0503020204020204" charset="-122"/>
                <a:ea typeface="微软雅黑" panose="020B0503020204020204" charset="-122"/>
                <a:cs typeface="微软雅黑" panose="020B0503020204020204" charset="-122"/>
              </a:rPr>
              <a:t>1</a:t>
            </a:r>
          </a:p>
        </p:txBody>
      </p:sp>
      <p:pic>
        <p:nvPicPr>
          <p:cNvPr id="24579" name="Picture 6"/>
          <p:cNvPicPr>
            <a:picLocks noChangeAspect="1"/>
          </p:cNvPicPr>
          <p:nvPr/>
        </p:nvPicPr>
        <p:blipFill>
          <a:blip r:embed="rId3"/>
          <a:stretch>
            <a:fillRect/>
          </a:stretch>
        </p:blipFill>
        <p:spPr>
          <a:xfrm>
            <a:off x="4383941" y="543034"/>
            <a:ext cx="3995420" cy="1868805"/>
          </a:xfrm>
          <a:prstGeom prst="rect">
            <a:avLst/>
          </a:prstGeom>
          <a:noFill/>
          <a:ln w="9525">
            <a:noFill/>
          </a:ln>
        </p:spPr>
      </p:pic>
      <p:pic>
        <p:nvPicPr>
          <p:cNvPr id="24581" name="Picture 6"/>
          <p:cNvPicPr>
            <a:picLocks noChangeAspect="1"/>
          </p:cNvPicPr>
          <p:nvPr/>
        </p:nvPicPr>
        <p:blipFill>
          <a:blip r:embed="rId4"/>
          <a:stretch>
            <a:fillRect/>
          </a:stretch>
        </p:blipFill>
        <p:spPr>
          <a:xfrm>
            <a:off x="4532185" y="2780592"/>
            <a:ext cx="3762375" cy="1986915"/>
          </a:xfrm>
          <a:prstGeom prst="rect">
            <a:avLst/>
          </a:prstGeom>
          <a:noFill/>
          <a:ln w="9525">
            <a:noFill/>
          </a:ln>
        </p:spPr>
      </p:pic>
      <p:sp>
        <p:nvSpPr>
          <p:cNvPr id="3" name="矩形 2"/>
          <p:cNvSpPr/>
          <p:nvPr/>
        </p:nvSpPr>
        <p:spPr>
          <a:xfrm>
            <a:off x="827583" y="52416"/>
            <a:ext cx="8154863" cy="461665"/>
          </a:xfrm>
          <a:prstGeom prst="rect">
            <a:avLst/>
          </a:prstGeom>
        </p:spPr>
        <p:txBody>
          <a:bodyPr wrap="square">
            <a:spAutoFit/>
          </a:bodyPr>
          <a:lstStyle/>
          <a:p>
            <a:pPr lvl="0"/>
            <a:r>
              <a:rPr lang="zh-CN" altLang="en-US" sz="2400" b="1" dirty="0">
                <a:latin typeface="Times New Roman" panose="02020603050405020304" pitchFamily="18" charset="0"/>
                <a:cs typeface="Times New Roman" panose="02020603050405020304" pitchFamily="18" charset="0"/>
                <a:sym typeface="+mn-ea"/>
              </a:rPr>
              <a:t>由未知物的</a:t>
            </a:r>
            <a:r>
              <a:rPr lang="en-US" altLang="zh-CN" sz="2400" b="1" dirty="0">
                <a:latin typeface="Times New Roman" panose="02020603050405020304" pitchFamily="18" charset="0"/>
                <a:cs typeface="Times New Roman" panose="02020603050405020304" pitchFamily="18" charset="0"/>
                <a:sym typeface="+mn-ea"/>
              </a:rPr>
              <a:t>MS</a:t>
            </a:r>
            <a:r>
              <a:rPr lang="zh-CN" altLang="en-US" sz="2400" b="1" dirty="0">
                <a:latin typeface="Times New Roman" panose="02020603050405020304" pitchFamily="18" charset="0"/>
                <a:cs typeface="Times New Roman" panose="02020603050405020304" pitchFamily="18" charset="0"/>
                <a:sym typeface="+mn-ea"/>
              </a:rPr>
              <a:t>、</a:t>
            </a:r>
            <a:r>
              <a:rPr lang="en-US" altLang="zh-CN" sz="2400" b="1" dirty="0">
                <a:latin typeface="Times New Roman" panose="02020603050405020304" pitchFamily="18" charset="0"/>
                <a:cs typeface="Times New Roman" panose="02020603050405020304" pitchFamily="18" charset="0"/>
                <a:sym typeface="+mn-ea"/>
              </a:rPr>
              <a:t>IR</a:t>
            </a:r>
            <a:r>
              <a:rPr lang="zh-CN" altLang="en-US" sz="2400" b="1" dirty="0" smtClean="0">
                <a:latin typeface="Times New Roman" panose="02020603050405020304" pitchFamily="18" charset="0"/>
                <a:cs typeface="Times New Roman" panose="02020603050405020304" pitchFamily="18" charset="0"/>
                <a:sym typeface="+mn-ea"/>
              </a:rPr>
              <a:t>、</a:t>
            </a:r>
            <a:r>
              <a:rPr lang="en-US" altLang="zh-CN" sz="2400" b="1" baseline="30000" dirty="0" smtClean="0">
                <a:latin typeface="Times New Roman" panose="02020603050405020304" pitchFamily="18" charset="0"/>
                <a:cs typeface="Times New Roman" panose="02020603050405020304" pitchFamily="18" charset="0"/>
                <a:sym typeface="+mn-ea"/>
              </a:rPr>
              <a:t>1</a:t>
            </a:r>
            <a:r>
              <a:rPr lang="en-US" altLang="zh-CN" sz="2400" b="1" dirty="0" smtClean="0">
                <a:latin typeface="Times New Roman" panose="02020603050405020304" pitchFamily="18" charset="0"/>
                <a:cs typeface="Times New Roman" panose="02020603050405020304" pitchFamily="18" charset="0"/>
                <a:sym typeface="+mn-ea"/>
              </a:rPr>
              <a:t>HNMR </a:t>
            </a:r>
            <a:r>
              <a:rPr lang="zh-CN" altLang="en-US" sz="2400" b="1" dirty="0" smtClean="0">
                <a:latin typeface="Times New Roman" panose="02020603050405020304" pitchFamily="18" charset="0"/>
                <a:cs typeface="Times New Roman" panose="02020603050405020304" pitchFamily="18" charset="0"/>
                <a:sym typeface="+mn-ea"/>
              </a:rPr>
              <a:t>和</a:t>
            </a:r>
            <a:r>
              <a:rPr lang="en-US" altLang="zh-CN" sz="2400" b="1" baseline="30000" dirty="0" smtClean="0">
                <a:latin typeface="Times New Roman" panose="02020603050405020304" pitchFamily="18" charset="0"/>
                <a:cs typeface="Times New Roman" panose="02020603050405020304" pitchFamily="18" charset="0"/>
                <a:sym typeface="+mn-ea"/>
              </a:rPr>
              <a:t>13</a:t>
            </a:r>
            <a:r>
              <a:rPr lang="en-US" altLang="zh-CN" sz="2400" b="1" dirty="0" smtClean="0">
                <a:latin typeface="Times New Roman" panose="02020603050405020304" pitchFamily="18" charset="0"/>
                <a:cs typeface="Times New Roman" panose="02020603050405020304" pitchFamily="18" charset="0"/>
                <a:sym typeface="+mn-ea"/>
              </a:rPr>
              <a:t>CNMR</a:t>
            </a:r>
            <a:r>
              <a:rPr lang="zh-CN" altLang="en-US" sz="2400" b="1" dirty="0">
                <a:latin typeface="Times New Roman" panose="02020603050405020304" pitchFamily="18" charset="0"/>
                <a:cs typeface="Times New Roman" panose="02020603050405020304" pitchFamily="18" charset="0"/>
                <a:sym typeface="+mn-ea"/>
              </a:rPr>
              <a:t>推测化合物结构</a:t>
            </a:r>
            <a:endParaRPr lang="zh-CN" altLang="en-US" sz="2400" b="1" dirty="0">
              <a:latin typeface="Times New Roman" panose="02020603050405020304" pitchFamily="18" charset="0"/>
              <a:cs typeface="Times New Roman" panose="02020603050405020304" pitchFamily="18" charset="0"/>
            </a:endParaRPr>
          </a:p>
        </p:txBody>
      </p:sp>
      <p:pic>
        <p:nvPicPr>
          <p:cNvPr id="1126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7860" y="2571750"/>
            <a:ext cx="4124325" cy="2076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8"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8191" y="453826"/>
            <a:ext cx="4095750" cy="212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4"/>
          <p:cNvSpPr/>
          <p:nvPr/>
        </p:nvSpPr>
        <p:spPr>
          <a:xfrm>
            <a:off x="100516" y="0"/>
            <a:ext cx="8615680" cy="662554"/>
          </a:xfrm>
          <a:prstGeom prst="rect">
            <a:avLst/>
          </a:prstGeom>
          <a:noFill/>
          <a:ln w="9525">
            <a:noFill/>
          </a:ln>
        </p:spPr>
        <p:txBody>
          <a:bodyPr wrap="square" anchor="t">
            <a:spAutoFit/>
          </a:bodyPr>
          <a:lstStyle/>
          <a:p>
            <a:pPr>
              <a:lnSpc>
                <a:spcPct val="150000"/>
              </a:lnSpc>
              <a:spcBef>
                <a:spcPct val="20000"/>
              </a:spcBef>
            </a:pPr>
            <a:r>
              <a:rPr lang="en-US" altLang="zh-CN" sz="2800" b="1" dirty="0">
                <a:solidFill>
                  <a:srgbClr val="C00000"/>
                </a:solidFill>
                <a:latin typeface="微软雅黑" panose="020B0503020204020204" charset="-122"/>
                <a:ea typeface="微软雅黑" panose="020B0503020204020204" charset="-122"/>
                <a:cs typeface="微软雅黑" panose="020B0503020204020204" charset="-122"/>
              </a:rPr>
              <a:t> </a:t>
            </a:r>
            <a:r>
              <a:rPr lang="en-US" altLang="zh-CN" sz="2800" b="1" dirty="0" smtClean="0">
                <a:solidFill>
                  <a:srgbClr val="C00000"/>
                </a:solidFill>
                <a:latin typeface="微软雅黑" panose="020B0503020204020204" charset="-122"/>
                <a:ea typeface="微软雅黑" panose="020B0503020204020204" charset="-122"/>
                <a:cs typeface="微软雅黑" panose="020B0503020204020204" charset="-122"/>
              </a:rPr>
              <a:t>1</a:t>
            </a:r>
            <a:r>
              <a:rPr lang="zh-CN" altLang="en-US" sz="2800" b="1" dirty="0" smtClean="0">
                <a:solidFill>
                  <a:srgbClr val="C00000"/>
                </a:solidFill>
                <a:latin typeface="微软雅黑" panose="020B0503020204020204" charset="-122"/>
                <a:ea typeface="微软雅黑" panose="020B0503020204020204" charset="-122"/>
                <a:cs typeface="微软雅黑" panose="020B0503020204020204" charset="-122"/>
              </a:rPr>
              <a:t>）</a:t>
            </a:r>
            <a:r>
              <a:rPr lang="en-US" altLang="zh-CN" sz="2800" b="1" dirty="0" smtClean="0">
                <a:solidFill>
                  <a:srgbClr val="C00000"/>
                </a:solidFill>
                <a:latin typeface="微软雅黑" panose="020B0503020204020204" charset="-122"/>
                <a:ea typeface="微软雅黑" panose="020B0503020204020204" charset="-122"/>
                <a:cs typeface="微软雅黑" panose="020B0503020204020204" charset="-122"/>
              </a:rPr>
              <a:t> </a:t>
            </a:r>
            <a:r>
              <a:rPr lang="zh-CN" altLang="en-US" sz="2800" b="1" dirty="0">
                <a:solidFill>
                  <a:srgbClr val="C00000"/>
                </a:solidFill>
                <a:latin typeface="微软雅黑" panose="020B0503020204020204" charset="-122"/>
                <a:ea typeface="微软雅黑" panose="020B0503020204020204" charset="-122"/>
                <a:cs typeface="微软雅黑" panose="020B0503020204020204" charset="-122"/>
              </a:rPr>
              <a:t>推断</a:t>
            </a:r>
            <a:r>
              <a:rPr lang="zh-CN" altLang="en-US" sz="2800" b="1" dirty="0" smtClean="0">
                <a:solidFill>
                  <a:srgbClr val="C00000"/>
                </a:solidFill>
                <a:latin typeface="微软雅黑" panose="020B0503020204020204" charset="-122"/>
                <a:ea typeface="微软雅黑" panose="020B0503020204020204" charset="-122"/>
                <a:cs typeface="微软雅黑" panose="020B0503020204020204" charset="-122"/>
              </a:rPr>
              <a:t>分子式</a:t>
            </a:r>
            <a:r>
              <a:rPr lang="zh-CN" altLang="en-US" sz="2400" b="1" dirty="0" smtClean="0">
                <a:solidFill>
                  <a:srgbClr val="C00000"/>
                </a:solidFill>
                <a:latin typeface="Times New Roman" panose="02020603050405020304" pitchFamily="18" charset="0"/>
                <a:ea typeface="楷体_GB2312" pitchFamily="49" charset="-122"/>
              </a:rPr>
              <a:t>     </a:t>
            </a:r>
            <a:endParaRPr lang="zh-CN" altLang="en-US" sz="2400" dirty="0">
              <a:solidFill>
                <a:srgbClr val="C00000"/>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26628" name="Rectangle 8"/>
          <p:cNvSpPr/>
          <p:nvPr/>
        </p:nvSpPr>
        <p:spPr>
          <a:xfrm>
            <a:off x="484056" y="4010882"/>
            <a:ext cx="7848600" cy="1132618"/>
          </a:xfrm>
          <a:prstGeom prst="rect">
            <a:avLst/>
          </a:prstGeom>
          <a:noFill/>
          <a:ln w="9525">
            <a:noFill/>
          </a:ln>
        </p:spPr>
        <p:txBody>
          <a:bodyPr anchor="t">
            <a:spAutoFit/>
          </a:bodyPr>
          <a:lstStyle/>
          <a:p>
            <a:pPr>
              <a:lnSpc>
                <a:spcPct val="130000"/>
              </a:lnSpc>
            </a:pPr>
            <a:r>
              <a:rPr lang="en-US" altLang="zh-CN" sz="2800" b="1" dirty="0" smtClean="0">
                <a:solidFill>
                  <a:srgbClr val="C00000"/>
                </a:solidFill>
                <a:latin typeface="微软雅黑" panose="020B0503020204020204" charset="-122"/>
                <a:ea typeface="微软雅黑" panose="020B0503020204020204" charset="-122"/>
                <a:cs typeface="微软雅黑" panose="020B0503020204020204" charset="-122"/>
              </a:rPr>
              <a:t>2</a:t>
            </a:r>
            <a:r>
              <a:rPr lang="zh-CN" altLang="en-US" sz="2800" b="1" dirty="0" smtClean="0">
                <a:solidFill>
                  <a:srgbClr val="C00000"/>
                </a:solidFill>
                <a:latin typeface="微软雅黑" panose="020B0503020204020204" charset="-122"/>
                <a:ea typeface="微软雅黑" panose="020B0503020204020204" charset="-122"/>
                <a:cs typeface="微软雅黑" panose="020B0503020204020204" charset="-122"/>
              </a:rPr>
              <a:t>）计算</a:t>
            </a:r>
            <a:r>
              <a:rPr lang="zh-CN" altLang="en-US" sz="2800" b="1" dirty="0">
                <a:solidFill>
                  <a:srgbClr val="C00000"/>
                </a:solidFill>
                <a:latin typeface="微软雅黑" panose="020B0503020204020204" charset="-122"/>
                <a:ea typeface="微软雅黑" panose="020B0503020204020204" charset="-122"/>
                <a:cs typeface="微软雅黑" panose="020B0503020204020204" charset="-122"/>
              </a:rPr>
              <a:t>不饱和度</a:t>
            </a:r>
            <a:endParaRPr lang="zh-CN" altLang="en-US" sz="2400" b="1" dirty="0">
              <a:solidFill>
                <a:srgbClr val="C00000"/>
              </a:solidFill>
              <a:latin typeface="宋体" panose="02010600030101010101" pitchFamily="2" charset="-122"/>
            </a:endParaRPr>
          </a:p>
          <a:p>
            <a:pPr>
              <a:lnSpc>
                <a:spcPct val="130000"/>
              </a:lnSpc>
            </a:pPr>
            <a:r>
              <a:rPr lang="zh-CN" altLang="en-US" sz="2400" b="1" dirty="0">
                <a:solidFill>
                  <a:srgbClr val="FF3300"/>
                </a:solidFill>
                <a:latin typeface="Times New Roman" panose="02020603050405020304" pitchFamily="18" charset="0"/>
                <a:ea typeface="楷体_GB2312" pitchFamily="49" charset="-122"/>
              </a:rPr>
              <a:t> </a:t>
            </a:r>
            <a:r>
              <a:rPr lang="zh-CN" altLang="en-US" sz="2400" b="1" dirty="0">
                <a:solidFill>
                  <a:schemeClr val="tx1"/>
                </a:solidFill>
                <a:latin typeface="Times New Roman" panose="02020603050405020304" pitchFamily="18" charset="0"/>
                <a:ea typeface="楷体_GB2312" pitchFamily="49" charset="-122"/>
              </a:rPr>
              <a:t>   </a:t>
            </a:r>
            <a:r>
              <a:rPr lang="en-US" altLang="zh-CN" sz="2400" b="1" dirty="0">
                <a:solidFill>
                  <a:schemeClr val="tx1"/>
                </a:solidFill>
                <a:latin typeface="Times New Roman" panose="02020603050405020304" pitchFamily="18" charset="0"/>
                <a:ea typeface="微软雅黑" panose="020B0503020204020204" charset="-122"/>
                <a:cs typeface="Times New Roman" panose="02020603050405020304" pitchFamily="18" charset="0"/>
              </a:rPr>
              <a:t>f = 1+6-10/2 = 2</a:t>
            </a:r>
            <a:r>
              <a:rPr lang="en-US" altLang="zh-CN" sz="2400" b="1" dirty="0">
                <a:solidFill>
                  <a:srgbClr val="000099"/>
                </a:solidFill>
                <a:latin typeface="Times New Roman" panose="02020603050405020304" pitchFamily="18" charset="0"/>
                <a:ea typeface="微软雅黑" panose="020B0503020204020204" charset="-122"/>
                <a:cs typeface="Times New Roman" panose="02020603050405020304" pitchFamily="18" charset="0"/>
              </a:rPr>
              <a:t> </a:t>
            </a:r>
          </a:p>
        </p:txBody>
      </p:sp>
      <p:sp>
        <p:nvSpPr>
          <p:cNvPr id="2" name="文本框 1"/>
          <p:cNvSpPr txBox="1"/>
          <p:nvPr/>
        </p:nvSpPr>
        <p:spPr>
          <a:xfrm>
            <a:off x="613596" y="921107"/>
            <a:ext cx="7589520" cy="1200329"/>
          </a:xfrm>
          <a:prstGeom prst="rect">
            <a:avLst/>
          </a:prstGeom>
          <a:noFill/>
        </p:spPr>
        <p:txBody>
          <a:bodyPr wrap="square" rtlCol="0" anchor="t">
            <a:spAutoFit/>
          </a:bodyPr>
          <a:lstStyle/>
          <a:p>
            <a:pPr algn="l">
              <a:lnSpc>
                <a:spcPct val="150000"/>
              </a:lnSpc>
              <a:spcBef>
                <a:spcPct val="20000"/>
              </a:spcBef>
            </a:pPr>
            <a:r>
              <a:rPr lang="en-US" altLang="zh-CN" sz="2400" b="1" baseline="30000" dirty="0">
                <a:solidFill>
                  <a:srgbClr val="0070C0"/>
                </a:solidFill>
                <a:latin typeface="Times New Roman" panose="02020603050405020304" pitchFamily="18" charset="0"/>
                <a:ea typeface="微软雅黑" panose="020B0503020204020204" charset="-122"/>
                <a:cs typeface="Times New Roman" panose="02020603050405020304" pitchFamily="18" charset="0"/>
                <a:sym typeface="+mn-ea"/>
              </a:rPr>
              <a:t>1</a:t>
            </a:r>
            <a:r>
              <a:rPr lang="en-US" altLang="zh-CN" sz="2400" b="1" dirty="0">
                <a:solidFill>
                  <a:srgbClr val="0070C0"/>
                </a:solidFill>
                <a:latin typeface="Times New Roman" panose="02020603050405020304" pitchFamily="18" charset="0"/>
                <a:ea typeface="微软雅黑" panose="020B0503020204020204" charset="-122"/>
                <a:cs typeface="Times New Roman" panose="02020603050405020304" pitchFamily="18" charset="0"/>
                <a:sym typeface="+mn-ea"/>
              </a:rPr>
              <a:t>H NMR: </a:t>
            </a:r>
            <a:r>
              <a:rPr lang="zh-CN" altLang="en-US" sz="2400" dirty="0">
                <a:latin typeface="Times New Roman" panose="02020603050405020304" pitchFamily="18" charset="0"/>
                <a:ea typeface="微软雅黑" panose="020B0503020204020204" charset="-122"/>
                <a:cs typeface="Times New Roman" panose="02020603050405020304" pitchFamily="18" charset="0"/>
                <a:sym typeface="+mn-ea"/>
              </a:rPr>
              <a:t>积分比例（高场到低场）：</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3:3:2:1:1   n</a:t>
            </a:r>
            <a:r>
              <a:rPr lang="en-US" altLang="zh-CN" sz="2400" baseline="-25000" dirty="0">
                <a:latin typeface="Times New Roman" panose="02020603050405020304" pitchFamily="18" charset="0"/>
                <a:ea typeface="微软雅黑" panose="020B0503020204020204" charset="-122"/>
                <a:cs typeface="Times New Roman" panose="02020603050405020304" pitchFamily="18" charset="0"/>
                <a:sym typeface="+mn-ea"/>
              </a:rPr>
              <a:t>H</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=10</a:t>
            </a:r>
            <a:r>
              <a:rPr lang="zh-CN" altLang="en-US" sz="2400" dirty="0">
                <a:latin typeface="Times New Roman" panose="02020603050405020304" pitchFamily="18" charset="0"/>
                <a:ea typeface="微软雅黑" panose="020B0503020204020204" charset="-122"/>
                <a:cs typeface="Times New Roman" panose="02020603050405020304" pitchFamily="18" charset="0"/>
                <a:sym typeface="+mn-ea"/>
              </a:rPr>
              <a:t>或</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10</a:t>
            </a:r>
            <a:r>
              <a:rPr lang="zh-CN" altLang="en-US" sz="2400" dirty="0">
                <a:latin typeface="Times New Roman" panose="02020603050405020304" pitchFamily="18" charset="0"/>
                <a:ea typeface="微软雅黑" panose="020B0503020204020204" charset="-122"/>
                <a:cs typeface="Times New Roman" panose="02020603050405020304" pitchFamily="18" charset="0"/>
                <a:sym typeface="+mn-ea"/>
              </a:rPr>
              <a:t>的整数倍</a:t>
            </a:r>
            <a:r>
              <a:rPr lang="en-US" altLang="zh-CN" sz="2400" baseline="30000" dirty="0">
                <a:latin typeface="Times New Roman" panose="02020603050405020304" pitchFamily="18" charset="0"/>
                <a:ea typeface="微软雅黑" panose="020B0503020204020204" charset="-122"/>
                <a:cs typeface="Times New Roman" panose="02020603050405020304" pitchFamily="18" charset="0"/>
                <a:sym typeface="+mn-ea"/>
              </a:rPr>
              <a:t>         </a:t>
            </a:r>
            <a:endParaRPr lang="zh-CN" altLang="en-US" dirty="0"/>
          </a:p>
        </p:txBody>
      </p:sp>
      <p:sp>
        <p:nvSpPr>
          <p:cNvPr id="3" name="文本框 2"/>
          <p:cNvSpPr txBox="1"/>
          <p:nvPr/>
        </p:nvSpPr>
        <p:spPr>
          <a:xfrm>
            <a:off x="492602" y="1975336"/>
            <a:ext cx="7715250" cy="646331"/>
          </a:xfrm>
          <a:prstGeom prst="rect">
            <a:avLst/>
          </a:prstGeom>
          <a:noFill/>
        </p:spPr>
        <p:txBody>
          <a:bodyPr wrap="square" rtlCol="0" anchor="t">
            <a:spAutoFit/>
          </a:bodyPr>
          <a:lstStyle/>
          <a:p>
            <a:pPr algn="l">
              <a:lnSpc>
                <a:spcPct val="150000"/>
              </a:lnSpc>
              <a:spcBef>
                <a:spcPct val="20000"/>
              </a:spcBef>
            </a:pPr>
            <a:r>
              <a:rPr lang="en-US" altLang="zh-CN" sz="2400" b="1" baseline="30000" dirty="0">
                <a:solidFill>
                  <a:srgbClr val="0070C0"/>
                </a:solidFill>
                <a:latin typeface="Times New Roman" panose="02020603050405020304" pitchFamily="18" charset="0"/>
                <a:ea typeface="微软雅黑" panose="020B0503020204020204" charset="-122"/>
                <a:cs typeface="Times New Roman" panose="02020603050405020304" pitchFamily="18" charset="0"/>
                <a:sym typeface="+mn-ea"/>
              </a:rPr>
              <a:t>13</a:t>
            </a:r>
            <a:r>
              <a:rPr lang="en-US" altLang="zh-CN" sz="2400" b="1" dirty="0">
                <a:solidFill>
                  <a:srgbClr val="0070C0"/>
                </a:solidFill>
                <a:latin typeface="Times New Roman" panose="02020603050405020304" pitchFamily="18" charset="0"/>
                <a:ea typeface="微软雅黑" panose="020B0503020204020204" charset="-122"/>
                <a:cs typeface="Times New Roman" panose="02020603050405020304" pitchFamily="18" charset="0"/>
                <a:sym typeface="+mn-ea"/>
              </a:rPr>
              <a:t>C NMR:  </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6</a:t>
            </a:r>
            <a:r>
              <a:rPr lang="zh-CN" altLang="en-US" sz="2400" dirty="0">
                <a:latin typeface="Times New Roman" panose="02020603050405020304" pitchFamily="18" charset="0"/>
                <a:ea typeface="微软雅黑" panose="020B0503020204020204" charset="-122"/>
                <a:cs typeface="Times New Roman" panose="02020603050405020304" pitchFamily="18" charset="0"/>
                <a:sym typeface="+mn-ea"/>
              </a:rPr>
              <a:t>条谱线，</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n</a:t>
            </a:r>
            <a:r>
              <a:rPr lang="en-US" altLang="zh-CN" sz="2400" baseline="-25000" dirty="0">
                <a:latin typeface="Times New Roman" panose="02020603050405020304" pitchFamily="18" charset="0"/>
                <a:ea typeface="微软雅黑" panose="020B0503020204020204" charset="-122"/>
                <a:cs typeface="Times New Roman" panose="02020603050405020304" pitchFamily="18" charset="0"/>
                <a:sym typeface="+mn-ea"/>
              </a:rPr>
              <a:t>C</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≥6       </a:t>
            </a:r>
            <a:endParaRPr lang="zh-CN" altLang="en-US" dirty="0"/>
          </a:p>
        </p:txBody>
      </p:sp>
      <p:sp>
        <p:nvSpPr>
          <p:cNvPr id="6" name="文本框 5"/>
          <p:cNvSpPr txBox="1"/>
          <p:nvPr/>
        </p:nvSpPr>
        <p:spPr>
          <a:xfrm>
            <a:off x="563791" y="2427734"/>
            <a:ext cx="6537367" cy="646331"/>
          </a:xfrm>
          <a:prstGeom prst="rect">
            <a:avLst/>
          </a:prstGeom>
          <a:noFill/>
        </p:spPr>
        <p:txBody>
          <a:bodyPr wrap="none" rtlCol="0" anchor="t">
            <a:spAutoFit/>
          </a:bodyPr>
          <a:lstStyle/>
          <a:p>
            <a:pPr algn="l">
              <a:lnSpc>
                <a:spcPct val="150000"/>
              </a:lnSpc>
              <a:spcBef>
                <a:spcPct val="20000"/>
              </a:spcBef>
            </a:pPr>
            <a:r>
              <a:rPr lang="en-US" altLang="zh-CN" sz="2400" b="1" dirty="0">
                <a:solidFill>
                  <a:srgbClr val="0070C0"/>
                </a:solidFill>
                <a:latin typeface="Times New Roman" panose="02020603050405020304" pitchFamily="18" charset="0"/>
                <a:ea typeface="微软雅黑" panose="020B0503020204020204" charset="-122"/>
                <a:cs typeface="Times New Roman" panose="02020603050405020304" pitchFamily="18" charset="0"/>
                <a:sym typeface="+mn-ea"/>
              </a:rPr>
              <a:t> IR: </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1720cm</a:t>
            </a:r>
            <a:r>
              <a:rPr lang="en-US" altLang="zh-CN" sz="2400" baseline="30000" dirty="0">
                <a:latin typeface="Times New Roman" panose="02020603050405020304" pitchFamily="18" charset="0"/>
                <a:ea typeface="微软雅黑" panose="020B0503020204020204" charset="-122"/>
                <a:cs typeface="Times New Roman" panose="02020603050405020304" pitchFamily="18" charset="0"/>
                <a:sym typeface="+mn-ea"/>
              </a:rPr>
              <a:t>-1 </a:t>
            </a:r>
            <a:r>
              <a:rPr lang="zh-CN" altLang="en-US" sz="2400" dirty="0">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s</a:t>
            </a:r>
            <a:r>
              <a:rPr lang="zh-CN" altLang="en-US" sz="2400" dirty="0">
                <a:latin typeface="Times New Roman" panose="02020603050405020304" pitchFamily="18" charset="0"/>
                <a:ea typeface="微软雅黑" panose="020B0503020204020204" charset="-122"/>
                <a:cs typeface="Times New Roman" panose="02020603050405020304" pitchFamily="18" charset="0"/>
                <a:sym typeface="+mn-ea"/>
              </a:rPr>
              <a:t>）</a:t>
            </a:r>
            <a:r>
              <a:rPr lang="zh-CN" altLang="en-US" sz="2400" baseline="30000" dirty="0">
                <a:latin typeface="Times New Roman" panose="02020603050405020304" pitchFamily="18" charset="0"/>
                <a:ea typeface="微软雅黑" panose="020B0503020204020204" charset="-122"/>
                <a:cs typeface="Times New Roman" panose="02020603050405020304" pitchFamily="18" charset="0"/>
                <a:sym typeface="+mn-ea"/>
              </a:rPr>
              <a:t>  </a:t>
            </a:r>
            <a:r>
              <a:rPr lang="en-US" altLang="zh-CN" sz="2400" baseline="30000" dirty="0">
                <a:latin typeface="Times New Roman" panose="02020603050405020304" pitchFamily="18" charset="0"/>
                <a:ea typeface="微软雅黑" panose="020B0503020204020204" charset="-122"/>
                <a:cs typeface="Times New Roman" panose="02020603050405020304" pitchFamily="18" charset="0"/>
                <a:sym typeface="+mn-ea"/>
              </a:rPr>
              <a:t>13</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C NMR: </a:t>
            </a:r>
            <a:r>
              <a:rPr lang="en-US" altLang="zh-CN" sz="2400" dirty="0">
                <a:latin typeface="Arial" panose="020B0604020202020204" pitchFamily="34" charset="0"/>
                <a:ea typeface="微软雅黑" panose="020B0503020204020204" charset="-122"/>
                <a:cs typeface="Arial" panose="020B0604020202020204" pitchFamily="34" charset="0"/>
                <a:sym typeface="+mn-ea"/>
              </a:rPr>
              <a:t>δ=</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168 </a:t>
            </a:r>
            <a:r>
              <a:rPr lang="zh-CN" altLang="en-US" sz="2400" baseline="30000" dirty="0">
                <a:latin typeface="Times New Roman" panose="02020603050405020304" pitchFamily="18" charset="0"/>
                <a:ea typeface="微软雅黑" panose="020B0503020204020204" charset="-122"/>
                <a:cs typeface="Times New Roman" panose="02020603050405020304" pitchFamily="18" charset="0"/>
                <a:sym typeface="+mn-ea"/>
              </a:rPr>
              <a:t>     </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C=O n</a:t>
            </a:r>
            <a:r>
              <a:rPr lang="en-US" altLang="zh-CN" sz="2400" baseline="-25000" dirty="0">
                <a:uFillTx/>
                <a:latin typeface="Times New Roman" panose="02020603050405020304" pitchFamily="18" charset="0"/>
                <a:ea typeface="微软雅黑" panose="020B0503020204020204" charset="-122"/>
                <a:cs typeface="Times New Roman" panose="02020603050405020304" pitchFamily="18" charset="0"/>
                <a:sym typeface="+mn-ea"/>
              </a:rPr>
              <a:t>o</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≥1</a:t>
            </a:r>
            <a:endParaRPr lang="zh-CN" altLang="en-US" dirty="0"/>
          </a:p>
        </p:txBody>
      </p:sp>
      <p:sp>
        <p:nvSpPr>
          <p:cNvPr id="4" name="矩形 3"/>
          <p:cNvSpPr/>
          <p:nvPr/>
        </p:nvSpPr>
        <p:spPr>
          <a:xfrm>
            <a:off x="719604" y="644070"/>
            <a:ext cx="7812835" cy="461665"/>
          </a:xfrm>
          <a:prstGeom prst="rect">
            <a:avLst/>
          </a:prstGeom>
        </p:spPr>
        <p:txBody>
          <a:bodyPr wrap="square">
            <a:spAutoFit/>
          </a:bodyPr>
          <a:lstStyle/>
          <a:p>
            <a:r>
              <a:rPr lang="en-US" altLang="zh-CN" sz="2400" b="1" dirty="0">
                <a:solidFill>
                  <a:srgbClr val="0070C0"/>
                </a:solidFill>
                <a:latin typeface="Times New Roman" panose="02020603050405020304" pitchFamily="18" charset="0"/>
                <a:ea typeface="微软雅黑" panose="020B0503020204020204" charset="-122"/>
                <a:cs typeface="Times New Roman" panose="02020603050405020304" pitchFamily="18" charset="0"/>
              </a:rPr>
              <a:t>MS</a:t>
            </a:r>
            <a:r>
              <a:rPr lang="zh-CN" altLang="en-US" sz="2400" b="1" dirty="0">
                <a:solidFill>
                  <a:srgbClr val="0070C0"/>
                </a:solidFill>
                <a:latin typeface="Times New Roman" panose="02020603050405020304" pitchFamily="18" charset="0"/>
                <a:ea typeface="微软雅黑" panose="020B0503020204020204" charset="-122"/>
                <a:cs typeface="Times New Roman" panose="02020603050405020304" pitchFamily="18" charset="0"/>
              </a:rPr>
              <a:t>：</a:t>
            </a:r>
            <a:r>
              <a:rPr lang="en-US" altLang="zh-CN" sz="2400" dirty="0">
                <a:solidFill>
                  <a:prstClr val="black"/>
                </a:solidFill>
                <a:latin typeface="Times New Roman" panose="02020603050405020304" pitchFamily="18" charset="0"/>
                <a:ea typeface="微软雅黑" panose="020B0503020204020204" charset="-122"/>
                <a:cs typeface="Times New Roman" panose="02020603050405020304" pitchFamily="18" charset="0"/>
              </a:rPr>
              <a:t>M = 114</a:t>
            </a:r>
            <a:r>
              <a:rPr lang="zh-CN" altLang="en-US" sz="2400" dirty="0">
                <a:solidFill>
                  <a:prstClr val="black"/>
                </a:solidFill>
                <a:latin typeface="Times New Roman" panose="02020603050405020304" pitchFamily="18" charset="0"/>
                <a:ea typeface="微软雅黑" panose="020B0503020204020204" charset="-122"/>
                <a:cs typeface="Times New Roman" panose="02020603050405020304" pitchFamily="18" charset="0"/>
              </a:rPr>
              <a:t>，</a:t>
            </a:r>
            <a:r>
              <a:rPr lang="en-US" altLang="zh-CN" sz="2400" dirty="0" err="1">
                <a:solidFill>
                  <a:prstClr val="black"/>
                </a:solidFill>
                <a:latin typeface="Times New Roman" panose="02020603050405020304" pitchFamily="18" charset="0"/>
                <a:ea typeface="微软雅黑" panose="020B0503020204020204" charset="-122"/>
                <a:cs typeface="Times New Roman" panose="02020603050405020304" pitchFamily="18" charset="0"/>
              </a:rPr>
              <a:t>n</a:t>
            </a:r>
            <a:r>
              <a:rPr lang="en-US" altLang="zh-CN" sz="2400" baseline="-25000" dirty="0" err="1">
                <a:solidFill>
                  <a:prstClr val="black"/>
                </a:solidFill>
                <a:latin typeface="Times New Roman" panose="02020603050405020304" pitchFamily="18" charset="0"/>
                <a:ea typeface="微软雅黑" panose="020B0503020204020204" charset="-122"/>
                <a:cs typeface="Times New Roman" panose="02020603050405020304" pitchFamily="18" charset="0"/>
              </a:rPr>
              <a:t>N</a:t>
            </a:r>
            <a:r>
              <a:rPr lang="en-US" altLang="zh-CN" sz="2400" baseline="-25000" dirty="0">
                <a:solidFill>
                  <a:prstClr val="black"/>
                </a:solidFill>
                <a:latin typeface="Times New Roman" panose="02020603050405020304" pitchFamily="18" charset="0"/>
                <a:ea typeface="微软雅黑" panose="020B0503020204020204" charset="-122"/>
                <a:cs typeface="Times New Roman" panose="02020603050405020304" pitchFamily="18" charset="0"/>
              </a:rPr>
              <a:t> </a:t>
            </a:r>
            <a:r>
              <a:rPr lang="en-US" altLang="zh-CN" sz="2400" dirty="0">
                <a:solidFill>
                  <a:prstClr val="black"/>
                </a:solidFill>
                <a:latin typeface="Times New Roman" panose="02020603050405020304" pitchFamily="18" charset="0"/>
                <a:ea typeface="微软雅黑" panose="020B0503020204020204" charset="-122"/>
                <a:cs typeface="Times New Roman" panose="02020603050405020304" pitchFamily="18" charset="0"/>
              </a:rPr>
              <a:t>= 0</a:t>
            </a:r>
            <a:r>
              <a:rPr lang="zh-CN" altLang="en-US" sz="2400" dirty="0">
                <a:solidFill>
                  <a:prstClr val="black"/>
                </a:solidFill>
                <a:latin typeface="Times New Roman" panose="02020603050405020304" pitchFamily="18" charset="0"/>
                <a:ea typeface="微软雅黑" panose="020B0503020204020204" charset="-122"/>
                <a:cs typeface="Times New Roman" panose="02020603050405020304" pitchFamily="18" charset="0"/>
              </a:rPr>
              <a:t>或为偶数，不含</a:t>
            </a:r>
            <a:r>
              <a:rPr lang="en-US" altLang="zh-CN" sz="2400" dirty="0" err="1">
                <a:solidFill>
                  <a:prstClr val="black"/>
                </a:solidFill>
                <a:latin typeface="Times New Roman" panose="02020603050405020304" pitchFamily="18" charset="0"/>
                <a:ea typeface="微软雅黑" panose="020B0503020204020204" charset="-122"/>
                <a:cs typeface="Times New Roman" panose="02020603050405020304" pitchFamily="18" charset="0"/>
              </a:rPr>
              <a:t>Cl</a:t>
            </a:r>
            <a:r>
              <a:rPr lang="en-US" altLang="zh-CN" sz="2400" dirty="0">
                <a:solidFill>
                  <a:prstClr val="black"/>
                </a:solidFill>
                <a:latin typeface="Times New Roman" panose="02020603050405020304" pitchFamily="18" charset="0"/>
                <a:ea typeface="微软雅黑" panose="020B0503020204020204" charset="-122"/>
                <a:cs typeface="Times New Roman" panose="02020603050405020304" pitchFamily="18" charset="0"/>
              </a:rPr>
              <a:t>, Br</a:t>
            </a:r>
            <a:r>
              <a:rPr lang="zh-CN" altLang="en-US" sz="2400" dirty="0">
                <a:solidFill>
                  <a:prstClr val="black"/>
                </a:solidFill>
                <a:latin typeface="Times New Roman" panose="02020603050405020304" pitchFamily="18" charset="0"/>
                <a:ea typeface="微软雅黑" panose="020B0503020204020204" charset="-122"/>
                <a:cs typeface="Times New Roman" panose="02020603050405020304" pitchFamily="18" charset="0"/>
              </a:rPr>
              <a:t>和</a:t>
            </a:r>
            <a:r>
              <a:rPr lang="en-US" altLang="zh-CN" sz="2400" dirty="0">
                <a:solidFill>
                  <a:prstClr val="black"/>
                </a:solidFill>
                <a:latin typeface="Times New Roman" panose="02020603050405020304" pitchFamily="18" charset="0"/>
                <a:ea typeface="微软雅黑" panose="020B0503020204020204" charset="-122"/>
                <a:cs typeface="Times New Roman" panose="02020603050405020304" pitchFamily="18" charset="0"/>
              </a:rPr>
              <a:t>S</a:t>
            </a:r>
            <a:r>
              <a:rPr lang="zh-CN" altLang="en-US" sz="2400" dirty="0">
                <a:solidFill>
                  <a:prstClr val="black"/>
                </a:solidFill>
                <a:latin typeface="Times New Roman" panose="02020603050405020304" pitchFamily="18" charset="0"/>
                <a:ea typeface="微软雅黑" panose="020B0503020204020204" charset="-122"/>
                <a:cs typeface="Times New Roman" panose="02020603050405020304" pitchFamily="18" charset="0"/>
                <a:sym typeface="+mn-ea"/>
              </a:rPr>
              <a:t> </a:t>
            </a:r>
            <a:endParaRPr lang="zh-CN" altLang="en-US" dirty="0"/>
          </a:p>
        </p:txBody>
      </p:sp>
      <p:sp>
        <p:nvSpPr>
          <p:cNvPr id="9" name="文本框 3"/>
          <p:cNvSpPr txBox="1"/>
          <p:nvPr/>
        </p:nvSpPr>
        <p:spPr>
          <a:xfrm>
            <a:off x="1403648" y="2996294"/>
            <a:ext cx="6314440" cy="1274195"/>
          </a:xfrm>
          <a:prstGeom prst="rect">
            <a:avLst/>
          </a:prstGeom>
          <a:noFill/>
        </p:spPr>
        <p:txBody>
          <a:bodyPr wrap="square" rtlCol="0" anchor="t">
            <a:spAutoFit/>
          </a:bodyPr>
          <a:lstStyle/>
          <a:p>
            <a:pPr algn="l">
              <a:lnSpc>
                <a:spcPct val="150000"/>
              </a:lnSpc>
              <a:spcBef>
                <a:spcPct val="20000"/>
              </a:spcBef>
            </a:pP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 </a:t>
            </a:r>
            <a:r>
              <a:rPr lang="en-US" altLang="zh-CN" sz="2400" dirty="0" smtClean="0">
                <a:latin typeface="Times New Roman" panose="02020603050405020304" pitchFamily="18" charset="0"/>
                <a:ea typeface="微软雅黑" panose="020B0503020204020204" charset="-122"/>
                <a:cs typeface="Times New Roman" panose="02020603050405020304" pitchFamily="18" charset="0"/>
                <a:sym typeface="+mn-ea"/>
              </a:rPr>
              <a:t>C6H10O   114-12×6-10-16= </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16 (</a:t>
            </a:r>
            <a:r>
              <a:rPr lang="zh-CN" altLang="en-US" sz="2400" dirty="0">
                <a:latin typeface="Times New Roman" panose="02020603050405020304" pitchFamily="18" charset="0"/>
                <a:ea typeface="微软雅黑" panose="020B0503020204020204" charset="-122"/>
                <a:cs typeface="Times New Roman" panose="02020603050405020304" pitchFamily="18" charset="0"/>
                <a:sym typeface="+mn-ea"/>
              </a:rPr>
              <a:t>一个</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O)</a:t>
            </a:r>
            <a:endParaRPr lang="en-US" altLang="zh-CN" sz="2400" dirty="0">
              <a:solidFill>
                <a:schemeClr val="tx1"/>
              </a:solidFill>
              <a:latin typeface="Times New Roman" panose="02020603050405020304" pitchFamily="18" charset="0"/>
              <a:ea typeface="微软雅黑" panose="020B0503020204020204" charset="-122"/>
              <a:cs typeface="Times New Roman" panose="02020603050405020304" pitchFamily="18" charset="0"/>
            </a:endParaRPr>
          </a:p>
          <a:p>
            <a:pPr algn="l">
              <a:lnSpc>
                <a:spcPct val="150000"/>
              </a:lnSpc>
              <a:spcBef>
                <a:spcPct val="20000"/>
              </a:spcBef>
            </a:pP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   </a:t>
            </a:r>
            <a:r>
              <a:rPr lang="zh-CN" altLang="en-US" sz="2400" dirty="0">
                <a:latin typeface="Times New Roman" panose="02020603050405020304" pitchFamily="18" charset="0"/>
                <a:ea typeface="微软雅黑" panose="020B0503020204020204" charset="-122"/>
                <a:cs typeface="Times New Roman" panose="02020603050405020304" pitchFamily="18" charset="0"/>
                <a:sym typeface="+mn-ea"/>
              </a:rPr>
              <a:t>分子式为：</a:t>
            </a:r>
            <a:r>
              <a:rPr lang="en-US" altLang="zh-CN" sz="2400" dirty="0" smtClean="0">
                <a:latin typeface="Times New Roman" panose="02020603050405020304" pitchFamily="18" charset="0"/>
                <a:ea typeface="微软雅黑" panose="020B0503020204020204" charset="-122"/>
                <a:cs typeface="Times New Roman" panose="02020603050405020304" pitchFamily="18" charset="0"/>
                <a:sym typeface="+mn-ea"/>
              </a:rPr>
              <a:t>C</a:t>
            </a:r>
            <a:r>
              <a:rPr lang="en-US" altLang="zh-CN" sz="2400" baseline="-25000" dirty="0" smtClean="0">
                <a:uFillTx/>
                <a:latin typeface="Times New Roman" panose="02020603050405020304" pitchFamily="18" charset="0"/>
                <a:ea typeface="微软雅黑" panose="020B0503020204020204" charset="-122"/>
                <a:cs typeface="Times New Roman" panose="02020603050405020304" pitchFamily="18" charset="0"/>
                <a:sym typeface="+mn-ea"/>
              </a:rPr>
              <a:t>6</a:t>
            </a:r>
            <a:r>
              <a:rPr lang="en-US" altLang="zh-CN" sz="2400" dirty="0" smtClean="0">
                <a:latin typeface="Times New Roman" panose="02020603050405020304" pitchFamily="18" charset="0"/>
                <a:ea typeface="微软雅黑" panose="020B0503020204020204" charset="-122"/>
                <a:cs typeface="Times New Roman" panose="02020603050405020304" pitchFamily="18" charset="0"/>
                <a:sym typeface="+mn-ea"/>
              </a:rPr>
              <a:t>H</a:t>
            </a:r>
            <a:r>
              <a:rPr lang="en-US" altLang="zh-CN" sz="2400" baseline="-25000" dirty="0" smtClean="0">
                <a:uFillTx/>
                <a:latin typeface="Times New Roman" panose="02020603050405020304" pitchFamily="18" charset="0"/>
                <a:ea typeface="微软雅黑" panose="020B0503020204020204" charset="-122"/>
                <a:cs typeface="Times New Roman" panose="02020603050405020304" pitchFamily="18" charset="0"/>
                <a:sym typeface="+mn-ea"/>
              </a:rPr>
              <a:t>10</a:t>
            </a:r>
            <a:r>
              <a:rPr lang="en-US" altLang="zh-CN" sz="2400" dirty="0" smtClean="0">
                <a:latin typeface="Times New Roman" panose="02020603050405020304" pitchFamily="18" charset="0"/>
                <a:ea typeface="微软雅黑" panose="020B0503020204020204" charset="-122"/>
                <a:cs typeface="Times New Roman" panose="02020603050405020304" pitchFamily="18" charset="0"/>
                <a:sym typeface="+mn-ea"/>
              </a:rPr>
              <a:t>O</a:t>
            </a:r>
            <a:r>
              <a:rPr lang="en-US" altLang="zh-CN" sz="2400" baseline="-25000" dirty="0" smtClean="0">
                <a:uFillTx/>
                <a:latin typeface="Times New Roman" panose="02020603050405020304" pitchFamily="18" charset="0"/>
                <a:ea typeface="微软雅黑" panose="020B0503020204020204" charset="-122"/>
                <a:cs typeface="Times New Roman" panose="02020603050405020304" pitchFamily="18" charset="0"/>
                <a:sym typeface="+mn-ea"/>
              </a:rPr>
              <a:t>2</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2" nodeType="clickEffect">
                                  <p:stCondLst>
                                    <p:cond delay="0"/>
                                  </p:stCondLst>
                                  <p:childTnLst>
                                    <p:set>
                                      <p:cBhvr>
                                        <p:cTn id="6" dur="1" fill="hold">
                                          <p:stCondLst>
                                            <p:cond delay="0"/>
                                          </p:stCondLst>
                                        </p:cTn>
                                        <p:tgtEl>
                                          <p:spTgt spid="266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8" grpId="1"/>
      <p:bldP spid="26628" grpId="2"/>
      <p:bldP spid="2" grpId="1"/>
      <p:bldP spid="3" grpId="1"/>
      <p:bldP spid="6" grpId="1"/>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9" name="Picture 6"/>
          <p:cNvPicPr>
            <a:picLocks noChangeAspect="1"/>
          </p:cNvPicPr>
          <p:nvPr/>
        </p:nvPicPr>
        <p:blipFill>
          <a:blip r:embed="rId3"/>
          <a:stretch>
            <a:fillRect/>
          </a:stretch>
        </p:blipFill>
        <p:spPr>
          <a:xfrm>
            <a:off x="4388297" y="305212"/>
            <a:ext cx="3995420" cy="1868805"/>
          </a:xfrm>
          <a:prstGeom prst="rect">
            <a:avLst/>
          </a:prstGeom>
          <a:noFill/>
          <a:ln w="9525">
            <a:noFill/>
          </a:ln>
        </p:spPr>
      </p:pic>
      <p:pic>
        <p:nvPicPr>
          <p:cNvPr id="24581" name="Picture 6"/>
          <p:cNvPicPr>
            <a:picLocks noChangeAspect="1"/>
          </p:cNvPicPr>
          <p:nvPr/>
        </p:nvPicPr>
        <p:blipFill>
          <a:blip r:embed="rId4"/>
          <a:stretch>
            <a:fillRect/>
          </a:stretch>
        </p:blipFill>
        <p:spPr>
          <a:xfrm>
            <a:off x="4788024" y="2427733"/>
            <a:ext cx="3762375" cy="1986915"/>
          </a:xfrm>
          <a:prstGeom prst="rect">
            <a:avLst/>
          </a:prstGeom>
          <a:noFill/>
          <a:ln w="9525">
            <a:noFill/>
          </a:ln>
        </p:spPr>
      </p:pic>
      <p:pic>
        <p:nvPicPr>
          <p:cNvPr id="6"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7314" y="305212"/>
            <a:ext cx="4095750" cy="212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3972" y="2382965"/>
            <a:ext cx="4124325" cy="2076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6788631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4"/>
          <p:cNvSpPr/>
          <p:nvPr/>
        </p:nvSpPr>
        <p:spPr>
          <a:xfrm>
            <a:off x="144464" y="29052"/>
            <a:ext cx="5184775" cy="525465"/>
          </a:xfrm>
          <a:prstGeom prst="rect">
            <a:avLst/>
          </a:prstGeom>
          <a:noFill/>
          <a:ln w="9525">
            <a:noFill/>
          </a:ln>
        </p:spPr>
        <p:txBody>
          <a:bodyPr anchor="t">
            <a:spAutoFit/>
          </a:bodyPr>
          <a:lstStyle/>
          <a:p>
            <a:pPr>
              <a:lnSpc>
                <a:spcPct val="130000"/>
              </a:lnSpc>
            </a:pPr>
            <a:r>
              <a:rPr lang="en-US" altLang="zh-CN" sz="2400" b="1" dirty="0" smtClean="0">
                <a:solidFill>
                  <a:srgbClr val="C00000"/>
                </a:solidFill>
                <a:latin typeface="Times New Roman" panose="02020603050405020304" pitchFamily="18" charset="0"/>
                <a:ea typeface="微软雅黑" panose="020B0503020204020204" charset="-122"/>
                <a:cs typeface="Times New Roman" panose="02020603050405020304" pitchFamily="18" charset="0"/>
              </a:rPr>
              <a:t>3</a:t>
            </a:r>
            <a:r>
              <a:rPr lang="zh-CN" altLang="en-US" sz="2400" b="1" dirty="0" smtClean="0">
                <a:solidFill>
                  <a:srgbClr val="C00000"/>
                </a:solidFill>
                <a:latin typeface="Times New Roman" panose="02020603050405020304" pitchFamily="18" charset="0"/>
                <a:ea typeface="微软雅黑" panose="020B0503020204020204" charset="-122"/>
                <a:cs typeface="Times New Roman" panose="02020603050405020304" pitchFamily="18" charset="0"/>
              </a:rPr>
              <a:t>）推断</a:t>
            </a:r>
            <a:r>
              <a:rPr lang="zh-CN" altLang="en-US" sz="2400" b="1" dirty="0">
                <a:solidFill>
                  <a:srgbClr val="C00000"/>
                </a:solidFill>
                <a:latin typeface="Times New Roman" panose="02020603050405020304" pitchFamily="18" charset="0"/>
                <a:ea typeface="微软雅黑" panose="020B0503020204020204" charset="-122"/>
                <a:cs typeface="Times New Roman" panose="02020603050405020304" pitchFamily="18" charset="0"/>
              </a:rPr>
              <a:t>结构单元</a:t>
            </a:r>
          </a:p>
        </p:txBody>
      </p:sp>
      <p:sp>
        <p:nvSpPr>
          <p:cNvPr id="27651" name="Rectangle 6"/>
          <p:cNvSpPr/>
          <p:nvPr/>
        </p:nvSpPr>
        <p:spPr>
          <a:xfrm>
            <a:off x="539750" y="1977629"/>
            <a:ext cx="7848600" cy="572464"/>
          </a:xfrm>
          <a:prstGeom prst="rect">
            <a:avLst/>
          </a:prstGeom>
          <a:noFill/>
          <a:ln w="9525">
            <a:noFill/>
          </a:ln>
        </p:spPr>
        <p:txBody>
          <a:bodyPr anchor="t">
            <a:spAutoFit/>
          </a:bodyPr>
          <a:lstStyle/>
          <a:p>
            <a:pPr>
              <a:lnSpc>
                <a:spcPct val="130000"/>
              </a:lnSpc>
            </a:pPr>
            <a:r>
              <a:rPr lang="en-US" altLang="zh-CN" sz="2400" b="1" dirty="0">
                <a:solidFill>
                  <a:srgbClr val="FF0066"/>
                </a:solidFill>
                <a:latin typeface="楷体_GB2312" pitchFamily="49" charset="-122"/>
                <a:ea typeface="楷体_GB2312" pitchFamily="49" charset="-122"/>
              </a:rPr>
              <a:t>    </a:t>
            </a:r>
          </a:p>
        </p:txBody>
      </p:sp>
      <p:sp>
        <p:nvSpPr>
          <p:cNvPr id="27652" name="Rectangle 7"/>
          <p:cNvSpPr/>
          <p:nvPr/>
        </p:nvSpPr>
        <p:spPr>
          <a:xfrm>
            <a:off x="684530" y="1830456"/>
            <a:ext cx="8497887" cy="2492990"/>
          </a:xfrm>
          <a:prstGeom prst="rect">
            <a:avLst/>
          </a:prstGeom>
          <a:noFill/>
          <a:ln w="9525">
            <a:noFill/>
          </a:ln>
        </p:spPr>
        <p:txBody>
          <a:bodyPr wrap="square" anchor="t">
            <a:spAutoFit/>
          </a:bodyPr>
          <a:lstStyle/>
          <a:p>
            <a:pPr>
              <a:lnSpc>
                <a:spcPct val="130000"/>
              </a:lnSpc>
            </a:pPr>
            <a:r>
              <a:rPr lang="en-US" altLang="zh-CN" sz="2400" b="1" baseline="30000" dirty="0">
                <a:solidFill>
                  <a:srgbClr val="0070C0"/>
                </a:solidFill>
                <a:latin typeface="Times New Roman" panose="02020603050405020304" pitchFamily="18" charset="0"/>
                <a:ea typeface="微软雅黑" panose="020B0503020204020204" charset="-122"/>
                <a:cs typeface="Times New Roman" panose="02020603050405020304" pitchFamily="18" charset="0"/>
                <a:sym typeface="+mn-ea"/>
              </a:rPr>
              <a:t>1</a:t>
            </a:r>
            <a:r>
              <a:rPr lang="en-US" altLang="zh-CN" sz="2400" b="1" dirty="0">
                <a:solidFill>
                  <a:srgbClr val="0070C0"/>
                </a:solidFill>
                <a:latin typeface="Times New Roman" panose="02020603050405020304" pitchFamily="18" charset="0"/>
                <a:ea typeface="微软雅黑" panose="020B0503020204020204" charset="-122"/>
                <a:cs typeface="Times New Roman" panose="02020603050405020304" pitchFamily="18" charset="0"/>
                <a:sym typeface="+mn-ea"/>
              </a:rPr>
              <a:t>HNMR:  </a:t>
            </a:r>
            <a:endParaRPr lang="en-US" altLang="zh-CN" sz="2400" b="1" i="1" dirty="0">
              <a:solidFill>
                <a:srgbClr val="0070C0"/>
              </a:solidFill>
              <a:latin typeface="Times New Roman" panose="02020603050405020304" pitchFamily="18" charset="0"/>
            </a:endParaRPr>
          </a:p>
          <a:p>
            <a:pPr>
              <a:lnSpc>
                <a:spcPct val="130000"/>
              </a:lnSpc>
            </a:pPr>
            <a:r>
              <a:rPr lang="en-US" altLang="zh-CN" sz="2400" i="1" dirty="0" smtClean="0">
                <a:solidFill>
                  <a:schemeClr val="tx1"/>
                </a:solidFill>
                <a:latin typeface="Times New Roman" panose="02020603050405020304" pitchFamily="18" charset="0"/>
                <a:ea typeface="微软雅黑" panose="020B0503020204020204" charset="-122"/>
                <a:cs typeface="Times New Roman" panose="02020603050405020304" pitchFamily="18" charset="0"/>
              </a:rPr>
              <a:t>δ</a:t>
            </a:r>
            <a:r>
              <a:rPr lang="en-US" altLang="zh-CN" sz="2400" dirty="0" smtClean="0">
                <a:solidFill>
                  <a:schemeClr val="tx1"/>
                </a:solidFill>
                <a:latin typeface="Times New Roman" panose="02020603050405020304" pitchFamily="18" charset="0"/>
                <a:ea typeface="微软雅黑" panose="020B0503020204020204" charset="-122"/>
                <a:cs typeface="Times New Roman" panose="02020603050405020304" pitchFamily="18" charset="0"/>
              </a:rPr>
              <a:t> </a:t>
            </a:r>
            <a:r>
              <a:rPr lang="en-US" altLang="zh-CN" sz="2400" dirty="0">
                <a:solidFill>
                  <a:schemeClr val="tx1"/>
                </a:solidFill>
                <a:latin typeface="Times New Roman" panose="02020603050405020304" pitchFamily="18" charset="0"/>
                <a:ea typeface="微软雅黑" panose="020B0503020204020204" charset="-122"/>
                <a:cs typeface="Times New Roman" panose="02020603050405020304" pitchFamily="18" charset="0"/>
              </a:rPr>
              <a:t>= 1.3,  3H, t </a:t>
            </a:r>
            <a:r>
              <a:rPr lang="zh-CN" altLang="en-US" sz="2400" dirty="0">
                <a:solidFill>
                  <a:schemeClr val="tx1"/>
                </a:solidFill>
                <a:latin typeface="Times New Roman" panose="02020603050405020304" pitchFamily="18" charset="0"/>
                <a:ea typeface="微软雅黑" panose="020B0503020204020204" charset="-122"/>
                <a:cs typeface="Times New Roman" panose="02020603050405020304" pitchFamily="18" charset="0"/>
              </a:rPr>
              <a:t>和</a:t>
            </a:r>
            <a:r>
              <a:rPr lang="en-US" altLang="zh-CN" sz="2400" i="1" dirty="0">
                <a:solidFill>
                  <a:schemeClr val="tx1"/>
                </a:solidFill>
                <a:latin typeface="Times New Roman" panose="02020603050405020304" pitchFamily="18" charset="0"/>
                <a:ea typeface="微软雅黑" panose="020B0503020204020204" charset="-122"/>
                <a:cs typeface="Times New Roman" panose="02020603050405020304" pitchFamily="18" charset="0"/>
                <a:sym typeface="+mn-ea"/>
              </a:rPr>
              <a:t>δ</a:t>
            </a:r>
            <a:r>
              <a:rPr lang="en-US" altLang="zh-CN" sz="2400" dirty="0">
                <a:solidFill>
                  <a:schemeClr val="tx1"/>
                </a:solidFill>
                <a:latin typeface="Times New Roman" panose="02020603050405020304" pitchFamily="18" charset="0"/>
                <a:ea typeface="微软雅黑" panose="020B0503020204020204" charset="-122"/>
                <a:cs typeface="Times New Roman" panose="02020603050405020304" pitchFamily="18" charset="0"/>
                <a:sym typeface="+mn-ea"/>
              </a:rPr>
              <a:t> = 4.2, 2H, q  </a:t>
            </a:r>
            <a:r>
              <a:rPr lang="en-US" altLang="zh-CN" sz="2400" dirty="0">
                <a:solidFill>
                  <a:schemeClr val="tx1"/>
                </a:solidFill>
                <a:latin typeface="Times New Roman" panose="02020603050405020304" pitchFamily="18" charset="0"/>
                <a:ea typeface="微软雅黑" panose="020B0503020204020204" charset="-122"/>
                <a:cs typeface="Times New Roman" panose="02020603050405020304" pitchFamily="18" charset="0"/>
              </a:rPr>
              <a:t>       </a:t>
            </a:r>
            <a:r>
              <a:rPr lang="en-US" altLang="zh-CN" sz="2400" dirty="0">
                <a:solidFill>
                  <a:schemeClr val="tx1"/>
                </a:solidFill>
                <a:latin typeface="Times New Roman" panose="02020603050405020304" pitchFamily="18" charset="0"/>
                <a:ea typeface="微软雅黑" panose="020B0503020204020204" charset="-122"/>
                <a:cs typeface="Times New Roman" panose="02020603050405020304" pitchFamily="18" charset="0"/>
                <a:sym typeface="+mn-ea"/>
              </a:rPr>
              <a:t> </a:t>
            </a:r>
            <a:r>
              <a:rPr lang="en-US" altLang="zh-CN" sz="2400" u="sng" dirty="0">
                <a:solidFill>
                  <a:schemeClr val="tx1"/>
                </a:solidFill>
                <a:latin typeface="Times New Roman" panose="02020603050405020304" pitchFamily="18" charset="0"/>
                <a:ea typeface="微软雅黑" panose="020B0503020204020204" charset="-122"/>
                <a:cs typeface="Times New Roman" panose="02020603050405020304" pitchFamily="18" charset="0"/>
                <a:sym typeface="+mn-ea"/>
              </a:rPr>
              <a:t>CH</a:t>
            </a:r>
            <a:r>
              <a:rPr lang="en-US" altLang="zh-CN" sz="2400" baseline="-25000" dirty="0">
                <a:solidFill>
                  <a:schemeClr val="tx1"/>
                </a:solidFill>
                <a:latin typeface="Times New Roman" panose="02020603050405020304" pitchFamily="18" charset="0"/>
                <a:ea typeface="微软雅黑" panose="020B0503020204020204" charset="-122"/>
                <a:cs typeface="Times New Roman" panose="02020603050405020304" pitchFamily="18" charset="0"/>
                <a:sym typeface="+mn-ea"/>
              </a:rPr>
              <a:t>3</a:t>
            </a:r>
            <a:r>
              <a:rPr lang="en-US" altLang="zh-CN" sz="2400" u="sng" dirty="0">
                <a:solidFill>
                  <a:schemeClr val="tx1"/>
                </a:solidFill>
                <a:latin typeface="Times New Roman" panose="02020603050405020304" pitchFamily="18" charset="0"/>
                <a:ea typeface="微软雅黑" panose="020B0503020204020204" charset="-122"/>
                <a:cs typeface="Times New Roman" panose="02020603050405020304" pitchFamily="18" charset="0"/>
                <a:sym typeface="+mn-ea"/>
              </a:rPr>
              <a:t>CH</a:t>
            </a:r>
            <a:r>
              <a:rPr lang="en-US" altLang="zh-CN" sz="2400" baseline="-25000" dirty="0">
                <a:solidFill>
                  <a:schemeClr val="tx1"/>
                </a:solidFill>
                <a:latin typeface="Times New Roman" panose="02020603050405020304" pitchFamily="18" charset="0"/>
                <a:ea typeface="微软雅黑" panose="020B0503020204020204" charset="-122"/>
                <a:cs typeface="Times New Roman" panose="02020603050405020304" pitchFamily="18" charset="0"/>
                <a:sym typeface="+mn-ea"/>
              </a:rPr>
              <a:t>2 </a:t>
            </a:r>
            <a:r>
              <a:rPr lang="en-US" altLang="zh-CN" sz="2400" dirty="0">
                <a:solidFill>
                  <a:schemeClr val="tx1"/>
                </a:solidFill>
                <a:uFillTx/>
                <a:latin typeface="Times New Roman" panose="02020603050405020304" pitchFamily="18" charset="0"/>
                <a:ea typeface="微软雅黑" panose="020B0503020204020204" charset="-122"/>
                <a:cs typeface="Times New Roman" panose="02020603050405020304" pitchFamily="18" charset="0"/>
                <a:sym typeface="+mn-ea"/>
              </a:rPr>
              <a:t>O</a:t>
            </a:r>
            <a:endParaRPr lang="en-US" altLang="zh-CN" sz="2400" dirty="0">
              <a:solidFill>
                <a:schemeClr val="tx1"/>
              </a:solidFill>
              <a:latin typeface="Times New Roman" panose="02020603050405020304" pitchFamily="18" charset="0"/>
              <a:ea typeface="微软雅黑" panose="020B0503020204020204" charset="-122"/>
              <a:cs typeface="Times New Roman" panose="02020603050405020304" pitchFamily="18" charset="0"/>
            </a:endParaRPr>
          </a:p>
          <a:p>
            <a:pPr>
              <a:lnSpc>
                <a:spcPct val="130000"/>
              </a:lnSpc>
            </a:pPr>
            <a:r>
              <a:rPr lang="en-US" altLang="zh-CN" sz="2400" i="1" dirty="0">
                <a:solidFill>
                  <a:schemeClr val="tx1"/>
                </a:solidFill>
                <a:latin typeface="Times New Roman" panose="02020603050405020304" pitchFamily="18" charset="0"/>
                <a:ea typeface="微软雅黑" panose="020B0503020204020204" charset="-122"/>
                <a:cs typeface="Times New Roman" panose="02020603050405020304" pitchFamily="18" charset="0"/>
              </a:rPr>
              <a:t>δ</a:t>
            </a:r>
            <a:r>
              <a:rPr lang="en-US" altLang="zh-CN" sz="2400" dirty="0">
                <a:solidFill>
                  <a:schemeClr val="tx1"/>
                </a:solidFill>
                <a:latin typeface="Times New Roman" panose="02020603050405020304" pitchFamily="18" charset="0"/>
                <a:ea typeface="微软雅黑" panose="020B0503020204020204" charset="-122"/>
                <a:cs typeface="Times New Roman" panose="02020603050405020304" pitchFamily="18" charset="0"/>
              </a:rPr>
              <a:t> = 1.9, 3H, d </a:t>
            </a:r>
            <a:r>
              <a:rPr lang="en-US" altLang="zh-CN" sz="2400" dirty="0" err="1">
                <a:solidFill>
                  <a:schemeClr val="tx1"/>
                </a:solidFill>
                <a:latin typeface="Times New Roman" panose="02020603050405020304" pitchFamily="18" charset="0"/>
                <a:ea typeface="微软雅黑" panose="020B0503020204020204" charset="-122"/>
                <a:cs typeface="Times New Roman" panose="02020603050405020304" pitchFamily="18" charset="0"/>
              </a:rPr>
              <a:t>d</a:t>
            </a:r>
            <a:r>
              <a:rPr lang="en-US" altLang="zh-CN" sz="2400" dirty="0">
                <a:solidFill>
                  <a:schemeClr val="tx1"/>
                </a:solidFill>
                <a:latin typeface="Times New Roman" panose="02020603050405020304" pitchFamily="18" charset="0"/>
                <a:ea typeface="微软雅黑" panose="020B0503020204020204" charset="-122"/>
                <a:cs typeface="Times New Roman" panose="02020603050405020304" pitchFamily="18" charset="0"/>
              </a:rPr>
              <a:t>        </a:t>
            </a:r>
            <a:r>
              <a:rPr lang="en-US" altLang="zh-CN" sz="2400" u="sng" dirty="0" smtClean="0">
                <a:solidFill>
                  <a:schemeClr val="tx1"/>
                </a:solidFill>
                <a:latin typeface="Times New Roman" panose="02020603050405020304" pitchFamily="18" charset="0"/>
                <a:ea typeface="微软雅黑" panose="020B0503020204020204" charset="-122"/>
                <a:cs typeface="Times New Roman" panose="02020603050405020304" pitchFamily="18" charset="0"/>
              </a:rPr>
              <a:t>CH</a:t>
            </a:r>
            <a:r>
              <a:rPr lang="en-US" altLang="zh-CN" sz="2400" baseline="-25000" dirty="0" smtClean="0">
                <a:solidFill>
                  <a:schemeClr val="tx1"/>
                </a:solidFill>
                <a:latin typeface="Times New Roman" panose="02020603050405020304" pitchFamily="18" charset="0"/>
                <a:ea typeface="微软雅黑" panose="020B0503020204020204" charset="-122"/>
                <a:cs typeface="Times New Roman" panose="02020603050405020304" pitchFamily="18" charset="0"/>
              </a:rPr>
              <a:t>3</a:t>
            </a:r>
            <a:r>
              <a:rPr lang="en-US" altLang="zh-CN" sz="2400" dirty="0" smtClean="0">
                <a:solidFill>
                  <a:schemeClr val="tx1"/>
                </a:solidFill>
                <a:latin typeface="Times New Roman" panose="02020603050405020304" pitchFamily="18" charset="0"/>
                <a:ea typeface="微软雅黑" panose="020B0503020204020204" charset="-122"/>
                <a:cs typeface="Times New Roman" panose="02020603050405020304" pitchFamily="18" charset="0"/>
              </a:rPr>
              <a:t>CH=CH</a:t>
            </a:r>
          </a:p>
          <a:p>
            <a:pPr>
              <a:lnSpc>
                <a:spcPct val="130000"/>
              </a:lnSpc>
            </a:pPr>
            <a:r>
              <a:rPr lang="en-US" altLang="zh-CN" sz="2400" i="1" dirty="0" smtClean="0">
                <a:solidFill>
                  <a:prstClr val="black"/>
                </a:solidFill>
                <a:latin typeface="Times New Roman" panose="02020603050405020304" pitchFamily="18" charset="0"/>
                <a:ea typeface="微软雅黑" panose="020B0503020204020204" charset="-122"/>
                <a:cs typeface="Times New Roman" panose="02020603050405020304" pitchFamily="18" charset="0"/>
                <a:sym typeface="+mn-ea"/>
              </a:rPr>
              <a:t>δ</a:t>
            </a:r>
            <a:r>
              <a:rPr lang="en-US" altLang="zh-CN" sz="2400" dirty="0" smtClean="0">
                <a:solidFill>
                  <a:prstClr val="black"/>
                </a:solidFill>
                <a:latin typeface="Times New Roman" panose="02020603050405020304" pitchFamily="18" charset="0"/>
                <a:ea typeface="微软雅黑" panose="020B0503020204020204" charset="-122"/>
                <a:cs typeface="Times New Roman" panose="02020603050405020304" pitchFamily="18" charset="0"/>
                <a:sym typeface="+mn-ea"/>
              </a:rPr>
              <a:t> </a:t>
            </a:r>
            <a:r>
              <a:rPr lang="en-US" altLang="zh-CN" sz="2400" dirty="0">
                <a:solidFill>
                  <a:prstClr val="black"/>
                </a:solidFill>
                <a:latin typeface="Times New Roman" panose="02020603050405020304" pitchFamily="18" charset="0"/>
                <a:ea typeface="微软雅黑" panose="020B0503020204020204" charset="-122"/>
                <a:cs typeface="Times New Roman" panose="02020603050405020304" pitchFamily="18" charset="0"/>
                <a:sym typeface="+mn-ea"/>
              </a:rPr>
              <a:t>= 5.8 1H, m(</a:t>
            </a:r>
            <a:r>
              <a:rPr lang="en-US" altLang="zh-CN" sz="2400" dirty="0" err="1">
                <a:solidFill>
                  <a:prstClr val="black"/>
                </a:solidFill>
                <a:latin typeface="Times New Roman" panose="02020603050405020304" pitchFamily="18" charset="0"/>
                <a:ea typeface="微软雅黑" panose="020B0503020204020204" charset="-122"/>
                <a:cs typeface="Times New Roman" panose="02020603050405020304" pitchFamily="18" charset="0"/>
                <a:sym typeface="+mn-ea"/>
              </a:rPr>
              <a:t>dq</a:t>
            </a:r>
            <a:r>
              <a:rPr lang="en-US" altLang="zh-CN" sz="2400" dirty="0">
                <a:solidFill>
                  <a:prstClr val="black"/>
                </a:solidFill>
                <a:latin typeface="Times New Roman" panose="02020603050405020304" pitchFamily="18" charset="0"/>
                <a:ea typeface="微软雅黑" panose="020B0503020204020204" charset="-122"/>
                <a:cs typeface="Times New Roman" panose="02020603050405020304" pitchFamily="18" charset="0"/>
                <a:sym typeface="+mn-ea"/>
              </a:rPr>
              <a:t>)       CH</a:t>
            </a:r>
            <a:r>
              <a:rPr lang="en-US" altLang="zh-CN" sz="2400" baseline="-25000" dirty="0">
                <a:solidFill>
                  <a:prstClr val="black"/>
                </a:solidFill>
                <a:latin typeface="Times New Roman" panose="02020603050405020304" pitchFamily="18" charset="0"/>
                <a:ea typeface="微软雅黑" panose="020B0503020204020204" charset="-122"/>
                <a:cs typeface="Times New Roman" panose="02020603050405020304" pitchFamily="18" charset="0"/>
                <a:sym typeface="+mn-ea"/>
              </a:rPr>
              <a:t>3</a:t>
            </a:r>
            <a:r>
              <a:rPr lang="en-US" altLang="zh-CN" sz="2400" dirty="0">
                <a:solidFill>
                  <a:prstClr val="black"/>
                </a:solidFill>
                <a:latin typeface="Times New Roman" panose="02020603050405020304" pitchFamily="18" charset="0"/>
                <a:ea typeface="微软雅黑" panose="020B0503020204020204" charset="-122"/>
                <a:cs typeface="Times New Roman" panose="02020603050405020304" pitchFamily="18" charset="0"/>
                <a:sym typeface="+mn-ea"/>
              </a:rPr>
              <a:t>CH=</a:t>
            </a:r>
            <a:r>
              <a:rPr lang="en-US" altLang="zh-CN" sz="2400" u="sng" dirty="0">
                <a:solidFill>
                  <a:prstClr val="black"/>
                </a:solidFill>
                <a:latin typeface="Times New Roman" panose="02020603050405020304" pitchFamily="18" charset="0"/>
                <a:ea typeface="微软雅黑" panose="020B0503020204020204" charset="-122"/>
                <a:cs typeface="Times New Roman" panose="02020603050405020304" pitchFamily="18" charset="0"/>
                <a:sym typeface="+mn-ea"/>
              </a:rPr>
              <a:t>CH</a:t>
            </a:r>
            <a:r>
              <a:rPr lang="en-US" altLang="zh-CN" sz="2400" dirty="0">
                <a:solidFill>
                  <a:prstClr val="black"/>
                </a:solidFill>
                <a:latin typeface="Times New Roman" panose="02020603050405020304" pitchFamily="18" charset="0"/>
                <a:ea typeface="微软雅黑" panose="020B0503020204020204" charset="-122"/>
                <a:cs typeface="Times New Roman" panose="02020603050405020304" pitchFamily="18" charset="0"/>
                <a:sym typeface="+mn-ea"/>
              </a:rPr>
              <a:t>- </a:t>
            </a:r>
            <a:r>
              <a:rPr lang="zh-CN" altLang="en-US" sz="2400" dirty="0">
                <a:solidFill>
                  <a:prstClr val="black"/>
                </a:solidFill>
                <a:latin typeface="Times New Roman" panose="02020603050405020304" pitchFamily="18" charset="0"/>
                <a:ea typeface="微软雅黑" panose="020B0503020204020204" charset="-122"/>
                <a:cs typeface="Times New Roman" panose="02020603050405020304" pitchFamily="18" charset="0"/>
                <a:sym typeface="+mn-ea"/>
              </a:rPr>
              <a:t>（强</a:t>
            </a:r>
            <a:r>
              <a:rPr lang="en-US" altLang="zh-CN" sz="2400" baseline="30000" dirty="0">
                <a:solidFill>
                  <a:prstClr val="black"/>
                </a:solidFill>
                <a:latin typeface="Times New Roman" panose="02020603050405020304" pitchFamily="18" charset="0"/>
                <a:ea typeface="微软雅黑" panose="020B0503020204020204" charset="-122"/>
                <a:cs typeface="Times New Roman" panose="02020603050405020304" pitchFamily="18" charset="0"/>
                <a:sym typeface="+mn-ea"/>
              </a:rPr>
              <a:t>3</a:t>
            </a:r>
            <a:r>
              <a:rPr lang="en-US" altLang="zh-CN" sz="2400" i="1" dirty="0">
                <a:solidFill>
                  <a:prstClr val="black"/>
                </a:solidFill>
                <a:latin typeface="Times New Roman" panose="02020603050405020304" pitchFamily="18" charset="0"/>
                <a:ea typeface="微软雅黑" panose="020B0503020204020204" charset="-122"/>
                <a:cs typeface="Times New Roman" panose="02020603050405020304" pitchFamily="18" charset="0"/>
                <a:sym typeface="+mn-ea"/>
              </a:rPr>
              <a:t>J</a:t>
            </a:r>
            <a:r>
              <a:rPr lang="zh-CN" altLang="en-US" sz="2400" dirty="0">
                <a:solidFill>
                  <a:prstClr val="black"/>
                </a:solidFill>
                <a:latin typeface="Times New Roman" panose="02020603050405020304" pitchFamily="18" charset="0"/>
                <a:ea typeface="微软雅黑" panose="020B0503020204020204" charset="-122"/>
                <a:cs typeface="Times New Roman" panose="02020603050405020304" pitchFamily="18" charset="0"/>
                <a:sym typeface="+mn-ea"/>
              </a:rPr>
              <a:t>耦合和弱</a:t>
            </a:r>
            <a:r>
              <a:rPr lang="en-US" altLang="zh-CN" sz="2400" baseline="30000" dirty="0">
                <a:solidFill>
                  <a:prstClr val="black"/>
                </a:solidFill>
                <a:latin typeface="Times New Roman" panose="02020603050405020304" pitchFamily="18" charset="0"/>
                <a:ea typeface="微软雅黑" panose="020B0503020204020204" charset="-122"/>
                <a:cs typeface="Times New Roman" panose="02020603050405020304" pitchFamily="18" charset="0"/>
                <a:sym typeface="+mn-ea"/>
              </a:rPr>
              <a:t>4</a:t>
            </a:r>
            <a:r>
              <a:rPr lang="en-US" altLang="zh-CN" sz="2400" i="1" dirty="0">
                <a:solidFill>
                  <a:prstClr val="black"/>
                </a:solidFill>
                <a:latin typeface="Times New Roman" panose="02020603050405020304" pitchFamily="18" charset="0"/>
                <a:ea typeface="微软雅黑" panose="020B0503020204020204" charset="-122"/>
                <a:cs typeface="Times New Roman" panose="02020603050405020304" pitchFamily="18" charset="0"/>
                <a:sym typeface="+mn-ea"/>
              </a:rPr>
              <a:t>J</a:t>
            </a:r>
            <a:r>
              <a:rPr lang="zh-CN" altLang="en-US" sz="2400" dirty="0">
                <a:solidFill>
                  <a:prstClr val="black"/>
                </a:solidFill>
                <a:latin typeface="Times New Roman" panose="02020603050405020304" pitchFamily="18" charset="0"/>
                <a:ea typeface="微软雅黑" panose="020B0503020204020204" charset="-122"/>
                <a:cs typeface="Times New Roman" panose="02020603050405020304" pitchFamily="18" charset="0"/>
                <a:sym typeface="+mn-ea"/>
              </a:rPr>
              <a:t>耦合）</a:t>
            </a:r>
            <a:endParaRPr lang="zh-CN" altLang="en-US" sz="2400" dirty="0">
              <a:solidFill>
                <a:prstClr val="black"/>
              </a:solidFill>
              <a:latin typeface="Times New Roman" panose="02020603050405020304" pitchFamily="18" charset="0"/>
              <a:ea typeface="微软雅黑" panose="020B0503020204020204" charset="-122"/>
              <a:cs typeface="Times New Roman" panose="02020603050405020304" pitchFamily="18" charset="0"/>
            </a:endParaRPr>
          </a:p>
          <a:p>
            <a:pPr lvl="0">
              <a:lnSpc>
                <a:spcPct val="130000"/>
              </a:lnSpc>
            </a:pPr>
            <a:r>
              <a:rPr lang="en-US" altLang="zh-CN" sz="2400" i="1" dirty="0">
                <a:solidFill>
                  <a:prstClr val="black"/>
                </a:solidFill>
                <a:latin typeface="Times New Roman" panose="02020603050405020304" pitchFamily="18" charset="0"/>
                <a:ea typeface="微软雅黑" panose="020B0503020204020204" charset="-122"/>
                <a:cs typeface="Times New Roman" panose="02020603050405020304" pitchFamily="18" charset="0"/>
                <a:sym typeface="+mn-ea"/>
              </a:rPr>
              <a:t>δ</a:t>
            </a:r>
            <a:r>
              <a:rPr lang="en-US" altLang="zh-CN" sz="2400" dirty="0">
                <a:solidFill>
                  <a:prstClr val="black"/>
                </a:solidFill>
                <a:latin typeface="Times New Roman" panose="02020603050405020304" pitchFamily="18" charset="0"/>
                <a:ea typeface="微软雅黑" panose="020B0503020204020204" charset="-122"/>
                <a:cs typeface="Times New Roman" panose="02020603050405020304" pitchFamily="18" charset="0"/>
                <a:sym typeface="+mn-ea"/>
              </a:rPr>
              <a:t> = 7.1,1H m (</a:t>
            </a:r>
            <a:r>
              <a:rPr lang="en-US" altLang="zh-CN" sz="2400" dirty="0" err="1">
                <a:solidFill>
                  <a:prstClr val="black"/>
                </a:solidFill>
                <a:latin typeface="Times New Roman" panose="02020603050405020304" pitchFamily="18" charset="0"/>
                <a:ea typeface="微软雅黑" panose="020B0503020204020204" charset="-122"/>
                <a:cs typeface="Times New Roman" panose="02020603050405020304" pitchFamily="18" charset="0"/>
                <a:sym typeface="+mn-ea"/>
              </a:rPr>
              <a:t>dq</a:t>
            </a:r>
            <a:r>
              <a:rPr lang="en-US" altLang="zh-CN" sz="2400" dirty="0">
                <a:solidFill>
                  <a:prstClr val="black"/>
                </a:solidFill>
                <a:latin typeface="Times New Roman" panose="02020603050405020304" pitchFamily="18" charset="0"/>
                <a:ea typeface="微软雅黑" panose="020B0503020204020204" charset="-122"/>
                <a:cs typeface="Times New Roman" panose="02020603050405020304" pitchFamily="18" charset="0"/>
                <a:sym typeface="+mn-ea"/>
              </a:rPr>
              <a:t>)       CH</a:t>
            </a:r>
            <a:r>
              <a:rPr lang="en-US" altLang="zh-CN" sz="2400" baseline="-25000" dirty="0">
                <a:solidFill>
                  <a:prstClr val="black"/>
                </a:solidFill>
                <a:latin typeface="Times New Roman" panose="02020603050405020304" pitchFamily="18" charset="0"/>
                <a:ea typeface="微软雅黑" panose="020B0503020204020204" charset="-122"/>
                <a:cs typeface="Times New Roman" panose="02020603050405020304" pitchFamily="18" charset="0"/>
                <a:sym typeface="+mn-ea"/>
              </a:rPr>
              <a:t>3</a:t>
            </a:r>
            <a:r>
              <a:rPr lang="en-US" altLang="zh-CN" sz="2400" u="sng" dirty="0">
                <a:solidFill>
                  <a:prstClr val="black"/>
                </a:solidFill>
                <a:latin typeface="Times New Roman" panose="02020603050405020304" pitchFamily="18" charset="0"/>
                <a:ea typeface="微软雅黑" panose="020B0503020204020204" charset="-122"/>
                <a:cs typeface="Times New Roman" panose="02020603050405020304" pitchFamily="18" charset="0"/>
                <a:sym typeface="+mn-ea"/>
              </a:rPr>
              <a:t>CH</a:t>
            </a:r>
            <a:r>
              <a:rPr lang="en-US" altLang="zh-CN" sz="2400" dirty="0">
                <a:solidFill>
                  <a:prstClr val="black"/>
                </a:solidFill>
                <a:latin typeface="Times New Roman" panose="02020603050405020304" pitchFamily="18" charset="0"/>
                <a:ea typeface="微软雅黑" panose="020B0503020204020204" charset="-122"/>
                <a:cs typeface="Times New Roman" panose="02020603050405020304" pitchFamily="18" charset="0"/>
                <a:sym typeface="+mn-ea"/>
              </a:rPr>
              <a:t>=CH </a:t>
            </a:r>
            <a:r>
              <a:rPr lang="zh-CN" altLang="en-US" sz="2400" dirty="0">
                <a:solidFill>
                  <a:prstClr val="black"/>
                </a:solidFill>
                <a:latin typeface="Times New Roman" panose="02020603050405020304" pitchFamily="18" charset="0"/>
                <a:ea typeface="微软雅黑" panose="020B0503020204020204" charset="-122"/>
                <a:cs typeface="Times New Roman" panose="02020603050405020304" pitchFamily="18" charset="0"/>
                <a:sym typeface="+mn-ea"/>
              </a:rPr>
              <a:t>（强耦合</a:t>
            </a:r>
            <a:r>
              <a:rPr lang="zh-CN" altLang="en-US" sz="2400" dirty="0" smtClean="0">
                <a:solidFill>
                  <a:prstClr val="black"/>
                </a:solidFill>
                <a:latin typeface="Times New Roman" panose="02020603050405020304" pitchFamily="18" charset="0"/>
                <a:ea typeface="微软雅黑" panose="020B0503020204020204" charset="-122"/>
                <a:cs typeface="Times New Roman" panose="02020603050405020304" pitchFamily="18" charset="0"/>
                <a:sym typeface="+mn-ea"/>
              </a:rPr>
              <a:t>）</a:t>
            </a:r>
            <a:endParaRPr lang="zh-CN" altLang="en-US" sz="2400" b="1" dirty="0">
              <a:solidFill>
                <a:schemeClr val="tx1"/>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27653" name="Rectangle 9"/>
          <p:cNvSpPr/>
          <p:nvPr/>
        </p:nvSpPr>
        <p:spPr>
          <a:xfrm>
            <a:off x="392185" y="4340203"/>
            <a:ext cx="1415772" cy="525465"/>
          </a:xfrm>
          <a:prstGeom prst="rect">
            <a:avLst/>
          </a:prstGeom>
          <a:noFill/>
          <a:ln w="9525">
            <a:noFill/>
          </a:ln>
        </p:spPr>
        <p:txBody>
          <a:bodyPr wrap="none" anchor="t">
            <a:spAutoFit/>
          </a:bodyPr>
          <a:lstStyle/>
          <a:p>
            <a:pPr>
              <a:lnSpc>
                <a:spcPct val="130000"/>
              </a:lnSpc>
            </a:pPr>
            <a:r>
              <a:rPr lang="zh-CN" altLang="en-US" sz="2400" b="1" dirty="0" smtClean="0">
                <a:solidFill>
                  <a:srgbClr val="C00000"/>
                </a:solidFill>
                <a:latin typeface="Times New Roman" panose="02020603050405020304" pitchFamily="18" charset="0"/>
                <a:ea typeface="微软雅黑" panose="020B0503020204020204" charset="-122"/>
                <a:cs typeface="Times New Roman" panose="02020603050405020304" pitchFamily="18" charset="0"/>
              </a:rPr>
              <a:t>结构单元</a:t>
            </a:r>
            <a:endParaRPr lang="en-US" altLang="zh-CN" sz="2400" dirty="0">
              <a:solidFill>
                <a:schemeClr val="tx1"/>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27654" name="Rectangle 10"/>
          <p:cNvSpPr/>
          <p:nvPr/>
        </p:nvSpPr>
        <p:spPr>
          <a:xfrm>
            <a:off x="4283968" y="4418925"/>
            <a:ext cx="1846980" cy="461665"/>
          </a:xfrm>
          <a:prstGeom prst="rect">
            <a:avLst/>
          </a:prstGeom>
          <a:noFill/>
          <a:ln w="9525">
            <a:noFill/>
          </a:ln>
        </p:spPr>
        <p:txBody>
          <a:bodyPr wrap="none" anchor="t">
            <a:spAutoFit/>
          </a:bodyPr>
          <a:lstStyle/>
          <a:p>
            <a:r>
              <a:rPr lang="en-US" altLang="zh-CN" sz="2400" b="1" dirty="0">
                <a:solidFill>
                  <a:schemeClr val="tx1"/>
                </a:solidFill>
                <a:latin typeface="Times New Roman" panose="02020603050405020304" pitchFamily="18" charset="0"/>
                <a:ea typeface="宋体" panose="02010600030101010101" pitchFamily="2" charset="-122"/>
              </a:rPr>
              <a:t>CH</a:t>
            </a:r>
            <a:r>
              <a:rPr lang="en-US" altLang="zh-CN" sz="2400" b="1" baseline="-25000" dirty="0">
                <a:solidFill>
                  <a:schemeClr val="tx1"/>
                </a:solidFill>
                <a:latin typeface="Times New Roman" panose="02020603050405020304" pitchFamily="18" charset="0"/>
                <a:ea typeface="宋体" panose="02010600030101010101" pitchFamily="2" charset="-122"/>
              </a:rPr>
              <a:t>3</a:t>
            </a:r>
            <a:r>
              <a:rPr lang="en-US" altLang="zh-CN" sz="2400" b="1" dirty="0">
                <a:solidFill>
                  <a:schemeClr val="tx1"/>
                </a:solidFill>
                <a:latin typeface="Times New Roman" panose="02020603050405020304" pitchFamily="18" charset="0"/>
                <a:ea typeface="宋体" panose="02010600030101010101" pitchFamily="2" charset="-122"/>
              </a:rPr>
              <a:t>CH=CH</a:t>
            </a:r>
          </a:p>
        </p:txBody>
      </p:sp>
      <p:sp>
        <p:nvSpPr>
          <p:cNvPr id="4" name="文本框 3"/>
          <p:cNvSpPr txBox="1"/>
          <p:nvPr/>
        </p:nvSpPr>
        <p:spPr>
          <a:xfrm>
            <a:off x="684530" y="556261"/>
            <a:ext cx="7920990" cy="646331"/>
          </a:xfrm>
          <a:prstGeom prst="rect">
            <a:avLst/>
          </a:prstGeom>
          <a:noFill/>
        </p:spPr>
        <p:txBody>
          <a:bodyPr wrap="square" rtlCol="0" anchor="t">
            <a:spAutoFit/>
          </a:bodyPr>
          <a:lstStyle/>
          <a:p>
            <a:pPr>
              <a:lnSpc>
                <a:spcPct val="150000"/>
              </a:lnSpc>
              <a:spcBef>
                <a:spcPct val="20000"/>
              </a:spcBef>
            </a:pPr>
            <a:r>
              <a:rPr lang="en-US" altLang="zh-CN" sz="2400" b="1" dirty="0">
                <a:solidFill>
                  <a:srgbClr val="0070C0"/>
                </a:solidFill>
                <a:latin typeface="Times New Roman" panose="02020603050405020304" pitchFamily="18" charset="0"/>
                <a:ea typeface="微软雅黑" panose="020B0503020204020204" charset="-122"/>
                <a:cs typeface="Times New Roman" panose="02020603050405020304" pitchFamily="18" charset="0"/>
                <a:sym typeface="+mn-ea"/>
              </a:rPr>
              <a:t>IR: </a:t>
            </a:r>
            <a:r>
              <a:rPr lang="en-US" altLang="zh-CN" sz="2400" dirty="0" smtClean="0">
                <a:latin typeface="Times New Roman" panose="02020603050405020304" pitchFamily="18" charset="0"/>
                <a:ea typeface="微软雅黑" panose="020B0503020204020204" charset="-122"/>
                <a:cs typeface="Times New Roman" panose="02020603050405020304" pitchFamily="18" charset="0"/>
                <a:sym typeface="+mn-ea"/>
              </a:rPr>
              <a:t>1722cm</a:t>
            </a:r>
            <a:r>
              <a:rPr lang="en-US" altLang="zh-CN" sz="2400" baseline="30000" dirty="0" smtClean="0">
                <a:latin typeface="Times New Roman" panose="02020603050405020304" pitchFamily="18" charset="0"/>
                <a:ea typeface="微软雅黑" panose="020B0503020204020204" charset="-122"/>
                <a:cs typeface="Times New Roman" panose="02020603050405020304" pitchFamily="18" charset="0"/>
                <a:sym typeface="+mn-ea"/>
              </a:rPr>
              <a:t>-1    </a:t>
            </a:r>
            <a:r>
              <a:rPr lang="zh-CN" altLang="en-US" sz="2400" baseline="30000" dirty="0" smtClean="0">
                <a:latin typeface="Times New Roman" panose="02020603050405020304" pitchFamily="18" charset="0"/>
                <a:ea typeface="微软雅黑" panose="020B0503020204020204" charset="-122"/>
                <a:cs typeface="Times New Roman" panose="02020603050405020304" pitchFamily="18" charset="0"/>
                <a:sym typeface="+mn-ea"/>
              </a:rPr>
              <a:t>  </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C=O  </a:t>
            </a:r>
            <a:r>
              <a:rPr lang="en-US" altLang="zh-CN" sz="2400" dirty="0" smtClean="0">
                <a:latin typeface="Times New Roman" panose="02020603050405020304" pitchFamily="18" charset="0"/>
                <a:ea typeface="微软雅黑" panose="020B0503020204020204" charset="-122"/>
                <a:cs typeface="Times New Roman" panose="02020603050405020304" pitchFamily="18" charset="0"/>
                <a:sym typeface="+mn-ea"/>
              </a:rPr>
              <a:t>3052</a:t>
            </a:r>
            <a:r>
              <a:rPr lang="en-US" altLang="zh-CN" sz="2400" dirty="0">
                <a:solidFill>
                  <a:prstClr val="black"/>
                </a:solidFill>
                <a:latin typeface="Times New Roman" panose="02020603050405020304" pitchFamily="18" charset="0"/>
                <a:ea typeface="微软雅黑" panose="020B0503020204020204" charset="-122"/>
                <a:cs typeface="Times New Roman" panose="02020603050405020304" pitchFamily="18" charset="0"/>
                <a:sym typeface="+mn-ea"/>
              </a:rPr>
              <a:t>cm</a:t>
            </a:r>
            <a:r>
              <a:rPr lang="en-US" altLang="zh-CN" sz="2400" baseline="30000" dirty="0">
                <a:solidFill>
                  <a:prstClr val="black"/>
                </a:solidFill>
                <a:latin typeface="Times New Roman" panose="02020603050405020304" pitchFamily="18" charset="0"/>
                <a:ea typeface="微软雅黑" panose="020B0503020204020204" charset="-122"/>
                <a:cs typeface="Times New Roman" panose="02020603050405020304" pitchFamily="18" charset="0"/>
                <a:sym typeface="+mn-ea"/>
              </a:rPr>
              <a:t>-1 </a:t>
            </a:r>
            <a:r>
              <a:rPr lang="zh-CN" altLang="en-US" sz="2400" dirty="0" smtClean="0">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400" dirty="0" smtClean="0">
                <a:latin typeface="Times New Roman" panose="02020603050405020304" pitchFamily="18" charset="0"/>
                <a:ea typeface="微软雅黑" panose="020B0503020204020204" charset="-122"/>
                <a:cs typeface="Times New Roman" panose="02020603050405020304" pitchFamily="18" charset="0"/>
                <a:sym typeface="+mn-ea"/>
              </a:rPr>
              <a:t>1662cm</a:t>
            </a:r>
            <a:r>
              <a:rPr lang="en-US" altLang="zh-CN" sz="2400" baseline="30000" dirty="0" smtClean="0">
                <a:latin typeface="Times New Roman" panose="02020603050405020304" pitchFamily="18" charset="0"/>
                <a:ea typeface="微软雅黑" panose="020B0503020204020204" charset="-122"/>
                <a:cs typeface="Times New Roman" panose="02020603050405020304" pitchFamily="18" charset="0"/>
                <a:sym typeface="+mn-ea"/>
              </a:rPr>
              <a:t>-1    </a:t>
            </a:r>
            <a:r>
              <a:rPr lang="zh-CN" altLang="en-US" sz="2400" baseline="30000" dirty="0" smtClean="0">
                <a:latin typeface="Times New Roman" panose="02020603050405020304" pitchFamily="18" charset="0"/>
                <a:ea typeface="微软雅黑" panose="020B0503020204020204" charset="-122"/>
                <a:cs typeface="Times New Roman" panose="02020603050405020304" pitchFamily="18" charset="0"/>
                <a:sym typeface="+mn-ea"/>
              </a:rPr>
              <a:t>  </a:t>
            </a:r>
            <a:r>
              <a:rPr lang="en-US" altLang="zh-CN" sz="2400" dirty="0" smtClean="0">
                <a:latin typeface="Times New Roman" panose="02020603050405020304" pitchFamily="18" charset="0"/>
                <a:ea typeface="微软雅黑" panose="020B0503020204020204" charset="-122"/>
                <a:cs typeface="Times New Roman" panose="02020603050405020304" pitchFamily="18" charset="0"/>
                <a:sym typeface="+mn-ea"/>
              </a:rPr>
              <a:t>C=C</a:t>
            </a:r>
            <a:endParaRPr lang="zh-CN" altLang="en-US" sz="2400" dirty="0">
              <a:latin typeface="Times New Roman" panose="02020603050405020304" pitchFamily="18" charset="0"/>
              <a:ea typeface="微软雅黑" panose="020B0503020204020204" charset="-122"/>
              <a:cs typeface="Times New Roman" panose="02020603050405020304" pitchFamily="18" charset="0"/>
              <a:sym typeface="+mn-ea"/>
            </a:endParaRPr>
          </a:p>
        </p:txBody>
      </p:sp>
      <p:sp>
        <p:nvSpPr>
          <p:cNvPr id="2" name="矩形 1"/>
          <p:cNvSpPr/>
          <p:nvPr/>
        </p:nvSpPr>
        <p:spPr>
          <a:xfrm>
            <a:off x="701806" y="1198304"/>
            <a:ext cx="6912768" cy="646331"/>
          </a:xfrm>
          <a:prstGeom prst="rect">
            <a:avLst/>
          </a:prstGeom>
        </p:spPr>
        <p:txBody>
          <a:bodyPr wrap="square">
            <a:spAutoFit/>
          </a:bodyPr>
          <a:lstStyle/>
          <a:p>
            <a:pPr lvl="0">
              <a:lnSpc>
                <a:spcPct val="150000"/>
              </a:lnSpc>
              <a:spcBef>
                <a:spcPct val="20000"/>
              </a:spcBef>
            </a:pPr>
            <a:r>
              <a:rPr lang="en-US" altLang="zh-CN" sz="2400" b="1" baseline="30000" dirty="0">
                <a:solidFill>
                  <a:srgbClr val="0070C0"/>
                </a:solidFill>
                <a:latin typeface="Times New Roman" panose="02020603050405020304" pitchFamily="18" charset="0"/>
                <a:ea typeface="微软雅黑" panose="020B0503020204020204" charset="-122"/>
                <a:cs typeface="Times New Roman" panose="02020603050405020304" pitchFamily="18" charset="0"/>
                <a:sym typeface="+mn-ea"/>
              </a:rPr>
              <a:t>13</a:t>
            </a:r>
            <a:r>
              <a:rPr lang="en-US" altLang="zh-CN" sz="2400" b="1" dirty="0">
                <a:solidFill>
                  <a:srgbClr val="0070C0"/>
                </a:solidFill>
                <a:latin typeface="Times New Roman" panose="02020603050405020304" pitchFamily="18" charset="0"/>
                <a:ea typeface="微软雅黑" panose="020B0503020204020204" charset="-122"/>
                <a:cs typeface="Times New Roman" panose="02020603050405020304" pitchFamily="18" charset="0"/>
                <a:sym typeface="+mn-ea"/>
              </a:rPr>
              <a:t>C NMR:   </a:t>
            </a:r>
            <a:r>
              <a:rPr lang="en-US" altLang="zh-CN" sz="2400" b="1" i="1" dirty="0">
                <a:solidFill>
                  <a:srgbClr val="000099"/>
                </a:solidFill>
                <a:latin typeface="Times New Roman" panose="02020603050405020304" pitchFamily="18" charset="0"/>
                <a:sym typeface="+mn-ea"/>
              </a:rPr>
              <a:t>δ</a:t>
            </a:r>
            <a:r>
              <a:rPr lang="en-US" altLang="zh-CN" sz="2400" dirty="0">
                <a:solidFill>
                  <a:prstClr val="black"/>
                </a:solidFill>
                <a:latin typeface="Arial" panose="020B0604020202020204" pitchFamily="34" charset="0"/>
                <a:ea typeface="微软雅黑" panose="020B0503020204020204" charset="-122"/>
                <a:cs typeface="Arial" panose="020B0604020202020204" pitchFamily="34" charset="0"/>
                <a:sym typeface="+mn-ea"/>
              </a:rPr>
              <a:t>=</a:t>
            </a:r>
            <a:r>
              <a:rPr lang="en-US" altLang="zh-CN" sz="2400" dirty="0">
                <a:solidFill>
                  <a:prstClr val="black"/>
                </a:solidFill>
                <a:latin typeface="Times New Roman" panose="02020603050405020304" pitchFamily="18" charset="0"/>
                <a:ea typeface="微软雅黑" panose="020B0503020204020204" charset="-122"/>
                <a:cs typeface="Times New Roman" panose="02020603050405020304" pitchFamily="18" charset="0"/>
                <a:sym typeface="+mn-ea"/>
              </a:rPr>
              <a:t>168 </a:t>
            </a:r>
            <a:r>
              <a:rPr lang="zh-CN" altLang="en-US" sz="2400" baseline="30000" dirty="0">
                <a:solidFill>
                  <a:prstClr val="black"/>
                </a:solidFill>
                <a:latin typeface="Times New Roman" panose="02020603050405020304" pitchFamily="18" charset="0"/>
                <a:ea typeface="微软雅黑" panose="020B0503020204020204" charset="-122"/>
                <a:cs typeface="Times New Roman" panose="02020603050405020304" pitchFamily="18" charset="0"/>
                <a:sym typeface="+mn-ea"/>
              </a:rPr>
              <a:t>     </a:t>
            </a:r>
            <a:r>
              <a:rPr lang="en-US" altLang="zh-CN" sz="2400" dirty="0">
                <a:solidFill>
                  <a:prstClr val="black"/>
                </a:solidFill>
                <a:latin typeface="Times New Roman" panose="02020603050405020304" pitchFamily="18" charset="0"/>
                <a:ea typeface="微软雅黑" panose="020B0503020204020204" charset="-122"/>
                <a:cs typeface="Times New Roman" panose="02020603050405020304" pitchFamily="18" charset="0"/>
                <a:sym typeface="+mn-ea"/>
              </a:rPr>
              <a:t>O-C=O   </a:t>
            </a:r>
            <a:r>
              <a:rPr lang="en-US" altLang="zh-CN" sz="2400" b="1" i="1" dirty="0">
                <a:solidFill>
                  <a:srgbClr val="000099"/>
                </a:solidFill>
                <a:latin typeface="Times New Roman" panose="02020603050405020304" pitchFamily="18" charset="0"/>
                <a:sym typeface="+mn-ea"/>
              </a:rPr>
              <a:t>δ</a:t>
            </a:r>
            <a:r>
              <a:rPr lang="en-US" altLang="zh-CN" sz="2400" dirty="0">
                <a:solidFill>
                  <a:prstClr val="black"/>
                </a:solidFill>
                <a:latin typeface="Arial" panose="020B0604020202020204" pitchFamily="34" charset="0"/>
                <a:ea typeface="微软雅黑" panose="020B0503020204020204" charset="-122"/>
                <a:cs typeface="Arial" panose="020B0604020202020204" pitchFamily="34" charset="0"/>
                <a:sym typeface="+mn-ea"/>
              </a:rPr>
              <a:t>=</a:t>
            </a:r>
            <a:r>
              <a:rPr lang="en-US" altLang="zh-CN" sz="2400" dirty="0">
                <a:solidFill>
                  <a:prstClr val="black"/>
                </a:solidFill>
                <a:latin typeface="Times New Roman" panose="02020603050405020304" pitchFamily="18" charset="0"/>
                <a:ea typeface="微软雅黑" panose="020B0503020204020204" charset="-122"/>
                <a:cs typeface="Times New Roman" panose="02020603050405020304" pitchFamily="18" charset="0"/>
                <a:sym typeface="+mn-ea"/>
              </a:rPr>
              <a:t>121</a:t>
            </a:r>
            <a:r>
              <a:rPr lang="zh-CN" altLang="en-US" sz="2400" dirty="0">
                <a:solidFill>
                  <a:prstClr val="black"/>
                </a:solidFill>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400" dirty="0">
                <a:solidFill>
                  <a:prstClr val="black"/>
                </a:solidFill>
                <a:latin typeface="Times New Roman" panose="02020603050405020304" pitchFamily="18" charset="0"/>
                <a:ea typeface="微软雅黑" panose="020B0503020204020204" charset="-122"/>
                <a:cs typeface="Times New Roman" panose="02020603050405020304" pitchFamily="18" charset="0"/>
                <a:sym typeface="+mn-ea"/>
              </a:rPr>
              <a:t> 143     C=C</a:t>
            </a:r>
            <a:endParaRPr lang="zh-CN" altLang="en-US" sz="2400" dirty="0">
              <a:solidFill>
                <a:prstClr val="black"/>
              </a:solidFill>
            </a:endParaRPr>
          </a:p>
        </p:txBody>
      </p:sp>
      <p:sp>
        <p:nvSpPr>
          <p:cNvPr id="10" name="Rectangle 9"/>
          <p:cNvSpPr/>
          <p:nvPr/>
        </p:nvSpPr>
        <p:spPr>
          <a:xfrm>
            <a:off x="6420177" y="4310743"/>
            <a:ext cx="2723823" cy="525465"/>
          </a:xfrm>
          <a:prstGeom prst="rect">
            <a:avLst/>
          </a:prstGeom>
          <a:noFill/>
          <a:ln w="9525">
            <a:noFill/>
          </a:ln>
        </p:spPr>
        <p:txBody>
          <a:bodyPr wrap="none" anchor="t">
            <a:spAutoFit/>
          </a:bodyPr>
          <a:lstStyle/>
          <a:p>
            <a:pPr>
              <a:lnSpc>
                <a:spcPct val="130000"/>
              </a:lnSpc>
            </a:pPr>
            <a:r>
              <a:rPr lang="zh-CN" altLang="en-US" sz="2400" b="1" dirty="0" smtClean="0">
                <a:solidFill>
                  <a:srgbClr val="C00000"/>
                </a:solidFill>
                <a:latin typeface="Times New Roman" panose="02020603050405020304" pitchFamily="18" charset="0"/>
                <a:ea typeface="微软雅黑" panose="020B0503020204020204" charset="-122"/>
                <a:cs typeface="Times New Roman" panose="02020603050405020304" pitchFamily="18" charset="0"/>
              </a:rPr>
              <a:t> 剩余结构单元：</a:t>
            </a:r>
            <a:r>
              <a:rPr lang="zh-CN" altLang="en-US" sz="2400" dirty="0" smtClean="0">
                <a:latin typeface="Times New Roman" panose="02020603050405020304" pitchFamily="18" charset="0"/>
                <a:ea typeface="微软雅黑" panose="020B0503020204020204" charset="-122"/>
                <a:cs typeface="Times New Roman" panose="02020603050405020304" pitchFamily="18" charset="0"/>
              </a:rPr>
              <a:t>无</a:t>
            </a:r>
            <a:endParaRPr lang="en-US" altLang="zh-CN" sz="2400" dirty="0">
              <a:latin typeface="Times New Roman" panose="02020603050405020304" pitchFamily="18" charset="0"/>
              <a:ea typeface="微软雅黑" panose="020B0503020204020204" charset="-122"/>
              <a:cs typeface="Times New Roman" panose="02020603050405020304" pitchFamily="18" charset="0"/>
            </a:endParaRPr>
          </a:p>
        </p:txBody>
      </p:sp>
      <p:sp>
        <p:nvSpPr>
          <p:cNvPr id="3" name="矩形 2"/>
          <p:cNvSpPr/>
          <p:nvPr/>
        </p:nvSpPr>
        <p:spPr>
          <a:xfrm>
            <a:off x="1867535" y="4363832"/>
            <a:ext cx="2172390" cy="524567"/>
          </a:xfrm>
          <a:prstGeom prst="rect">
            <a:avLst/>
          </a:prstGeom>
        </p:spPr>
        <p:txBody>
          <a:bodyPr wrap="none">
            <a:spAutoFit/>
          </a:bodyPr>
          <a:lstStyle/>
          <a:p>
            <a:pPr lvl="0">
              <a:lnSpc>
                <a:spcPct val="130000"/>
              </a:lnSpc>
            </a:pPr>
            <a:r>
              <a:rPr lang="en-US" altLang="zh-CN" sz="2400" dirty="0" smtClean="0">
                <a:solidFill>
                  <a:prstClr val="black"/>
                </a:solidFill>
                <a:latin typeface="Times New Roman" panose="02020603050405020304" pitchFamily="18" charset="0"/>
                <a:ea typeface="微软雅黑" panose="020B0503020204020204" charset="-122"/>
                <a:cs typeface="Times New Roman" panose="02020603050405020304" pitchFamily="18" charset="0"/>
              </a:rPr>
              <a:t>CH</a:t>
            </a:r>
            <a:r>
              <a:rPr lang="en-US" altLang="zh-CN" sz="2400" baseline="-25000" dirty="0" smtClean="0">
                <a:solidFill>
                  <a:prstClr val="black"/>
                </a:solidFill>
                <a:latin typeface="Times New Roman" panose="02020603050405020304" pitchFamily="18" charset="0"/>
                <a:ea typeface="微软雅黑" panose="020B0503020204020204" charset="-122"/>
                <a:cs typeface="Times New Roman" panose="02020603050405020304" pitchFamily="18" charset="0"/>
              </a:rPr>
              <a:t>3</a:t>
            </a:r>
            <a:r>
              <a:rPr lang="en-US" altLang="zh-CN" sz="2400" dirty="0" smtClean="0">
                <a:solidFill>
                  <a:prstClr val="black"/>
                </a:solidFill>
                <a:latin typeface="Times New Roman" panose="02020603050405020304" pitchFamily="18" charset="0"/>
                <a:ea typeface="微软雅黑" panose="020B0503020204020204" charset="-122"/>
                <a:cs typeface="Times New Roman" panose="02020603050405020304" pitchFamily="18" charset="0"/>
              </a:rPr>
              <a:t>CH</a:t>
            </a:r>
            <a:r>
              <a:rPr lang="en-US" altLang="zh-CN" sz="2400" baseline="-25000" dirty="0" smtClean="0">
                <a:solidFill>
                  <a:prstClr val="black"/>
                </a:solidFill>
                <a:latin typeface="Times New Roman" panose="02020603050405020304" pitchFamily="18" charset="0"/>
                <a:ea typeface="微软雅黑" panose="020B0503020204020204" charset="-122"/>
                <a:cs typeface="Times New Roman" panose="02020603050405020304" pitchFamily="18" charset="0"/>
              </a:rPr>
              <a:t>2</a:t>
            </a:r>
            <a:r>
              <a:rPr lang="en-US" altLang="zh-CN" sz="2400" dirty="0" smtClean="0">
                <a:solidFill>
                  <a:prstClr val="black"/>
                </a:solidFill>
                <a:latin typeface="Times New Roman" panose="02020603050405020304" pitchFamily="18" charset="0"/>
                <a:ea typeface="微软雅黑" panose="020B0503020204020204" charset="-122"/>
                <a:cs typeface="Times New Roman" panose="02020603050405020304" pitchFamily="18" charset="0"/>
              </a:rPr>
              <a:t>O-C=O</a:t>
            </a:r>
            <a:endParaRPr lang="en-US" altLang="zh-CN" sz="2400" dirty="0">
              <a:solidFill>
                <a:prstClr val="black"/>
              </a:solidFill>
              <a:latin typeface="Times New Roman" panose="02020603050405020304" pitchFamily="18" charset="0"/>
              <a:ea typeface="微软雅黑" panose="020B0503020204020204" charset="-122"/>
              <a:cs typeface="Times New Roman" panose="02020603050405020304" pitchFamily="18" charset="0"/>
            </a:endParaRPr>
          </a:p>
        </p:txBody>
      </p:sp>
    </p:spTree>
  </p:cSld>
  <p:clrMapOvr>
    <a:masterClrMapping/>
  </p:clrMapOvr>
  <p:timing>
    <p:tnLst>
      <p:par>
        <p:cTn id="1" dur="indefinite" restart="never" nodeType="tmRoot"/>
      </p:par>
    </p:tnLst>
    <p:bldLst>
      <p:bldP spid="27652" grpId="1"/>
      <p:bldP spid="27653" grpId="1"/>
      <p:bldP spid="27654" grpId="1"/>
      <p:bldP spid="10"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4"/>
          <p:cNvSpPr/>
          <p:nvPr/>
        </p:nvSpPr>
        <p:spPr>
          <a:xfrm>
            <a:off x="573802" y="166888"/>
            <a:ext cx="5184775" cy="652486"/>
          </a:xfrm>
          <a:prstGeom prst="rect">
            <a:avLst/>
          </a:prstGeom>
          <a:noFill/>
          <a:ln w="9525">
            <a:noFill/>
          </a:ln>
        </p:spPr>
        <p:txBody>
          <a:bodyPr anchor="t">
            <a:spAutoFit/>
          </a:bodyPr>
          <a:lstStyle/>
          <a:p>
            <a:pPr>
              <a:lnSpc>
                <a:spcPct val="130000"/>
              </a:lnSpc>
            </a:pPr>
            <a:r>
              <a:rPr lang="en-US" altLang="zh-CN" sz="2800" b="1" dirty="0" smtClean="0">
                <a:solidFill>
                  <a:srgbClr val="C00000"/>
                </a:solidFill>
                <a:latin typeface="微软雅黑" panose="020B0503020204020204" pitchFamily="34" charset="-122"/>
                <a:ea typeface="微软雅黑" panose="020B0503020204020204" pitchFamily="34" charset="-122"/>
                <a:cs typeface="微软雅黑" panose="020B0503020204020204" charset="-122"/>
              </a:rPr>
              <a:t>4</a:t>
            </a:r>
            <a:r>
              <a:rPr lang="zh-CN" altLang="en-US" sz="2800" b="1" dirty="0" smtClean="0">
                <a:solidFill>
                  <a:srgbClr val="C00000"/>
                </a:solidFill>
                <a:latin typeface="微软雅黑" panose="020B0503020204020204" pitchFamily="34" charset="-122"/>
                <a:ea typeface="微软雅黑" panose="020B0503020204020204" pitchFamily="34" charset="-122"/>
                <a:cs typeface="微软雅黑" panose="020B0503020204020204" charset="-122"/>
              </a:rPr>
              <a:t>）</a:t>
            </a:r>
            <a:r>
              <a:rPr lang="zh-CN" altLang="en-US" sz="2800" b="1" dirty="0" smtClean="0">
                <a:solidFill>
                  <a:srgbClr val="C00000"/>
                </a:solidFill>
                <a:latin typeface="微软雅黑" panose="020B0503020204020204" charset="-122"/>
                <a:ea typeface="微软雅黑" panose="020B0503020204020204" charset="-122"/>
                <a:cs typeface="微软雅黑" panose="020B0503020204020204" charset="-122"/>
              </a:rPr>
              <a:t>连接</a:t>
            </a:r>
            <a:r>
              <a:rPr lang="zh-CN" altLang="en-US" sz="2800" b="1" dirty="0">
                <a:solidFill>
                  <a:srgbClr val="C00000"/>
                </a:solidFill>
                <a:latin typeface="微软雅黑" panose="020B0503020204020204" charset="-122"/>
                <a:ea typeface="微软雅黑" panose="020B0503020204020204" charset="-122"/>
                <a:cs typeface="微软雅黑" panose="020B0503020204020204" charset="-122"/>
              </a:rPr>
              <a:t>结构单元</a:t>
            </a:r>
          </a:p>
        </p:txBody>
      </p:sp>
      <p:sp>
        <p:nvSpPr>
          <p:cNvPr id="28674" name="Rectangle 5"/>
          <p:cNvSpPr/>
          <p:nvPr/>
        </p:nvSpPr>
        <p:spPr>
          <a:xfrm>
            <a:off x="2195514" y="877476"/>
            <a:ext cx="3676006" cy="461665"/>
          </a:xfrm>
          <a:prstGeom prst="rect">
            <a:avLst/>
          </a:prstGeom>
          <a:noFill/>
          <a:ln w="9525">
            <a:noFill/>
          </a:ln>
        </p:spPr>
        <p:txBody>
          <a:bodyPr wrap="none" anchor="t">
            <a:spAutoFit/>
          </a:bodyPr>
          <a:lstStyle/>
          <a:p>
            <a:r>
              <a:rPr lang="en-US" altLang="zh-CN" sz="2400" b="1" dirty="0">
                <a:solidFill>
                  <a:schemeClr val="tx1"/>
                </a:solidFill>
                <a:latin typeface="Times New Roman" panose="02020603050405020304" pitchFamily="18" charset="0"/>
                <a:ea typeface="宋体" panose="02010600030101010101" pitchFamily="2" charset="-122"/>
              </a:rPr>
              <a:t>CH</a:t>
            </a:r>
            <a:r>
              <a:rPr lang="en-US" altLang="zh-CN" sz="2400" b="1" baseline="-25000" dirty="0">
                <a:solidFill>
                  <a:schemeClr val="tx1"/>
                </a:solidFill>
                <a:latin typeface="Times New Roman" panose="02020603050405020304" pitchFamily="18" charset="0"/>
                <a:ea typeface="宋体" panose="02010600030101010101" pitchFamily="2" charset="-122"/>
              </a:rPr>
              <a:t>3</a:t>
            </a:r>
            <a:r>
              <a:rPr lang="en-US" altLang="zh-CN" sz="2400" b="1" dirty="0">
                <a:solidFill>
                  <a:schemeClr val="tx1"/>
                </a:solidFill>
                <a:latin typeface="Times New Roman" panose="02020603050405020304" pitchFamily="18" charset="0"/>
                <a:ea typeface="宋体" panose="02010600030101010101" pitchFamily="2" charset="-122"/>
              </a:rPr>
              <a:t>CH=CHCOOCH</a:t>
            </a:r>
            <a:r>
              <a:rPr lang="en-US" altLang="zh-CN" sz="2400" b="1" baseline="-25000" dirty="0">
                <a:solidFill>
                  <a:schemeClr val="tx1"/>
                </a:solidFill>
                <a:latin typeface="Times New Roman" panose="02020603050405020304" pitchFamily="18" charset="0"/>
                <a:ea typeface="宋体" panose="02010600030101010101" pitchFamily="2" charset="-122"/>
              </a:rPr>
              <a:t>2</a:t>
            </a:r>
            <a:r>
              <a:rPr lang="en-US" altLang="zh-CN" sz="2400" b="1" dirty="0">
                <a:solidFill>
                  <a:schemeClr val="tx1"/>
                </a:solidFill>
                <a:latin typeface="Times New Roman" panose="02020603050405020304" pitchFamily="18" charset="0"/>
                <a:ea typeface="宋体" panose="02010600030101010101" pitchFamily="2" charset="-122"/>
              </a:rPr>
              <a:t>CH</a:t>
            </a:r>
            <a:r>
              <a:rPr lang="en-US" altLang="zh-CN" sz="2400" b="1" baseline="-25000" dirty="0">
                <a:solidFill>
                  <a:schemeClr val="tx1"/>
                </a:solidFill>
                <a:latin typeface="Times New Roman" panose="02020603050405020304" pitchFamily="18" charset="0"/>
                <a:ea typeface="宋体" panose="02010600030101010101" pitchFamily="2" charset="-122"/>
              </a:rPr>
              <a:t>3</a:t>
            </a:r>
          </a:p>
        </p:txBody>
      </p:sp>
      <p:sp>
        <p:nvSpPr>
          <p:cNvPr id="28675" name="Rectangle 6"/>
          <p:cNvSpPr/>
          <p:nvPr/>
        </p:nvSpPr>
        <p:spPr>
          <a:xfrm>
            <a:off x="827088" y="1507332"/>
            <a:ext cx="2374368" cy="461665"/>
          </a:xfrm>
          <a:prstGeom prst="rect">
            <a:avLst/>
          </a:prstGeom>
          <a:noFill/>
          <a:ln w="9525">
            <a:noFill/>
          </a:ln>
        </p:spPr>
        <p:txBody>
          <a:bodyPr wrap="none" anchor="t">
            <a:spAutoFit/>
          </a:bodyPr>
          <a:lstStyle/>
          <a:p>
            <a:r>
              <a:rPr lang="zh-CN" altLang="en-US" sz="2400" b="1" dirty="0">
                <a:solidFill>
                  <a:schemeClr val="tx1"/>
                </a:solidFill>
                <a:latin typeface="Times New Roman" panose="02020603050405020304" pitchFamily="18" charset="0"/>
                <a:ea typeface="微软雅黑" panose="020B0503020204020204" charset="-122"/>
                <a:cs typeface="Times New Roman" panose="02020603050405020304" pitchFamily="18" charset="0"/>
              </a:rPr>
              <a:t>从</a:t>
            </a:r>
            <a:r>
              <a:rPr lang="en-US" altLang="zh-CN" sz="2400" b="1" dirty="0">
                <a:solidFill>
                  <a:schemeClr val="tx1"/>
                </a:solidFill>
                <a:latin typeface="Times New Roman" panose="02020603050405020304" pitchFamily="18" charset="0"/>
                <a:ea typeface="微软雅黑" panose="020B0503020204020204" charset="-122"/>
                <a:cs typeface="Times New Roman" panose="02020603050405020304" pitchFamily="18" charset="0"/>
              </a:rPr>
              <a:t>IR</a:t>
            </a:r>
            <a:r>
              <a:rPr lang="zh-CN" altLang="en-US" sz="2400" b="1" dirty="0">
                <a:solidFill>
                  <a:schemeClr val="tx1"/>
                </a:solidFill>
                <a:latin typeface="Times New Roman" panose="02020603050405020304" pitchFamily="18" charset="0"/>
                <a:ea typeface="微软雅黑" panose="020B0503020204020204" charset="-122"/>
                <a:cs typeface="Times New Roman" panose="02020603050405020304" pitchFamily="18" charset="0"/>
              </a:rPr>
              <a:t>判断构型：</a:t>
            </a:r>
            <a:endParaRPr lang="zh-CN" altLang="en-US" sz="2400" b="1" baseline="-25000" dirty="0">
              <a:solidFill>
                <a:schemeClr val="tx1"/>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28676" name="Rectangle 8"/>
          <p:cNvSpPr/>
          <p:nvPr/>
        </p:nvSpPr>
        <p:spPr>
          <a:xfrm>
            <a:off x="1772816" y="1906345"/>
            <a:ext cx="4690110" cy="646331"/>
          </a:xfrm>
          <a:prstGeom prst="rect">
            <a:avLst/>
          </a:prstGeom>
          <a:noFill/>
          <a:ln w="9525">
            <a:noFill/>
          </a:ln>
        </p:spPr>
        <p:txBody>
          <a:bodyPr wrap="square" anchor="t">
            <a:spAutoFit/>
          </a:bodyPr>
          <a:lstStyle/>
          <a:p>
            <a:pPr>
              <a:lnSpc>
                <a:spcPct val="150000"/>
              </a:lnSpc>
            </a:pPr>
            <a:r>
              <a:rPr lang="zh-CN" altLang="en-US" sz="2400" dirty="0">
                <a:solidFill>
                  <a:schemeClr val="tx1"/>
                </a:solidFill>
                <a:latin typeface="Times New Roman" panose="02020603050405020304" pitchFamily="18" charset="0"/>
                <a:ea typeface="微软雅黑" panose="020B0503020204020204" charset="-122"/>
                <a:cs typeface="Times New Roman" panose="02020603050405020304" pitchFamily="18" charset="0"/>
              </a:rPr>
              <a:t>根据</a:t>
            </a:r>
            <a:r>
              <a:rPr lang="en-US" altLang="zh-CN" sz="2400" dirty="0">
                <a:solidFill>
                  <a:schemeClr val="tx1"/>
                </a:solidFill>
                <a:latin typeface="Times New Roman" panose="02020603050405020304" pitchFamily="18" charset="0"/>
                <a:ea typeface="微软雅黑" panose="020B0503020204020204" charset="-122"/>
                <a:cs typeface="Times New Roman" panose="02020603050405020304" pitchFamily="18" charset="0"/>
              </a:rPr>
              <a:t>970cm</a:t>
            </a:r>
            <a:r>
              <a:rPr lang="en-US" altLang="zh-CN" sz="2400" baseline="30000" dirty="0">
                <a:solidFill>
                  <a:schemeClr val="tx1"/>
                </a:solidFill>
                <a:latin typeface="Times New Roman" panose="02020603050405020304" pitchFamily="18" charset="0"/>
                <a:ea typeface="微软雅黑" panose="020B0503020204020204" charset="-122"/>
                <a:cs typeface="Times New Roman" panose="02020603050405020304" pitchFamily="18" charset="0"/>
              </a:rPr>
              <a:t>-1</a:t>
            </a:r>
            <a:r>
              <a:rPr lang="zh-CN" altLang="en-US" sz="2400" dirty="0">
                <a:solidFill>
                  <a:schemeClr val="tx1"/>
                </a:solidFill>
                <a:latin typeface="Times New Roman" panose="02020603050405020304" pitchFamily="18" charset="0"/>
                <a:ea typeface="微软雅黑" panose="020B0503020204020204" charset="-122"/>
                <a:cs typeface="Times New Roman" panose="02020603050405020304" pitchFamily="18" charset="0"/>
              </a:rPr>
              <a:t>可以判断为反式构型</a:t>
            </a:r>
          </a:p>
        </p:txBody>
      </p:sp>
      <p:sp>
        <p:nvSpPr>
          <p:cNvPr id="2" name="Rectangle 6"/>
          <p:cNvSpPr/>
          <p:nvPr/>
        </p:nvSpPr>
        <p:spPr>
          <a:xfrm>
            <a:off x="827088" y="2576989"/>
            <a:ext cx="1723549" cy="707886"/>
          </a:xfrm>
          <a:prstGeom prst="rect">
            <a:avLst/>
          </a:prstGeom>
          <a:noFill/>
          <a:ln w="9525">
            <a:noFill/>
          </a:ln>
        </p:spPr>
        <p:txBody>
          <a:bodyPr wrap="none" anchor="t">
            <a:spAutoFit/>
          </a:bodyPr>
          <a:lstStyle/>
          <a:p>
            <a:r>
              <a:rPr lang="zh-CN" altLang="en-US" sz="2400" b="1" dirty="0">
                <a:solidFill>
                  <a:srgbClr val="C00000"/>
                </a:solidFill>
                <a:latin typeface="Times New Roman" panose="02020603050405020304" pitchFamily="18" charset="0"/>
                <a:ea typeface="微软雅黑" panose="020B0503020204020204" charset="-122"/>
                <a:cs typeface="Times New Roman" panose="02020603050405020304" pitchFamily="18" charset="0"/>
              </a:rPr>
              <a:t>结构如下：</a:t>
            </a:r>
          </a:p>
          <a:p>
            <a:endParaRPr lang="zh-CN" altLang="en-US" sz="2400" baseline="-25000" dirty="0">
              <a:solidFill>
                <a:schemeClr val="tx1"/>
              </a:solidFill>
              <a:latin typeface="Times New Roman" panose="02020603050405020304" pitchFamily="18" charset="0"/>
              <a:ea typeface="微软雅黑" panose="020B0503020204020204" charset="-122"/>
              <a:cs typeface="Times New Roman" panose="02020603050405020304" pitchFamily="18" charset="0"/>
            </a:endParaRPr>
          </a:p>
        </p:txBody>
      </p:sp>
      <p:pic>
        <p:nvPicPr>
          <p:cNvPr id="9219" name="Picture 3" descr="C:\Users\xiawei\Desktop\微信图片_2019102716063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0637" y="2965126"/>
            <a:ext cx="4536503" cy="142773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6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2" nodeType="clickEffect">
                                  <p:stCondLst>
                                    <p:cond delay="0"/>
                                  </p:stCondLst>
                                  <p:childTnLst>
                                    <p:set>
                                      <p:cBhvr>
                                        <p:cTn id="10" dur="1" fill="hold">
                                          <p:stCondLst>
                                            <p:cond delay="0"/>
                                          </p:stCondLst>
                                        </p:cTn>
                                        <p:tgtEl>
                                          <p:spTgt spid="28675"/>
                                        </p:tgtEl>
                                        <p:attrNameLst>
                                          <p:attrName>style.visibility</p:attrName>
                                        </p:attrNameLst>
                                      </p:cBhvr>
                                      <p:to>
                                        <p:strVal val="visible"/>
                                      </p:to>
                                    </p:set>
                                  </p:childTnLst>
                                </p:cTn>
                              </p:par>
                              <p:par>
                                <p:cTn id="11" presetID="1" presetClass="entr" presetSubtype="0" fill="hold" grpId="2" nodeType="withEffect">
                                  <p:stCondLst>
                                    <p:cond delay="0"/>
                                  </p:stCondLst>
                                  <p:childTnLst>
                                    <p:set>
                                      <p:cBhvr>
                                        <p:cTn id="12" dur="1" fill="hold">
                                          <p:stCondLst>
                                            <p:cond delay="0"/>
                                          </p:stCondLst>
                                        </p:cTn>
                                        <p:tgtEl>
                                          <p:spTgt spid="2867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2"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2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4" grpId="0"/>
      <p:bldP spid="28675" grpId="1"/>
      <p:bldP spid="28675" grpId="2"/>
      <p:bldP spid="28676" grpId="1"/>
      <p:bldP spid="28676" grpId="2"/>
      <p:bldP spid="2" grpId="1"/>
      <p:bldP spid="2" grpId="2"/>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p:nvPr/>
        </p:nvSpPr>
        <p:spPr>
          <a:xfrm>
            <a:off x="894628" y="3003798"/>
            <a:ext cx="492443" cy="1569660"/>
          </a:xfrm>
          <a:prstGeom prst="rect">
            <a:avLst/>
          </a:prstGeom>
          <a:noFill/>
          <a:ln w="9525">
            <a:noFill/>
          </a:ln>
        </p:spPr>
        <p:txBody>
          <a:bodyPr wrap="none" anchor="t">
            <a:spAutoFit/>
          </a:bodyPr>
          <a:lstStyle/>
          <a:p>
            <a:r>
              <a:rPr lang="zh-CN" altLang="en-US" sz="2400" b="1" dirty="0">
                <a:solidFill>
                  <a:schemeClr val="tx1"/>
                </a:solidFill>
                <a:latin typeface="微软雅黑" panose="020B0503020204020204" charset="-122"/>
                <a:ea typeface="微软雅黑" panose="020B0503020204020204" charset="-122"/>
              </a:rPr>
              <a:t>质</a:t>
            </a:r>
          </a:p>
          <a:p>
            <a:r>
              <a:rPr lang="zh-CN" altLang="en-US" sz="2400" b="1" dirty="0">
                <a:solidFill>
                  <a:schemeClr val="tx1"/>
                </a:solidFill>
                <a:latin typeface="微软雅黑" panose="020B0503020204020204" charset="-122"/>
                <a:ea typeface="微软雅黑" panose="020B0503020204020204" charset="-122"/>
              </a:rPr>
              <a:t>谱</a:t>
            </a:r>
          </a:p>
          <a:p>
            <a:r>
              <a:rPr lang="zh-CN" altLang="en-US" sz="2400" b="1" dirty="0">
                <a:solidFill>
                  <a:schemeClr val="tx1"/>
                </a:solidFill>
                <a:latin typeface="微软雅黑" panose="020B0503020204020204" charset="-122"/>
                <a:ea typeface="微软雅黑" panose="020B0503020204020204" charset="-122"/>
              </a:rPr>
              <a:t>裂</a:t>
            </a:r>
          </a:p>
          <a:p>
            <a:r>
              <a:rPr lang="zh-CN" altLang="en-US" sz="2400" b="1" dirty="0">
                <a:solidFill>
                  <a:schemeClr val="tx1"/>
                </a:solidFill>
                <a:latin typeface="微软雅黑" panose="020B0503020204020204" charset="-122"/>
                <a:ea typeface="微软雅黑" panose="020B0503020204020204" charset="-122"/>
              </a:rPr>
              <a:t>解</a:t>
            </a:r>
          </a:p>
        </p:txBody>
      </p:sp>
      <p:sp>
        <p:nvSpPr>
          <p:cNvPr id="28677" name="Rectangle 10"/>
          <p:cNvSpPr/>
          <p:nvPr/>
        </p:nvSpPr>
        <p:spPr>
          <a:xfrm>
            <a:off x="120651" y="29528"/>
            <a:ext cx="5184775" cy="652486"/>
          </a:xfrm>
          <a:prstGeom prst="rect">
            <a:avLst/>
          </a:prstGeom>
          <a:noFill/>
          <a:ln w="9525">
            <a:noFill/>
          </a:ln>
        </p:spPr>
        <p:txBody>
          <a:bodyPr anchor="t">
            <a:spAutoFit/>
          </a:bodyPr>
          <a:lstStyle/>
          <a:p>
            <a:pPr>
              <a:lnSpc>
                <a:spcPct val="130000"/>
              </a:lnSpc>
            </a:pPr>
            <a:r>
              <a:rPr lang="en-US" altLang="zh-CN" sz="2800" dirty="0" smtClean="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5</a:t>
            </a:r>
            <a:r>
              <a:rPr lang="en-US" altLang="zh-CN" sz="2800" b="1" dirty="0" smtClean="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800" b="1" dirty="0">
                <a:solidFill>
                  <a:srgbClr val="C00000"/>
                </a:solidFill>
                <a:latin typeface="Times New Roman" panose="02020603050405020304" pitchFamily="18" charset="0"/>
                <a:ea typeface="微软雅黑" panose="020B0503020204020204" charset="-122"/>
                <a:cs typeface="Times New Roman" panose="02020603050405020304" pitchFamily="18" charset="0"/>
              </a:rPr>
              <a:t>验证结构</a:t>
            </a:r>
          </a:p>
        </p:txBody>
      </p:sp>
      <p:sp>
        <p:nvSpPr>
          <p:cNvPr id="28678" name="Rectangle 11"/>
          <p:cNvSpPr/>
          <p:nvPr/>
        </p:nvSpPr>
        <p:spPr>
          <a:xfrm>
            <a:off x="395536" y="1059582"/>
            <a:ext cx="6481762" cy="1052596"/>
          </a:xfrm>
          <a:prstGeom prst="rect">
            <a:avLst/>
          </a:prstGeom>
          <a:noFill/>
          <a:ln w="9525">
            <a:noFill/>
          </a:ln>
        </p:spPr>
        <p:txBody>
          <a:bodyPr anchor="t">
            <a:spAutoFit/>
          </a:bodyPr>
          <a:lstStyle/>
          <a:p>
            <a:pPr>
              <a:lnSpc>
                <a:spcPct val="130000"/>
              </a:lnSpc>
            </a:pPr>
            <a:r>
              <a:rPr lang="zh-CN" altLang="en-US" sz="2400" b="1" dirty="0">
                <a:solidFill>
                  <a:schemeClr val="tx1"/>
                </a:solidFill>
                <a:latin typeface="Times New Roman" panose="02020603050405020304" pitchFamily="18" charset="0"/>
                <a:ea typeface="微软雅黑" panose="020B0503020204020204" charset="-122"/>
                <a:cs typeface="Times New Roman" panose="02020603050405020304" pitchFamily="18" charset="0"/>
              </a:rPr>
              <a:t>依据：</a:t>
            </a:r>
            <a:r>
              <a:rPr lang="zh-CN" altLang="en-US" sz="2400" dirty="0">
                <a:solidFill>
                  <a:schemeClr val="tx1"/>
                </a:solidFill>
                <a:latin typeface="Times New Roman" panose="02020603050405020304" pitchFamily="18" charset="0"/>
                <a:ea typeface="微软雅黑" panose="020B0503020204020204" charset="-122"/>
                <a:cs typeface="Times New Roman" panose="02020603050405020304" pitchFamily="18" charset="0"/>
              </a:rPr>
              <a:t>对各谱</a:t>
            </a:r>
            <a:r>
              <a:rPr lang="zh-CN" altLang="en-US" sz="2400" dirty="0" smtClean="0">
                <a:solidFill>
                  <a:schemeClr val="tx1"/>
                </a:solidFill>
                <a:latin typeface="Times New Roman" panose="02020603050405020304" pitchFamily="18" charset="0"/>
                <a:ea typeface="微软雅黑" panose="020B0503020204020204" charset="-122"/>
                <a:cs typeface="Times New Roman" panose="02020603050405020304" pitchFamily="18" charset="0"/>
              </a:rPr>
              <a:t>进行</a:t>
            </a:r>
            <a:r>
              <a:rPr lang="zh-CN" altLang="en-US" sz="2400" dirty="0">
                <a:latin typeface="Times New Roman" panose="02020603050405020304" pitchFamily="18" charset="0"/>
                <a:ea typeface="微软雅黑" panose="020B0503020204020204" charset="-122"/>
                <a:cs typeface="Times New Roman" panose="02020603050405020304" pitchFamily="18" charset="0"/>
              </a:rPr>
              <a:t>指认</a:t>
            </a:r>
            <a:r>
              <a:rPr lang="zh-CN" altLang="en-US" sz="2400" dirty="0" smtClean="0">
                <a:solidFill>
                  <a:schemeClr val="tx1"/>
                </a:solidFill>
                <a:latin typeface="Times New Roman" panose="02020603050405020304" pitchFamily="18" charset="0"/>
                <a:ea typeface="微软雅黑" panose="020B0503020204020204" charset="-122"/>
                <a:cs typeface="Times New Roman" panose="02020603050405020304" pitchFamily="18" charset="0"/>
              </a:rPr>
              <a:t>；</a:t>
            </a:r>
            <a:endParaRPr lang="zh-CN" altLang="en-US" sz="2400" dirty="0">
              <a:solidFill>
                <a:schemeClr val="tx1"/>
              </a:solidFill>
              <a:latin typeface="Times New Roman" panose="02020603050405020304" pitchFamily="18" charset="0"/>
              <a:ea typeface="微软雅黑" panose="020B0503020204020204" charset="-122"/>
              <a:cs typeface="Times New Roman" panose="02020603050405020304" pitchFamily="18" charset="0"/>
            </a:endParaRPr>
          </a:p>
          <a:p>
            <a:pPr>
              <a:lnSpc>
                <a:spcPct val="130000"/>
              </a:lnSpc>
            </a:pPr>
            <a:r>
              <a:rPr lang="zh-CN" altLang="en-US" sz="2400" dirty="0">
                <a:solidFill>
                  <a:schemeClr val="tx1"/>
                </a:solidFill>
                <a:latin typeface="Times New Roman" panose="02020603050405020304" pitchFamily="18" charset="0"/>
                <a:ea typeface="微软雅黑" panose="020B0503020204020204" charset="-122"/>
                <a:cs typeface="Times New Roman" panose="02020603050405020304" pitchFamily="18" charset="0"/>
              </a:rPr>
              <a:t>            质谱裂解是否符合碎裂机理。</a:t>
            </a:r>
          </a:p>
        </p:txBody>
      </p:sp>
      <p:graphicFrame>
        <p:nvGraphicFramePr>
          <p:cNvPr id="4" name="对象 3"/>
          <p:cNvGraphicFramePr/>
          <p:nvPr>
            <p:extLst>
              <p:ext uri="{D42A27DB-BD31-4B8C-83A1-F6EECF244321}">
                <p14:modId xmlns:p14="http://schemas.microsoft.com/office/powerpoint/2010/main" val="2337775379"/>
              </p:ext>
            </p:extLst>
          </p:nvPr>
        </p:nvGraphicFramePr>
        <p:xfrm>
          <a:off x="1835696" y="2502217"/>
          <a:ext cx="6550660" cy="2253615"/>
        </p:xfrm>
        <a:graphic>
          <a:graphicData uri="http://schemas.openxmlformats.org/presentationml/2006/ole">
            <mc:AlternateContent xmlns:mc="http://schemas.openxmlformats.org/markup-compatibility/2006">
              <mc:Choice xmlns:v="urn:schemas-microsoft-com:vml" Requires="v">
                <p:oleObj spid="_x0000_s1100" r:id="rId4" imgW="6545580" imgH="3002280" progId="Paint.Picture">
                  <p:embed/>
                </p:oleObj>
              </mc:Choice>
              <mc:Fallback>
                <p:oleObj r:id="rId4" imgW="6545580" imgH="3002280" progId="Paint.Picture">
                  <p:embed/>
                  <p:pic>
                    <p:nvPicPr>
                      <p:cNvPr id="0" name="图片 4"/>
                      <p:cNvPicPr/>
                      <p:nvPr/>
                    </p:nvPicPr>
                    <p:blipFill>
                      <a:blip r:embed="rId5"/>
                      <a:stretch>
                        <a:fillRect/>
                      </a:stretch>
                    </p:blipFill>
                    <p:spPr>
                      <a:xfrm>
                        <a:off x="1835696" y="2502217"/>
                        <a:ext cx="6550660" cy="2253615"/>
                      </a:xfrm>
                      <a:prstGeom prst="rect">
                        <a:avLst/>
                      </a:prstGeom>
                    </p:spPr>
                  </p:pic>
                </p:oleObj>
              </mc:Fallback>
            </mc:AlternateContent>
          </a:graphicData>
        </a:graphic>
      </p:graphicFrame>
      <p:pic>
        <p:nvPicPr>
          <p:cNvPr id="6"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08104" y="355770"/>
            <a:ext cx="3386794" cy="1756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5" name="Picture 2"/>
          <p:cNvPicPr>
            <a:picLocks noChangeAspect="1"/>
          </p:cNvPicPr>
          <p:nvPr/>
        </p:nvPicPr>
        <p:blipFill>
          <a:blip r:embed="rId3"/>
          <a:stretch>
            <a:fillRect/>
          </a:stretch>
        </p:blipFill>
        <p:spPr>
          <a:xfrm>
            <a:off x="34926" y="437506"/>
            <a:ext cx="4425745" cy="1813842"/>
          </a:xfrm>
          <a:prstGeom prst="rect">
            <a:avLst/>
          </a:prstGeom>
          <a:noFill/>
          <a:ln w="9525">
            <a:noFill/>
          </a:ln>
        </p:spPr>
      </p:pic>
      <p:pic>
        <p:nvPicPr>
          <p:cNvPr id="31746" name="Picture 3"/>
          <p:cNvPicPr>
            <a:picLocks noChangeAspect="1"/>
          </p:cNvPicPr>
          <p:nvPr/>
        </p:nvPicPr>
        <p:blipFill>
          <a:blip r:embed="rId4"/>
          <a:stretch>
            <a:fillRect/>
          </a:stretch>
        </p:blipFill>
        <p:spPr>
          <a:xfrm>
            <a:off x="4940968" y="2512101"/>
            <a:ext cx="4112261" cy="1652588"/>
          </a:xfrm>
          <a:prstGeom prst="rect">
            <a:avLst/>
          </a:prstGeom>
          <a:noFill/>
          <a:ln w="9525">
            <a:noFill/>
          </a:ln>
        </p:spPr>
      </p:pic>
      <p:sp>
        <p:nvSpPr>
          <p:cNvPr id="31747" name="Rectangle 4"/>
          <p:cNvSpPr/>
          <p:nvPr/>
        </p:nvSpPr>
        <p:spPr>
          <a:xfrm>
            <a:off x="34926" y="23813"/>
            <a:ext cx="1439863" cy="461665"/>
          </a:xfrm>
          <a:prstGeom prst="rect">
            <a:avLst/>
          </a:prstGeom>
          <a:noFill/>
          <a:ln w="9525">
            <a:noFill/>
          </a:ln>
        </p:spPr>
        <p:txBody>
          <a:bodyPr anchor="t">
            <a:spAutoFit/>
          </a:bodyPr>
          <a:lstStyle/>
          <a:p>
            <a:r>
              <a:rPr lang="zh-CN" altLang="en-US" sz="2400" b="1" dirty="0">
                <a:latin typeface="Times New Roman" panose="02020603050405020304" pitchFamily="18" charset="0"/>
                <a:ea typeface="宋体" panose="02010600030101010101" pitchFamily="2" charset="-122"/>
              </a:rPr>
              <a:t>例</a:t>
            </a:r>
            <a:r>
              <a:rPr lang="en-US" altLang="zh-CN" sz="2400" b="1" dirty="0">
                <a:latin typeface="Times New Roman" panose="02020603050405020304" pitchFamily="18" charset="0"/>
                <a:ea typeface="宋体" panose="02010600030101010101" pitchFamily="2" charset="-122"/>
              </a:rPr>
              <a:t>2</a:t>
            </a:r>
          </a:p>
        </p:txBody>
      </p:sp>
      <p:pic>
        <p:nvPicPr>
          <p:cNvPr id="31748" name="Picture 5"/>
          <p:cNvPicPr>
            <a:picLocks noChangeAspect="1"/>
          </p:cNvPicPr>
          <p:nvPr/>
        </p:nvPicPr>
        <p:blipFill>
          <a:blip r:embed="rId5"/>
          <a:stretch>
            <a:fillRect/>
          </a:stretch>
        </p:blipFill>
        <p:spPr>
          <a:xfrm>
            <a:off x="34926" y="2512101"/>
            <a:ext cx="4617947" cy="1850826"/>
          </a:xfrm>
          <a:prstGeom prst="rect">
            <a:avLst/>
          </a:prstGeom>
          <a:noFill/>
          <a:ln w="9525">
            <a:noFill/>
          </a:ln>
        </p:spPr>
      </p:pic>
      <p:pic>
        <p:nvPicPr>
          <p:cNvPr id="31749" name="Picture 6"/>
          <p:cNvPicPr>
            <a:picLocks noChangeAspect="1"/>
          </p:cNvPicPr>
          <p:nvPr/>
        </p:nvPicPr>
        <p:blipFill>
          <a:blip r:embed="rId6"/>
          <a:stretch>
            <a:fillRect/>
          </a:stretch>
        </p:blipFill>
        <p:spPr>
          <a:xfrm>
            <a:off x="5641271" y="254645"/>
            <a:ext cx="3502729" cy="1882812"/>
          </a:xfrm>
          <a:prstGeom prst="rect">
            <a:avLst/>
          </a:prstGeom>
          <a:noFill/>
          <a:ln w="9525">
            <a:noFill/>
          </a:ln>
        </p:spPr>
      </p:pic>
      <p:sp>
        <p:nvSpPr>
          <p:cNvPr id="2" name="TextBox 1"/>
          <p:cNvSpPr txBox="1"/>
          <p:nvPr/>
        </p:nvSpPr>
        <p:spPr>
          <a:xfrm>
            <a:off x="5733259" y="771550"/>
            <a:ext cx="504056" cy="307777"/>
          </a:xfrm>
          <a:prstGeom prst="rect">
            <a:avLst/>
          </a:prstGeom>
          <a:noFill/>
        </p:spPr>
        <p:txBody>
          <a:bodyPr wrap="square" rtlCol="0">
            <a:spAutoFit/>
          </a:bodyPr>
          <a:lstStyle/>
          <a:p>
            <a:r>
              <a:rPr lang="en-US" altLang="zh-CN" sz="1400" dirty="0" smtClean="0"/>
              <a:t>1H</a:t>
            </a:r>
            <a:endParaRPr lang="zh-CN" altLang="en-US" sz="1400" dirty="0"/>
          </a:p>
        </p:txBody>
      </p:sp>
      <p:sp>
        <p:nvSpPr>
          <p:cNvPr id="8" name="TextBox 7"/>
          <p:cNvSpPr txBox="1"/>
          <p:nvPr/>
        </p:nvSpPr>
        <p:spPr>
          <a:xfrm>
            <a:off x="6162461" y="885865"/>
            <a:ext cx="504056" cy="307777"/>
          </a:xfrm>
          <a:prstGeom prst="rect">
            <a:avLst/>
          </a:prstGeom>
          <a:noFill/>
        </p:spPr>
        <p:txBody>
          <a:bodyPr wrap="square" rtlCol="0">
            <a:spAutoFit/>
          </a:bodyPr>
          <a:lstStyle/>
          <a:p>
            <a:r>
              <a:rPr lang="en-US" altLang="zh-CN" sz="1400" dirty="0" smtClean="0"/>
              <a:t>2H</a:t>
            </a:r>
            <a:endParaRPr lang="zh-CN" altLang="en-US" sz="1400" dirty="0"/>
          </a:p>
        </p:txBody>
      </p:sp>
      <p:sp>
        <p:nvSpPr>
          <p:cNvPr id="9" name="TextBox 8"/>
          <p:cNvSpPr txBox="1"/>
          <p:nvPr/>
        </p:nvSpPr>
        <p:spPr>
          <a:xfrm>
            <a:off x="6414489" y="408533"/>
            <a:ext cx="504056" cy="307777"/>
          </a:xfrm>
          <a:prstGeom prst="rect">
            <a:avLst/>
          </a:prstGeom>
          <a:noFill/>
        </p:spPr>
        <p:txBody>
          <a:bodyPr wrap="square" rtlCol="0">
            <a:spAutoFit/>
          </a:bodyPr>
          <a:lstStyle/>
          <a:p>
            <a:r>
              <a:rPr lang="en-US" altLang="zh-CN" sz="1400" dirty="0" smtClean="0"/>
              <a:t>2H</a:t>
            </a:r>
            <a:endParaRPr lang="zh-CN" altLang="en-US" sz="1400" dirty="0"/>
          </a:p>
        </p:txBody>
      </p:sp>
      <p:sp>
        <p:nvSpPr>
          <p:cNvPr id="10" name="TextBox 9"/>
          <p:cNvSpPr txBox="1"/>
          <p:nvPr/>
        </p:nvSpPr>
        <p:spPr>
          <a:xfrm>
            <a:off x="6997098" y="888274"/>
            <a:ext cx="504056" cy="307777"/>
          </a:xfrm>
          <a:prstGeom prst="rect">
            <a:avLst/>
          </a:prstGeom>
          <a:noFill/>
        </p:spPr>
        <p:txBody>
          <a:bodyPr wrap="square" rtlCol="0">
            <a:spAutoFit/>
          </a:bodyPr>
          <a:lstStyle/>
          <a:p>
            <a:r>
              <a:rPr lang="en-US" altLang="zh-CN" sz="1400" dirty="0" smtClean="0"/>
              <a:t>1H</a:t>
            </a:r>
            <a:endParaRPr lang="zh-CN" altLang="en-US" sz="1400" dirty="0"/>
          </a:p>
        </p:txBody>
      </p:sp>
      <p:sp>
        <p:nvSpPr>
          <p:cNvPr id="11" name="TextBox 10"/>
          <p:cNvSpPr txBox="1"/>
          <p:nvPr/>
        </p:nvSpPr>
        <p:spPr>
          <a:xfrm>
            <a:off x="7812360" y="768294"/>
            <a:ext cx="504056" cy="307777"/>
          </a:xfrm>
          <a:prstGeom prst="rect">
            <a:avLst/>
          </a:prstGeom>
          <a:noFill/>
        </p:spPr>
        <p:txBody>
          <a:bodyPr wrap="square" rtlCol="0">
            <a:spAutoFit/>
          </a:bodyPr>
          <a:lstStyle/>
          <a:p>
            <a:r>
              <a:rPr lang="en-US" altLang="zh-CN" sz="1400" dirty="0" smtClean="0"/>
              <a:t>3H</a:t>
            </a:r>
            <a:endParaRPr lang="zh-CN" altLang="en-US" sz="14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p:nvPr/>
        </p:nvSpPr>
        <p:spPr>
          <a:xfrm>
            <a:off x="-228600" y="45244"/>
            <a:ext cx="9601835" cy="577081"/>
          </a:xfrm>
          <a:prstGeom prst="rect">
            <a:avLst/>
          </a:prstGeom>
          <a:noFill/>
          <a:ln w="9525">
            <a:noFill/>
          </a:ln>
        </p:spPr>
        <p:txBody>
          <a:bodyPr wrap="square" anchor="t">
            <a:spAutoFit/>
          </a:bodyPr>
          <a:lstStyle/>
          <a:p>
            <a:pPr>
              <a:lnSpc>
                <a:spcPct val="150000"/>
              </a:lnSpc>
              <a:spcBef>
                <a:spcPct val="20000"/>
              </a:spcBef>
            </a:pPr>
            <a:r>
              <a:rPr lang="en-US" altLang="zh-CN" sz="2400" b="1" dirty="0">
                <a:solidFill>
                  <a:srgbClr val="C00000"/>
                </a:solidFill>
                <a:latin typeface="宋体" panose="02010600030101010101" pitchFamily="2" charset="-122"/>
              </a:rPr>
              <a:t> </a:t>
            </a:r>
            <a:r>
              <a:rPr lang="en-US" altLang="zh-CN" sz="2400" b="1" dirty="0" smtClean="0">
                <a:solidFill>
                  <a:srgbClr val="C00000"/>
                </a:solidFill>
                <a:latin typeface="Times New Roman" panose="02020603050405020304" pitchFamily="18" charset="0"/>
                <a:ea typeface="微软雅黑" panose="020B0503020204020204" charset="-122"/>
                <a:cs typeface="Times New Roman" panose="02020603050405020304" pitchFamily="18" charset="0"/>
              </a:rPr>
              <a:t>1</a:t>
            </a:r>
            <a:r>
              <a:rPr lang="zh-CN" altLang="en-US" sz="2400" b="1" dirty="0" smtClean="0">
                <a:solidFill>
                  <a:srgbClr val="C00000"/>
                </a:solidFill>
                <a:latin typeface="Times New Roman" panose="02020603050405020304" pitchFamily="18" charset="0"/>
                <a:ea typeface="微软雅黑" panose="020B0503020204020204" charset="-122"/>
                <a:cs typeface="Times New Roman" panose="02020603050405020304" pitchFamily="18" charset="0"/>
              </a:rPr>
              <a:t>）推断分子式</a:t>
            </a:r>
            <a:endParaRPr lang="zh-CN" altLang="en-US" sz="2400" b="1" dirty="0">
              <a:solidFill>
                <a:srgbClr val="C00000"/>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33795" name="Rectangle 5"/>
          <p:cNvSpPr/>
          <p:nvPr/>
        </p:nvSpPr>
        <p:spPr>
          <a:xfrm>
            <a:off x="59241" y="4061234"/>
            <a:ext cx="7848600" cy="1052596"/>
          </a:xfrm>
          <a:prstGeom prst="rect">
            <a:avLst/>
          </a:prstGeom>
          <a:noFill/>
          <a:ln w="9525">
            <a:noFill/>
          </a:ln>
        </p:spPr>
        <p:txBody>
          <a:bodyPr anchor="t">
            <a:spAutoFit/>
          </a:bodyPr>
          <a:lstStyle/>
          <a:p>
            <a:pPr>
              <a:lnSpc>
                <a:spcPct val="130000"/>
              </a:lnSpc>
            </a:pPr>
            <a:r>
              <a:rPr lang="en-US" altLang="zh-CN" sz="2400" b="1" dirty="0" smtClean="0">
                <a:solidFill>
                  <a:srgbClr val="C00000"/>
                </a:solidFill>
                <a:latin typeface="宋体" panose="02010600030101010101" pitchFamily="2" charset="-122"/>
              </a:rPr>
              <a:t>2</a:t>
            </a:r>
            <a:r>
              <a:rPr lang="zh-CN" altLang="en-US" sz="2400" b="1" dirty="0" smtClean="0">
                <a:solidFill>
                  <a:srgbClr val="C00000"/>
                </a:solidFill>
                <a:latin typeface="宋体" panose="02010600030101010101" pitchFamily="2" charset="-122"/>
              </a:rPr>
              <a:t>）</a:t>
            </a:r>
            <a:r>
              <a:rPr lang="zh-CN" altLang="en-US" sz="2400" b="1" dirty="0" smtClean="0">
                <a:solidFill>
                  <a:srgbClr val="C00000"/>
                </a:solidFill>
                <a:latin typeface="微软雅黑" panose="020B0503020204020204" charset="-122"/>
                <a:ea typeface="微软雅黑" panose="020B0503020204020204" charset="-122"/>
                <a:cs typeface="微软雅黑" panose="020B0503020204020204" charset="-122"/>
              </a:rPr>
              <a:t>计算</a:t>
            </a:r>
            <a:r>
              <a:rPr lang="zh-CN" altLang="en-US" sz="2400" b="1" dirty="0">
                <a:solidFill>
                  <a:srgbClr val="C00000"/>
                </a:solidFill>
                <a:latin typeface="微软雅黑" panose="020B0503020204020204" charset="-122"/>
                <a:ea typeface="微软雅黑" panose="020B0503020204020204" charset="-122"/>
                <a:cs typeface="微软雅黑" panose="020B0503020204020204" charset="-122"/>
              </a:rPr>
              <a:t>不饱和度</a:t>
            </a:r>
          </a:p>
          <a:p>
            <a:pPr>
              <a:lnSpc>
                <a:spcPct val="130000"/>
              </a:lnSpc>
            </a:pPr>
            <a:r>
              <a:rPr lang="zh-CN" altLang="en-US" sz="2400" dirty="0">
                <a:latin typeface="微软雅黑" panose="020B0503020204020204" charset="-122"/>
                <a:ea typeface="微软雅黑" panose="020B0503020204020204" charset="-122"/>
                <a:cs typeface="微软雅黑" panose="020B0503020204020204" charset="-122"/>
              </a:rPr>
              <a:t>    </a:t>
            </a:r>
            <a:r>
              <a:rPr lang="en-US" altLang="zh-CN" sz="2400" dirty="0">
                <a:latin typeface="微软雅黑" panose="020B0503020204020204" charset="-122"/>
                <a:ea typeface="微软雅黑" panose="020B0503020204020204" charset="-122"/>
                <a:cs typeface="微软雅黑" panose="020B0503020204020204" charset="-122"/>
              </a:rPr>
              <a:t>f = 1+9-10/2 =</a:t>
            </a:r>
            <a:r>
              <a:rPr lang="en-US" altLang="zh-CN" sz="2400" dirty="0" smtClean="0">
                <a:latin typeface="微软雅黑" panose="020B0503020204020204" charset="-122"/>
                <a:ea typeface="微软雅黑" panose="020B0503020204020204" charset="-122"/>
                <a:cs typeface="微软雅黑" panose="020B0503020204020204" charset="-122"/>
              </a:rPr>
              <a:t>5</a:t>
            </a:r>
            <a:endParaRPr lang="en-US" altLang="zh-CN" sz="2400" dirty="0">
              <a:latin typeface="微软雅黑" panose="020B0503020204020204" charset="-122"/>
              <a:ea typeface="微软雅黑" panose="020B0503020204020204" charset="-122"/>
              <a:cs typeface="微软雅黑" panose="020B0503020204020204" charset="-122"/>
            </a:endParaRPr>
          </a:p>
        </p:txBody>
      </p:sp>
      <p:sp>
        <p:nvSpPr>
          <p:cNvPr id="2" name="文本框 1"/>
          <p:cNvSpPr txBox="1"/>
          <p:nvPr/>
        </p:nvSpPr>
        <p:spPr>
          <a:xfrm>
            <a:off x="290485" y="1090600"/>
            <a:ext cx="10297144" cy="461665"/>
          </a:xfrm>
          <a:prstGeom prst="rect">
            <a:avLst/>
          </a:prstGeom>
          <a:noFill/>
        </p:spPr>
        <p:txBody>
          <a:bodyPr wrap="square" rtlCol="0" anchor="t">
            <a:spAutoFit/>
          </a:bodyPr>
          <a:lstStyle/>
          <a:p>
            <a:pPr algn="l">
              <a:spcBef>
                <a:spcPct val="20000"/>
              </a:spcBef>
            </a:pPr>
            <a:r>
              <a:rPr lang="en-US" altLang="zh-CN" sz="2400" b="1" dirty="0" smtClean="0">
                <a:solidFill>
                  <a:srgbClr val="0070C0"/>
                </a:solidFill>
                <a:latin typeface="Times New Roman" panose="02020603050405020304" pitchFamily="18" charset="0"/>
                <a:ea typeface="微软雅黑" panose="020B0503020204020204" charset="-122"/>
                <a:cs typeface="Times New Roman" panose="02020603050405020304" pitchFamily="18" charset="0"/>
                <a:sym typeface="+mn-ea"/>
              </a:rPr>
              <a:t> IR</a:t>
            </a:r>
            <a:r>
              <a:rPr lang="en-US" altLang="zh-CN" sz="2400" b="1" dirty="0">
                <a:solidFill>
                  <a:srgbClr val="0070C0"/>
                </a:solidFill>
                <a:latin typeface="Times New Roman" panose="02020603050405020304" pitchFamily="18" charset="0"/>
                <a:ea typeface="微软雅黑" panose="020B0503020204020204" charset="-122"/>
                <a:cs typeface="Times New Roman" panose="02020603050405020304" pitchFamily="18" charset="0"/>
                <a:sym typeface="+mn-ea"/>
              </a:rPr>
              <a:t>: </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2500~3200cm</a:t>
            </a:r>
            <a:r>
              <a:rPr lang="en-US" altLang="zh-CN" sz="2400" baseline="30000" dirty="0">
                <a:latin typeface="Times New Roman" panose="02020603050405020304" pitchFamily="18" charset="0"/>
                <a:ea typeface="微软雅黑" panose="020B0503020204020204" charset="-122"/>
                <a:cs typeface="Times New Roman" panose="02020603050405020304" pitchFamily="18" charset="0"/>
                <a:sym typeface="+mn-ea"/>
              </a:rPr>
              <a:t>-1 </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(s,</a:t>
            </a:r>
            <a:r>
              <a:rPr lang="zh-CN" altLang="en-US" sz="2400" dirty="0">
                <a:latin typeface="Times New Roman" panose="02020603050405020304" pitchFamily="18" charset="0"/>
                <a:ea typeface="微软雅黑" panose="020B0503020204020204" charset="-122"/>
                <a:cs typeface="Times New Roman" panose="02020603050405020304" pitchFamily="18" charset="0"/>
                <a:sym typeface="+mn-ea"/>
              </a:rPr>
              <a:t>宽</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),1710cm</a:t>
            </a:r>
            <a:r>
              <a:rPr lang="en-US" altLang="zh-CN" sz="2400" baseline="30000" dirty="0">
                <a:latin typeface="Times New Roman" panose="02020603050405020304" pitchFamily="18" charset="0"/>
                <a:ea typeface="微软雅黑" panose="020B0503020204020204" charset="-122"/>
                <a:cs typeface="Times New Roman" panose="02020603050405020304" pitchFamily="18" charset="0"/>
                <a:sym typeface="+mn-ea"/>
              </a:rPr>
              <a:t>-1</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(s)</a:t>
            </a:r>
            <a:r>
              <a:rPr lang="en-US" altLang="zh-CN" sz="2400" baseline="30000" dirty="0">
                <a:latin typeface="Times New Roman" panose="02020603050405020304" pitchFamily="18" charset="0"/>
                <a:ea typeface="微软雅黑" panose="020B0503020204020204" charset="-122"/>
                <a:cs typeface="Times New Roman" panose="02020603050405020304" pitchFamily="18" charset="0"/>
                <a:sym typeface="+mn-ea"/>
              </a:rPr>
              <a:t> </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  </a:t>
            </a:r>
            <a:r>
              <a:rPr lang="en-US" altLang="zh-CN" sz="2400" baseline="30000" dirty="0">
                <a:latin typeface="Times New Roman" panose="02020603050405020304" pitchFamily="18" charset="0"/>
                <a:ea typeface="微软雅黑" panose="020B0503020204020204" charset="-122"/>
                <a:cs typeface="Times New Roman" panose="02020603050405020304" pitchFamily="18" charset="0"/>
                <a:sym typeface="+mn-ea"/>
              </a:rPr>
              <a:t>1</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H NMR: </a:t>
            </a:r>
            <a:r>
              <a:rPr lang="en-US" altLang="zh-CN" sz="2400" i="1" dirty="0">
                <a:latin typeface="Times New Roman" panose="02020603050405020304" pitchFamily="18" charset="0"/>
                <a:ea typeface="微软雅黑" panose="020B0503020204020204" charset="-122"/>
                <a:cs typeface="Times New Roman" panose="02020603050405020304" pitchFamily="18" charset="0"/>
                <a:sym typeface="+mn-ea"/>
              </a:rPr>
              <a:t>δ=11</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   </a:t>
            </a:r>
            <a:r>
              <a:rPr lang="en-US" altLang="zh-CN" sz="2400" dirty="0" smtClean="0">
                <a:latin typeface="Times New Roman" panose="02020603050405020304" pitchFamily="18" charset="0"/>
                <a:ea typeface="微软雅黑" panose="020B0503020204020204" charset="-122"/>
                <a:cs typeface="Times New Roman" panose="02020603050405020304" pitchFamily="18" charset="0"/>
                <a:sym typeface="+mn-ea"/>
              </a:rPr>
              <a:t> </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COOH  n</a:t>
            </a:r>
            <a:r>
              <a:rPr lang="en-US" altLang="zh-CN" sz="2400" baseline="-25000" dirty="0">
                <a:latin typeface="Times New Roman" panose="02020603050405020304" pitchFamily="18" charset="0"/>
                <a:ea typeface="微软雅黑" panose="020B0503020204020204" charset="-122"/>
                <a:cs typeface="Times New Roman" panose="02020603050405020304" pitchFamily="18" charset="0"/>
                <a:sym typeface="+mn-ea"/>
              </a:rPr>
              <a:t>O</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≥2</a:t>
            </a:r>
            <a:r>
              <a:rPr lang="en-US" altLang="zh-CN" sz="2400" dirty="0">
                <a:solidFill>
                  <a:srgbClr val="000099"/>
                </a:solidFill>
                <a:latin typeface="Times New Roman" panose="02020603050405020304" pitchFamily="18" charset="0"/>
                <a:ea typeface="微软雅黑" panose="020B0503020204020204" charset="-122"/>
                <a:cs typeface="Times New Roman" panose="02020603050405020304" pitchFamily="18" charset="0"/>
                <a:sym typeface="+mn-ea"/>
              </a:rPr>
              <a:t>   </a:t>
            </a:r>
            <a:endParaRPr lang="zh-CN" altLang="en-US" dirty="0"/>
          </a:p>
        </p:txBody>
      </p:sp>
      <p:sp>
        <p:nvSpPr>
          <p:cNvPr id="3" name="文本框 2"/>
          <p:cNvSpPr txBox="1"/>
          <p:nvPr/>
        </p:nvSpPr>
        <p:spPr>
          <a:xfrm>
            <a:off x="298470" y="1586593"/>
            <a:ext cx="9041447" cy="646331"/>
          </a:xfrm>
          <a:prstGeom prst="rect">
            <a:avLst/>
          </a:prstGeom>
          <a:noFill/>
        </p:spPr>
        <p:txBody>
          <a:bodyPr wrap="square" rtlCol="0" anchor="t">
            <a:spAutoFit/>
          </a:bodyPr>
          <a:lstStyle/>
          <a:p>
            <a:pPr algn="l">
              <a:lnSpc>
                <a:spcPct val="150000"/>
              </a:lnSpc>
              <a:spcBef>
                <a:spcPct val="20000"/>
              </a:spcBef>
            </a:pPr>
            <a:r>
              <a:rPr lang="en-US" altLang="zh-CN" sz="2400" b="1" baseline="30000" dirty="0">
                <a:solidFill>
                  <a:srgbClr val="0070C0"/>
                </a:solidFill>
                <a:latin typeface="Times New Roman" panose="02020603050405020304" pitchFamily="18" charset="0"/>
                <a:ea typeface="微软雅黑" panose="020B0503020204020204" charset="-122"/>
                <a:cs typeface="Times New Roman" panose="02020603050405020304" pitchFamily="18" charset="0"/>
                <a:sym typeface="+mn-ea"/>
              </a:rPr>
              <a:t>1</a:t>
            </a:r>
            <a:r>
              <a:rPr lang="en-US" altLang="zh-CN" sz="2400" b="1" dirty="0">
                <a:solidFill>
                  <a:srgbClr val="0070C0"/>
                </a:solidFill>
                <a:latin typeface="Times New Roman" panose="02020603050405020304" pitchFamily="18" charset="0"/>
                <a:ea typeface="微软雅黑" panose="020B0503020204020204" charset="-122"/>
                <a:cs typeface="Times New Roman" panose="02020603050405020304" pitchFamily="18" charset="0"/>
                <a:sym typeface="+mn-ea"/>
              </a:rPr>
              <a:t>H NMR: </a:t>
            </a:r>
            <a:r>
              <a:rPr lang="zh-CN" altLang="en-US" sz="2400" dirty="0">
                <a:latin typeface="Times New Roman" panose="02020603050405020304" pitchFamily="18" charset="0"/>
                <a:ea typeface="微软雅黑" panose="020B0503020204020204" charset="-122"/>
                <a:cs typeface="Times New Roman" panose="02020603050405020304" pitchFamily="18" charset="0"/>
                <a:sym typeface="+mn-ea"/>
              </a:rPr>
              <a:t>积分比例（高场到低场）：</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3:1:2:2:1   n</a:t>
            </a:r>
            <a:r>
              <a:rPr lang="en-US" altLang="zh-CN" sz="2400" baseline="-25000" dirty="0">
                <a:latin typeface="Times New Roman" panose="02020603050405020304" pitchFamily="18" charset="0"/>
                <a:ea typeface="微软雅黑" panose="020B0503020204020204" charset="-122"/>
                <a:cs typeface="Times New Roman" panose="02020603050405020304" pitchFamily="18" charset="0"/>
                <a:sym typeface="+mn-ea"/>
              </a:rPr>
              <a:t>H</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=9</a:t>
            </a:r>
            <a:r>
              <a:rPr lang="zh-CN" altLang="en-US" sz="2400" dirty="0">
                <a:latin typeface="Times New Roman" panose="02020603050405020304" pitchFamily="18" charset="0"/>
                <a:ea typeface="微软雅黑" panose="020B0503020204020204" charset="-122"/>
                <a:cs typeface="Times New Roman" panose="02020603050405020304" pitchFamily="18" charset="0"/>
                <a:sym typeface="+mn-ea"/>
              </a:rPr>
              <a:t>或</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9</a:t>
            </a:r>
            <a:r>
              <a:rPr lang="zh-CN" altLang="en-US" sz="2400" dirty="0">
                <a:latin typeface="Times New Roman" panose="02020603050405020304" pitchFamily="18" charset="0"/>
                <a:ea typeface="微软雅黑" panose="020B0503020204020204" charset="-122"/>
                <a:cs typeface="Times New Roman" panose="02020603050405020304" pitchFamily="18" charset="0"/>
                <a:sym typeface="+mn-ea"/>
              </a:rPr>
              <a:t>的整数</a:t>
            </a:r>
            <a:r>
              <a:rPr lang="zh-CN" altLang="en-US" sz="2400" dirty="0" smtClean="0">
                <a:latin typeface="Times New Roman" panose="02020603050405020304" pitchFamily="18" charset="0"/>
                <a:ea typeface="微软雅黑" panose="020B0503020204020204" charset="-122"/>
                <a:cs typeface="Times New Roman" panose="02020603050405020304" pitchFamily="18" charset="0"/>
                <a:sym typeface="+mn-ea"/>
              </a:rPr>
              <a:t>倍</a:t>
            </a:r>
            <a:endParaRPr lang="en-US" altLang="zh-CN" sz="2400" dirty="0">
              <a:solidFill>
                <a:schemeClr val="tx1"/>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4" name="文本框 3"/>
          <p:cNvSpPr txBox="1"/>
          <p:nvPr/>
        </p:nvSpPr>
        <p:spPr>
          <a:xfrm>
            <a:off x="831475" y="2787039"/>
            <a:ext cx="6314440" cy="1274195"/>
          </a:xfrm>
          <a:prstGeom prst="rect">
            <a:avLst/>
          </a:prstGeom>
          <a:noFill/>
        </p:spPr>
        <p:txBody>
          <a:bodyPr wrap="square" rtlCol="0" anchor="t">
            <a:spAutoFit/>
          </a:bodyPr>
          <a:lstStyle/>
          <a:p>
            <a:pPr algn="l">
              <a:lnSpc>
                <a:spcPct val="150000"/>
              </a:lnSpc>
              <a:spcBef>
                <a:spcPct val="20000"/>
              </a:spcBef>
            </a:pP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 </a:t>
            </a:r>
            <a:r>
              <a:rPr lang="en-US" altLang="zh-CN" sz="2400" dirty="0" smtClean="0">
                <a:latin typeface="Times New Roman" panose="02020603050405020304" pitchFamily="18" charset="0"/>
                <a:ea typeface="微软雅黑" panose="020B0503020204020204" charset="-122"/>
                <a:cs typeface="Times New Roman" panose="02020603050405020304" pitchFamily="18" charset="0"/>
                <a:sym typeface="+mn-ea"/>
              </a:rPr>
              <a:t>C9H9ClO2   </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200-12×9-9-35-32 = 16 (</a:t>
            </a:r>
            <a:r>
              <a:rPr lang="zh-CN" altLang="en-US" sz="2400" dirty="0">
                <a:latin typeface="Times New Roman" panose="02020603050405020304" pitchFamily="18" charset="0"/>
                <a:ea typeface="微软雅黑" panose="020B0503020204020204" charset="-122"/>
                <a:cs typeface="Times New Roman" panose="02020603050405020304" pitchFamily="18" charset="0"/>
                <a:sym typeface="+mn-ea"/>
              </a:rPr>
              <a:t>一个</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O)</a:t>
            </a:r>
            <a:endParaRPr lang="en-US" altLang="zh-CN" sz="2400" dirty="0">
              <a:solidFill>
                <a:schemeClr val="tx1"/>
              </a:solidFill>
              <a:latin typeface="Times New Roman" panose="02020603050405020304" pitchFamily="18" charset="0"/>
              <a:ea typeface="微软雅黑" panose="020B0503020204020204" charset="-122"/>
              <a:cs typeface="Times New Roman" panose="02020603050405020304" pitchFamily="18" charset="0"/>
            </a:endParaRPr>
          </a:p>
          <a:p>
            <a:pPr algn="l">
              <a:lnSpc>
                <a:spcPct val="150000"/>
              </a:lnSpc>
              <a:spcBef>
                <a:spcPct val="20000"/>
              </a:spcBef>
            </a:pP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   </a:t>
            </a:r>
            <a:r>
              <a:rPr lang="zh-CN" altLang="en-US" sz="2400" dirty="0">
                <a:latin typeface="Times New Roman" panose="02020603050405020304" pitchFamily="18" charset="0"/>
                <a:ea typeface="微软雅黑" panose="020B0503020204020204" charset="-122"/>
                <a:cs typeface="Times New Roman" panose="02020603050405020304" pitchFamily="18" charset="0"/>
                <a:sym typeface="+mn-ea"/>
              </a:rPr>
              <a:t>分子式为：</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C</a:t>
            </a:r>
            <a:r>
              <a:rPr lang="en-US" altLang="zh-CN" sz="2400" baseline="-25000" dirty="0">
                <a:uFillTx/>
                <a:latin typeface="Times New Roman" panose="02020603050405020304" pitchFamily="18" charset="0"/>
                <a:ea typeface="微软雅黑" panose="020B0503020204020204" charset="-122"/>
                <a:cs typeface="Times New Roman" panose="02020603050405020304" pitchFamily="18" charset="0"/>
                <a:sym typeface="+mn-ea"/>
              </a:rPr>
              <a:t>9</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H</a:t>
            </a:r>
            <a:r>
              <a:rPr lang="en-US" altLang="zh-CN" sz="2400" baseline="-25000" dirty="0">
                <a:uFillTx/>
                <a:latin typeface="Times New Roman" panose="02020603050405020304" pitchFamily="18" charset="0"/>
                <a:ea typeface="微软雅黑" panose="020B0503020204020204" charset="-122"/>
                <a:cs typeface="Times New Roman" panose="02020603050405020304" pitchFamily="18" charset="0"/>
                <a:sym typeface="+mn-ea"/>
              </a:rPr>
              <a:t>9</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ClO</a:t>
            </a:r>
            <a:r>
              <a:rPr lang="en-US" altLang="zh-CN" sz="2400" baseline="-25000" dirty="0">
                <a:uFillTx/>
                <a:latin typeface="Times New Roman" panose="02020603050405020304" pitchFamily="18" charset="0"/>
                <a:ea typeface="微软雅黑" panose="020B0503020204020204" charset="-122"/>
                <a:cs typeface="Times New Roman" panose="02020603050405020304" pitchFamily="18" charset="0"/>
                <a:sym typeface="+mn-ea"/>
              </a:rPr>
              <a:t>3</a:t>
            </a:r>
            <a:endParaRPr lang="zh-CN" altLang="en-US" dirty="0"/>
          </a:p>
        </p:txBody>
      </p:sp>
      <p:sp>
        <p:nvSpPr>
          <p:cNvPr id="6" name="矩形 5"/>
          <p:cNvSpPr/>
          <p:nvPr/>
        </p:nvSpPr>
        <p:spPr>
          <a:xfrm>
            <a:off x="290485" y="609576"/>
            <a:ext cx="6828790" cy="461665"/>
          </a:xfrm>
          <a:prstGeom prst="rect">
            <a:avLst/>
          </a:prstGeom>
        </p:spPr>
        <p:txBody>
          <a:bodyPr wrap="square">
            <a:spAutoFit/>
          </a:bodyPr>
          <a:lstStyle/>
          <a:p>
            <a:r>
              <a:rPr lang="zh-CN" altLang="en-US" sz="2400" b="1" dirty="0">
                <a:solidFill>
                  <a:srgbClr val="0070C0"/>
                </a:solidFill>
                <a:latin typeface="Times New Roman" panose="02020603050405020304" pitchFamily="18" charset="0"/>
                <a:ea typeface="微软雅黑" panose="020B0503020204020204" charset="-122"/>
                <a:cs typeface="Times New Roman" panose="02020603050405020304" pitchFamily="18" charset="0"/>
              </a:rPr>
              <a:t> </a:t>
            </a:r>
            <a:r>
              <a:rPr lang="en-US" altLang="zh-CN" sz="2400" b="1" dirty="0" smtClean="0">
                <a:solidFill>
                  <a:srgbClr val="0070C0"/>
                </a:solidFill>
                <a:latin typeface="Times New Roman" panose="02020603050405020304" pitchFamily="18" charset="0"/>
                <a:ea typeface="微软雅黑" panose="020B0503020204020204" charset="-122"/>
                <a:cs typeface="Times New Roman" panose="02020603050405020304" pitchFamily="18" charset="0"/>
              </a:rPr>
              <a:t>MS</a:t>
            </a:r>
            <a:r>
              <a:rPr lang="zh-CN" altLang="en-US" sz="2400" b="1" dirty="0" smtClean="0">
                <a:solidFill>
                  <a:srgbClr val="0070C0"/>
                </a:solidFill>
                <a:latin typeface="Times New Roman" panose="02020603050405020304" pitchFamily="18" charset="0"/>
                <a:ea typeface="微软雅黑" panose="020B0503020204020204" charset="-122"/>
                <a:cs typeface="Times New Roman" panose="02020603050405020304" pitchFamily="18" charset="0"/>
              </a:rPr>
              <a:t>：</a:t>
            </a:r>
            <a:r>
              <a:rPr lang="en-US" altLang="zh-CN" sz="2400" dirty="0" smtClean="0">
                <a:solidFill>
                  <a:prstClr val="black"/>
                </a:solidFill>
                <a:latin typeface="Times New Roman" panose="02020603050405020304" pitchFamily="18" charset="0"/>
                <a:ea typeface="微软雅黑" panose="020B0503020204020204" charset="-122"/>
                <a:cs typeface="Times New Roman" panose="02020603050405020304" pitchFamily="18" charset="0"/>
              </a:rPr>
              <a:t>M </a:t>
            </a:r>
            <a:r>
              <a:rPr lang="en-US" altLang="zh-CN" sz="2400" dirty="0">
                <a:solidFill>
                  <a:prstClr val="black"/>
                </a:solidFill>
                <a:latin typeface="Times New Roman" panose="02020603050405020304" pitchFamily="18" charset="0"/>
                <a:ea typeface="微软雅黑" panose="020B0503020204020204" charset="-122"/>
                <a:cs typeface="Times New Roman" panose="02020603050405020304" pitchFamily="18" charset="0"/>
              </a:rPr>
              <a:t>= 200</a:t>
            </a:r>
            <a:r>
              <a:rPr lang="zh-CN" altLang="en-US" sz="2400" dirty="0">
                <a:solidFill>
                  <a:prstClr val="black"/>
                </a:solidFill>
                <a:latin typeface="Times New Roman" panose="02020603050405020304" pitchFamily="18" charset="0"/>
                <a:ea typeface="微软雅黑" panose="020B0503020204020204" charset="-122"/>
                <a:cs typeface="Times New Roman" panose="02020603050405020304" pitchFamily="18" charset="0"/>
              </a:rPr>
              <a:t>，</a:t>
            </a:r>
            <a:r>
              <a:rPr lang="en-US" altLang="zh-CN" sz="2400" dirty="0" err="1">
                <a:solidFill>
                  <a:prstClr val="black"/>
                </a:solidFill>
                <a:latin typeface="Times New Roman" panose="02020603050405020304" pitchFamily="18" charset="0"/>
                <a:ea typeface="微软雅黑" panose="020B0503020204020204" charset="-122"/>
                <a:cs typeface="Times New Roman" panose="02020603050405020304" pitchFamily="18" charset="0"/>
              </a:rPr>
              <a:t>n</a:t>
            </a:r>
            <a:r>
              <a:rPr lang="en-US" altLang="zh-CN" sz="2400" baseline="-25000" dirty="0" err="1">
                <a:solidFill>
                  <a:prstClr val="black"/>
                </a:solidFill>
                <a:latin typeface="Times New Roman" panose="02020603050405020304" pitchFamily="18" charset="0"/>
                <a:ea typeface="微软雅黑" panose="020B0503020204020204" charset="-122"/>
                <a:cs typeface="Times New Roman" panose="02020603050405020304" pitchFamily="18" charset="0"/>
              </a:rPr>
              <a:t>N</a:t>
            </a:r>
            <a:r>
              <a:rPr lang="en-US" altLang="zh-CN" sz="2400" baseline="-25000" dirty="0">
                <a:solidFill>
                  <a:prstClr val="black"/>
                </a:solidFill>
                <a:latin typeface="Times New Roman" panose="02020603050405020304" pitchFamily="18" charset="0"/>
                <a:ea typeface="微软雅黑" panose="020B0503020204020204" charset="-122"/>
                <a:cs typeface="Times New Roman" panose="02020603050405020304" pitchFamily="18" charset="0"/>
              </a:rPr>
              <a:t> </a:t>
            </a:r>
            <a:r>
              <a:rPr lang="en-US" altLang="zh-CN" sz="2400" dirty="0">
                <a:solidFill>
                  <a:prstClr val="black"/>
                </a:solidFill>
                <a:latin typeface="Times New Roman" panose="02020603050405020304" pitchFamily="18" charset="0"/>
                <a:ea typeface="微软雅黑" panose="020B0503020204020204" charset="-122"/>
                <a:cs typeface="Times New Roman" panose="02020603050405020304" pitchFamily="18" charset="0"/>
              </a:rPr>
              <a:t>= 0</a:t>
            </a:r>
            <a:r>
              <a:rPr lang="zh-CN" altLang="en-US" sz="2400" dirty="0">
                <a:solidFill>
                  <a:prstClr val="black"/>
                </a:solidFill>
                <a:latin typeface="Times New Roman" panose="02020603050405020304" pitchFamily="18" charset="0"/>
                <a:ea typeface="微软雅黑" panose="020B0503020204020204" charset="-122"/>
                <a:cs typeface="Times New Roman" panose="02020603050405020304" pitchFamily="18" charset="0"/>
              </a:rPr>
              <a:t>或为偶数，</a:t>
            </a:r>
            <a:r>
              <a:rPr lang="en-US" altLang="zh-CN" sz="2400" dirty="0" err="1">
                <a:solidFill>
                  <a:prstClr val="black"/>
                </a:solidFill>
                <a:latin typeface="Times New Roman" panose="02020603050405020304" pitchFamily="18" charset="0"/>
                <a:ea typeface="微软雅黑" panose="020B0503020204020204" charset="-122"/>
                <a:cs typeface="Times New Roman" panose="02020603050405020304" pitchFamily="18" charset="0"/>
              </a:rPr>
              <a:t>n</a:t>
            </a:r>
            <a:r>
              <a:rPr lang="en-US" altLang="zh-CN" sz="2400" baseline="-25000" dirty="0" err="1">
                <a:solidFill>
                  <a:prstClr val="black"/>
                </a:solidFill>
                <a:latin typeface="Times New Roman" panose="02020603050405020304" pitchFamily="18" charset="0"/>
                <a:ea typeface="微软雅黑" panose="020B0503020204020204" charset="-122"/>
                <a:cs typeface="Times New Roman" panose="02020603050405020304" pitchFamily="18" charset="0"/>
              </a:rPr>
              <a:t>Cl</a:t>
            </a:r>
            <a:r>
              <a:rPr lang="en-US" altLang="zh-CN" sz="2400" dirty="0">
                <a:solidFill>
                  <a:prstClr val="black"/>
                </a:solidFill>
                <a:latin typeface="Times New Roman" panose="02020603050405020304" pitchFamily="18" charset="0"/>
                <a:ea typeface="微软雅黑" panose="020B0503020204020204" charset="-122"/>
                <a:cs typeface="Times New Roman" panose="02020603050405020304" pitchFamily="18" charset="0"/>
              </a:rPr>
              <a:t> =1</a:t>
            </a:r>
            <a:r>
              <a:rPr lang="en-US" altLang="zh-CN" sz="2400" dirty="0">
                <a:solidFill>
                  <a:srgbClr val="FF0066"/>
                </a:solidFill>
                <a:latin typeface="Times New Roman" panose="02020603050405020304" pitchFamily="18" charset="0"/>
                <a:ea typeface="微软雅黑" panose="020B0503020204020204" charset="-122"/>
                <a:cs typeface="Times New Roman" panose="02020603050405020304" pitchFamily="18" charset="0"/>
              </a:rPr>
              <a:t>     </a:t>
            </a:r>
            <a:endParaRPr lang="zh-CN" altLang="en-US" dirty="0"/>
          </a:p>
        </p:txBody>
      </p:sp>
      <p:sp>
        <p:nvSpPr>
          <p:cNvPr id="7" name="矩形 6"/>
          <p:cNvSpPr/>
          <p:nvPr/>
        </p:nvSpPr>
        <p:spPr>
          <a:xfrm>
            <a:off x="290485" y="2213991"/>
            <a:ext cx="6678488" cy="646331"/>
          </a:xfrm>
          <a:prstGeom prst="rect">
            <a:avLst/>
          </a:prstGeom>
        </p:spPr>
        <p:txBody>
          <a:bodyPr wrap="square">
            <a:spAutoFit/>
          </a:bodyPr>
          <a:lstStyle/>
          <a:p>
            <a:pPr lvl="0">
              <a:lnSpc>
                <a:spcPct val="150000"/>
              </a:lnSpc>
              <a:spcBef>
                <a:spcPct val="20000"/>
              </a:spcBef>
            </a:pPr>
            <a:r>
              <a:rPr lang="en-US" altLang="zh-CN" sz="2400" b="1" baseline="30000" dirty="0">
                <a:solidFill>
                  <a:srgbClr val="0070C0"/>
                </a:solidFill>
                <a:latin typeface="Times New Roman" panose="02020603050405020304" pitchFamily="18" charset="0"/>
                <a:ea typeface="微软雅黑" panose="020B0503020204020204" charset="-122"/>
                <a:cs typeface="Times New Roman" panose="02020603050405020304" pitchFamily="18" charset="0"/>
                <a:sym typeface="+mn-ea"/>
              </a:rPr>
              <a:t>13</a:t>
            </a:r>
            <a:r>
              <a:rPr lang="en-US" altLang="zh-CN" sz="2400" b="1" dirty="0">
                <a:solidFill>
                  <a:srgbClr val="0070C0"/>
                </a:solidFill>
                <a:latin typeface="Times New Roman" panose="02020603050405020304" pitchFamily="18" charset="0"/>
                <a:ea typeface="微软雅黑" panose="020B0503020204020204" charset="-122"/>
                <a:cs typeface="Times New Roman" panose="02020603050405020304" pitchFamily="18" charset="0"/>
                <a:sym typeface="+mn-ea"/>
              </a:rPr>
              <a:t>C NMR:  </a:t>
            </a:r>
            <a:r>
              <a:rPr lang="en-US" altLang="zh-CN" sz="2400" dirty="0">
                <a:solidFill>
                  <a:prstClr val="black"/>
                </a:solidFill>
                <a:latin typeface="Times New Roman" panose="02020603050405020304" pitchFamily="18" charset="0"/>
                <a:ea typeface="微软雅黑" panose="020B0503020204020204" charset="-122"/>
                <a:cs typeface="Times New Roman" panose="02020603050405020304" pitchFamily="18" charset="0"/>
                <a:sym typeface="+mn-ea"/>
              </a:rPr>
              <a:t>7</a:t>
            </a:r>
            <a:r>
              <a:rPr lang="zh-CN" altLang="en-US" sz="2400" dirty="0">
                <a:solidFill>
                  <a:prstClr val="black"/>
                </a:solidFill>
                <a:latin typeface="Times New Roman" panose="02020603050405020304" pitchFamily="18" charset="0"/>
                <a:ea typeface="微软雅黑" panose="020B0503020204020204" charset="-122"/>
                <a:cs typeface="Times New Roman" panose="02020603050405020304" pitchFamily="18" charset="0"/>
                <a:sym typeface="+mn-ea"/>
              </a:rPr>
              <a:t>条谱线，由于含有苯环     </a:t>
            </a:r>
            <a:r>
              <a:rPr lang="en-US" altLang="zh-CN" sz="2400" dirty="0">
                <a:solidFill>
                  <a:prstClr val="black"/>
                </a:solidFill>
                <a:latin typeface="Times New Roman" panose="02020603050405020304" pitchFamily="18" charset="0"/>
                <a:ea typeface="微软雅黑" panose="020B0503020204020204" charset="-122"/>
                <a:cs typeface="Times New Roman" panose="02020603050405020304" pitchFamily="18" charset="0"/>
                <a:sym typeface="+mn-ea"/>
              </a:rPr>
              <a:t>n</a:t>
            </a:r>
            <a:r>
              <a:rPr lang="en-US" altLang="zh-CN" sz="2400" baseline="-25000" dirty="0">
                <a:solidFill>
                  <a:prstClr val="black"/>
                </a:solidFill>
                <a:latin typeface="Times New Roman" panose="02020603050405020304" pitchFamily="18" charset="0"/>
                <a:ea typeface="微软雅黑" panose="020B0503020204020204" charset="-122"/>
                <a:cs typeface="Times New Roman" panose="02020603050405020304" pitchFamily="18" charset="0"/>
                <a:sym typeface="+mn-ea"/>
              </a:rPr>
              <a:t>C</a:t>
            </a:r>
            <a:r>
              <a:rPr lang="en-US" altLang="zh-CN" sz="2400" dirty="0">
                <a:solidFill>
                  <a:prstClr val="black"/>
                </a:solidFill>
                <a:latin typeface="Times New Roman" panose="02020603050405020304" pitchFamily="18" charset="0"/>
                <a:ea typeface="微软雅黑" panose="020B0503020204020204" charset="-122"/>
                <a:cs typeface="Times New Roman" panose="02020603050405020304" pitchFamily="18" charset="0"/>
                <a:sym typeface="+mn-ea"/>
              </a:rPr>
              <a:t>≥9   </a:t>
            </a:r>
            <a:endParaRPr lang="zh-CN" altLang="en-US" dirty="0">
              <a:solidFill>
                <a:prstClr val="black"/>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2" nodeType="clickEffect">
                                  <p:stCondLst>
                                    <p:cond delay="0"/>
                                  </p:stCondLst>
                                  <p:childTnLst>
                                    <p:set>
                                      <p:cBhvr>
                                        <p:cTn id="6" dur="1" fill="hold">
                                          <p:stCondLst>
                                            <p:cond delay="0"/>
                                          </p:stCondLst>
                                        </p:cTn>
                                        <p:tgtEl>
                                          <p:spTgt spid="337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1"/>
      <p:bldP spid="33795" grpId="2"/>
      <p:bldP spid="2" grpId="1"/>
      <p:bldP spid="3" grpId="1"/>
      <p:bldP spid="4"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5" name="Picture 2"/>
          <p:cNvPicPr>
            <a:picLocks noChangeAspect="1"/>
          </p:cNvPicPr>
          <p:nvPr/>
        </p:nvPicPr>
        <p:blipFill>
          <a:blip r:embed="rId3"/>
          <a:stretch>
            <a:fillRect/>
          </a:stretch>
        </p:blipFill>
        <p:spPr>
          <a:xfrm>
            <a:off x="34926" y="437506"/>
            <a:ext cx="4425745" cy="1813842"/>
          </a:xfrm>
          <a:prstGeom prst="rect">
            <a:avLst/>
          </a:prstGeom>
          <a:noFill/>
          <a:ln w="9525">
            <a:noFill/>
          </a:ln>
        </p:spPr>
      </p:pic>
      <p:pic>
        <p:nvPicPr>
          <p:cNvPr id="31746" name="Picture 3"/>
          <p:cNvPicPr>
            <a:picLocks noChangeAspect="1"/>
          </p:cNvPicPr>
          <p:nvPr/>
        </p:nvPicPr>
        <p:blipFill>
          <a:blip r:embed="rId4"/>
          <a:stretch>
            <a:fillRect/>
          </a:stretch>
        </p:blipFill>
        <p:spPr>
          <a:xfrm>
            <a:off x="4940968" y="2512101"/>
            <a:ext cx="4112261" cy="1652588"/>
          </a:xfrm>
          <a:prstGeom prst="rect">
            <a:avLst/>
          </a:prstGeom>
          <a:noFill/>
          <a:ln w="9525">
            <a:noFill/>
          </a:ln>
        </p:spPr>
      </p:pic>
      <p:pic>
        <p:nvPicPr>
          <p:cNvPr id="31748" name="Picture 5"/>
          <p:cNvPicPr>
            <a:picLocks noChangeAspect="1"/>
          </p:cNvPicPr>
          <p:nvPr/>
        </p:nvPicPr>
        <p:blipFill>
          <a:blip r:embed="rId5"/>
          <a:stretch>
            <a:fillRect/>
          </a:stretch>
        </p:blipFill>
        <p:spPr>
          <a:xfrm>
            <a:off x="34926" y="2512101"/>
            <a:ext cx="4617947" cy="1850826"/>
          </a:xfrm>
          <a:prstGeom prst="rect">
            <a:avLst/>
          </a:prstGeom>
          <a:noFill/>
          <a:ln w="9525">
            <a:noFill/>
          </a:ln>
        </p:spPr>
      </p:pic>
      <p:pic>
        <p:nvPicPr>
          <p:cNvPr id="31749" name="Picture 6"/>
          <p:cNvPicPr>
            <a:picLocks noChangeAspect="1"/>
          </p:cNvPicPr>
          <p:nvPr/>
        </p:nvPicPr>
        <p:blipFill>
          <a:blip r:embed="rId6"/>
          <a:stretch>
            <a:fillRect/>
          </a:stretch>
        </p:blipFill>
        <p:spPr>
          <a:xfrm>
            <a:off x="5641271" y="254645"/>
            <a:ext cx="3502729" cy="1882812"/>
          </a:xfrm>
          <a:prstGeom prst="rect">
            <a:avLst/>
          </a:prstGeom>
          <a:noFill/>
          <a:ln w="9525">
            <a:noFill/>
          </a:ln>
        </p:spPr>
      </p:pic>
      <p:sp>
        <p:nvSpPr>
          <p:cNvPr id="6" name="TextBox 5"/>
          <p:cNvSpPr txBox="1"/>
          <p:nvPr/>
        </p:nvSpPr>
        <p:spPr>
          <a:xfrm>
            <a:off x="7812360" y="768294"/>
            <a:ext cx="504056" cy="307777"/>
          </a:xfrm>
          <a:prstGeom prst="rect">
            <a:avLst/>
          </a:prstGeom>
          <a:noFill/>
        </p:spPr>
        <p:txBody>
          <a:bodyPr wrap="square" rtlCol="0">
            <a:spAutoFit/>
          </a:bodyPr>
          <a:lstStyle/>
          <a:p>
            <a:r>
              <a:rPr lang="en-US" altLang="zh-CN" sz="1400" dirty="0" smtClean="0"/>
              <a:t>3H</a:t>
            </a:r>
            <a:endParaRPr lang="zh-CN" altLang="en-US" sz="1400" dirty="0"/>
          </a:p>
        </p:txBody>
      </p:sp>
      <p:sp>
        <p:nvSpPr>
          <p:cNvPr id="7" name="TextBox 6"/>
          <p:cNvSpPr txBox="1"/>
          <p:nvPr/>
        </p:nvSpPr>
        <p:spPr>
          <a:xfrm>
            <a:off x="6997098" y="888274"/>
            <a:ext cx="504056" cy="307777"/>
          </a:xfrm>
          <a:prstGeom prst="rect">
            <a:avLst/>
          </a:prstGeom>
          <a:noFill/>
        </p:spPr>
        <p:txBody>
          <a:bodyPr wrap="square" rtlCol="0">
            <a:spAutoFit/>
          </a:bodyPr>
          <a:lstStyle/>
          <a:p>
            <a:r>
              <a:rPr lang="en-US" altLang="zh-CN" sz="1400" dirty="0" smtClean="0"/>
              <a:t>1H</a:t>
            </a:r>
            <a:endParaRPr lang="zh-CN" altLang="en-US" sz="1400" dirty="0"/>
          </a:p>
        </p:txBody>
      </p:sp>
      <p:sp>
        <p:nvSpPr>
          <p:cNvPr id="8" name="TextBox 7"/>
          <p:cNvSpPr txBox="1"/>
          <p:nvPr/>
        </p:nvSpPr>
        <p:spPr>
          <a:xfrm>
            <a:off x="5389243" y="768294"/>
            <a:ext cx="504056" cy="307777"/>
          </a:xfrm>
          <a:prstGeom prst="rect">
            <a:avLst/>
          </a:prstGeom>
          <a:noFill/>
        </p:spPr>
        <p:txBody>
          <a:bodyPr wrap="square" rtlCol="0">
            <a:spAutoFit/>
          </a:bodyPr>
          <a:lstStyle/>
          <a:p>
            <a:r>
              <a:rPr lang="en-US" altLang="zh-CN" sz="1400" dirty="0" smtClean="0"/>
              <a:t>1H</a:t>
            </a:r>
            <a:endParaRPr lang="zh-CN" altLang="en-US" sz="1400" dirty="0"/>
          </a:p>
        </p:txBody>
      </p:sp>
      <p:sp>
        <p:nvSpPr>
          <p:cNvPr id="9" name="TextBox 8"/>
          <p:cNvSpPr txBox="1"/>
          <p:nvPr/>
        </p:nvSpPr>
        <p:spPr>
          <a:xfrm>
            <a:off x="6162461" y="885865"/>
            <a:ext cx="504056" cy="307777"/>
          </a:xfrm>
          <a:prstGeom prst="rect">
            <a:avLst/>
          </a:prstGeom>
          <a:noFill/>
        </p:spPr>
        <p:txBody>
          <a:bodyPr wrap="square" rtlCol="0">
            <a:spAutoFit/>
          </a:bodyPr>
          <a:lstStyle/>
          <a:p>
            <a:r>
              <a:rPr lang="en-US" altLang="zh-CN" sz="1400" dirty="0" smtClean="0"/>
              <a:t>2H</a:t>
            </a:r>
            <a:endParaRPr lang="zh-CN" altLang="en-US" sz="1400" dirty="0"/>
          </a:p>
        </p:txBody>
      </p:sp>
      <p:sp>
        <p:nvSpPr>
          <p:cNvPr id="10" name="TextBox 9"/>
          <p:cNvSpPr txBox="1"/>
          <p:nvPr/>
        </p:nvSpPr>
        <p:spPr>
          <a:xfrm>
            <a:off x="6395434" y="460517"/>
            <a:ext cx="504056" cy="307777"/>
          </a:xfrm>
          <a:prstGeom prst="rect">
            <a:avLst/>
          </a:prstGeom>
          <a:noFill/>
        </p:spPr>
        <p:txBody>
          <a:bodyPr wrap="square" rtlCol="0">
            <a:spAutoFit/>
          </a:bodyPr>
          <a:lstStyle/>
          <a:p>
            <a:r>
              <a:rPr lang="en-US" altLang="zh-CN" sz="1400" dirty="0" smtClean="0"/>
              <a:t>2H</a:t>
            </a:r>
            <a:endParaRPr lang="zh-CN" altLang="en-US" sz="1400" dirty="0"/>
          </a:p>
        </p:txBody>
      </p:sp>
    </p:spTree>
    <p:extLst>
      <p:ext uri="{BB962C8B-B14F-4D97-AF65-F5344CB8AC3E}">
        <p14:creationId xmlns:p14="http://schemas.microsoft.com/office/powerpoint/2010/main" val="52804953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4"/>
          <p:cNvSpPr/>
          <p:nvPr/>
        </p:nvSpPr>
        <p:spPr>
          <a:xfrm>
            <a:off x="539750" y="1977629"/>
            <a:ext cx="7848600" cy="572464"/>
          </a:xfrm>
          <a:prstGeom prst="rect">
            <a:avLst/>
          </a:prstGeom>
          <a:noFill/>
          <a:ln w="9525">
            <a:noFill/>
          </a:ln>
        </p:spPr>
        <p:txBody>
          <a:bodyPr anchor="t">
            <a:spAutoFit/>
          </a:bodyPr>
          <a:lstStyle/>
          <a:p>
            <a:pPr>
              <a:lnSpc>
                <a:spcPct val="130000"/>
              </a:lnSpc>
            </a:pPr>
            <a:r>
              <a:rPr lang="en-US" altLang="zh-CN" sz="2400" b="1" dirty="0">
                <a:solidFill>
                  <a:srgbClr val="FF0066"/>
                </a:solidFill>
                <a:latin typeface="楷体_GB2312" pitchFamily="49" charset="-122"/>
                <a:ea typeface="楷体_GB2312" pitchFamily="49" charset="-122"/>
              </a:rPr>
              <a:t>    </a:t>
            </a:r>
          </a:p>
        </p:txBody>
      </p:sp>
      <p:sp>
        <p:nvSpPr>
          <p:cNvPr id="34819" name="Rectangle 5"/>
          <p:cNvSpPr/>
          <p:nvPr/>
        </p:nvSpPr>
        <p:spPr>
          <a:xfrm>
            <a:off x="797667" y="1717405"/>
            <a:ext cx="7993063" cy="2012859"/>
          </a:xfrm>
          <a:prstGeom prst="rect">
            <a:avLst/>
          </a:prstGeom>
          <a:noFill/>
          <a:ln w="9525">
            <a:noFill/>
          </a:ln>
        </p:spPr>
        <p:txBody>
          <a:bodyPr anchor="t">
            <a:spAutoFit/>
          </a:bodyPr>
          <a:lstStyle/>
          <a:p>
            <a:pPr>
              <a:lnSpc>
                <a:spcPct val="130000"/>
              </a:lnSpc>
            </a:pPr>
            <a:r>
              <a:rPr lang="en-US" altLang="zh-CN" sz="2400" i="1" dirty="0">
                <a:solidFill>
                  <a:schemeClr val="tx1"/>
                </a:solidFill>
                <a:latin typeface="Times New Roman" panose="02020603050405020304" pitchFamily="18" charset="0"/>
                <a:ea typeface="微软雅黑" panose="020B0503020204020204" charset="-122"/>
                <a:cs typeface="Times New Roman" panose="02020603050405020304" pitchFamily="18" charset="0"/>
              </a:rPr>
              <a:t>δ</a:t>
            </a:r>
            <a:r>
              <a:rPr lang="en-US" altLang="zh-CN" sz="2400" dirty="0">
                <a:solidFill>
                  <a:schemeClr val="tx1"/>
                </a:solidFill>
                <a:latin typeface="Times New Roman" panose="02020603050405020304" pitchFamily="18" charset="0"/>
                <a:ea typeface="微软雅黑" panose="020B0503020204020204" charset="-122"/>
                <a:cs typeface="Times New Roman" panose="02020603050405020304" pitchFamily="18" charset="0"/>
              </a:rPr>
              <a:t> = 1.7,  3H, d        </a:t>
            </a:r>
            <a:r>
              <a:rPr lang="en-US" altLang="zh-CN" sz="2400" u="sng" dirty="0">
                <a:solidFill>
                  <a:schemeClr val="tx1"/>
                </a:solidFill>
                <a:latin typeface="Times New Roman" panose="02020603050405020304" pitchFamily="18" charset="0"/>
                <a:ea typeface="微软雅黑" panose="020B0503020204020204" charset="-122"/>
                <a:cs typeface="Times New Roman" panose="02020603050405020304" pitchFamily="18" charset="0"/>
              </a:rPr>
              <a:t> CH</a:t>
            </a:r>
            <a:r>
              <a:rPr lang="en-US" altLang="zh-CN" sz="2400" baseline="-25000" dirty="0">
                <a:solidFill>
                  <a:schemeClr val="tx1"/>
                </a:solidFill>
                <a:latin typeface="Times New Roman" panose="02020603050405020304" pitchFamily="18" charset="0"/>
                <a:ea typeface="微软雅黑" panose="020B0503020204020204" charset="-122"/>
                <a:cs typeface="Times New Roman" panose="02020603050405020304" pitchFamily="18" charset="0"/>
              </a:rPr>
              <a:t>3</a:t>
            </a:r>
            <a:r>
              <a:rPr lang="en-US" altLang="zh-CN" sz="2400" dirty="0">
                <a:solidFill>
                  <a:schemeClr val="tx1"/>
                </a:solidFill>
                <a:latin typeface="Times New Roman" panose="02020603050405020304" pitchFamily="18" charset="0"/>
                <a:ea typeface="微软雅黑" panose="020B0503020204020204" charset="-122"/>
                <a:cs typeface="Times New Roman" panose="02020603050405020304" pitchFamily="18" charset="0"/>
              </a:rPr>
              <a:t>CH</a:t>
            </a:r>
          </a:p>
          <a:p>
            <a:pPr>
              <a:lnSpc>
                <a:spcPct val="130000"/>
              </a:lnSpc>
            </a:pPr>
            <a:r>
              <a:rPr lang="en-US" altLang="zh-CN" sz="2400" i="1" dirty="0">
                <a:solidFill>
                  <a:schemeClr val="tx1"/>
                </a:solidFill>
                <a:latin typeface="Times New Roman" panose="02020603050405020304" pitchFamily="18" charset="0"/>
                <a:ea typeface="微软雅黑" panose="020B0503020204020204" charset="-122"/>
                <a:cs typeface="Times New Roman" panose="02020603050405020304" pitchFamily="18" charset="0"/>
              </a:rPr>
              <a:t>δ</a:t>
            </a:r>
            <a:r>
              <a:rPr lang="en-US" altLang="zh-CN" sz="2400" dirty="0">
                <a:solidFill>
                  <a:schemeClr val="tx1"/>
                </a:solidFill>
                <a:latin typeface="Times New Roman" panose="02020603050405020304" pitchFamily="18" charset="0"/>
                <a:ea typeface="微软雅黑" panose="020B0503020204020204" charset="-122"/>
                <a:cs typeface="Times New Roman" panose="02020603050405020304" pitchFamily="18" charset="0"/>
              </a:rPr>
              <a:t> = 4.7, 1H, q         CH</a:t>
            </a:r>
            <a:r>
              <a:rPr lang="en-US" altLang="zh-CN" sz="2400" baseline="-25000" dirty="0">
                <a:solidFill>
                  <a:schemeClr val="tx1"/>
                </a:solidFill>
                <a:latin typeface="Times New Roman" panose="02020603050405020304" pitchFamily="18" charset="0"/>
                <a:ea typeface="微软雅黑" panose="020B0503020204020204" charset="-122"/>
                <a:cs typeface="Times New Roman" panose="02020603050405020304" pitchFamily="18" charset="0"/>
              </a:rPr>
              <a:t>3</a:t>
            </a:r>
            <a:r>
              <a:rPr lang="en-US" altLang="zh-CN" sz="2400" u="sng" dirty="0">
                <a:solidFill>
                  <a:schemeClr val="tx1"/>
                </a:solidFill>
                <a:latin typeface="Times New Roman" panose="02020603050405020304" pitchFamily="18" charset="0"/>
                <a:ea typeface="微软雅黑" panose="020B0503020204020204" charset="-122"/>
                <a:cs typeface="Times New Roman" panose="02020603050405020304" pitchFamily="18" charset="0"/>
              </a:rPr>
              <a:t>CH</a:t>
            </a:r>
            <a:r>
              <a:rPr lang="zh-CN" altLang="en-US" sz="2400" dirty="0">
                <a:solidFill>
                  <a:schemeClr val="tx1"/>
                </a:solidFill>
                <a:latin typeface="Times New Roman" panose="02020603050405020304" pitchFamily="18" charset="0"/>
                <a:ea typeface="微软雅黑" panose="020B0503020204020204" charset="-122"/>
                <a:cs typeface="Times New Roman" panose="02020603050405020304" pitchFamily="18" charset="0"/>
              </a:rPr>
              <a:t>（与两个电负性基团相连）</a:t>
            </a:r>
          </a:p>
          <a:p>
            <a:pPr>
              <a:lnSpc>
                <a:spcPct val="130000"/>
              </a:lnSpc>
            </a:pPr>
            <a:r>
              <a:rPr lang="en-US" altLang="zh-CN" sz="2400" i="1" dirty="0">
                <a:solidFill>
                  <a:schemeClr val="tx1"/>
                </a:solidFill>
                <a:latin typeface="Times New Roman" panose="02020603050405020304" pitchFamily="18" charset="0"/>
                <a:ea typeface="微软雅黑" panose="020B0503020204020204" charset="-122"/>
                <a:cs typeface="Times New Roman" panose="02020603050405020304" pitchFamily="18" charset="0"/>
              </a:rPr>
              <a:t>δ</a:t>
            </a:r>
            <a:r>
              <a:rPr lang="en-US" altLang="zh-CN" sz="2400" dirty="0">
                <a:solidFill>
                  <a:schemeClr val="tx1"/>
                </a:solidFill>
                <a:latin typeface="Times New Roman" panose="02020603050405020304" pitchFamily="18" charset="0"/>
                <a:ea typeface="微软雅黑" panose="020B0503020204020204" charset="-122"/>
                <a:cs typeface="Times New Roman" panose="02020603050405020304" pitchFamily="18" charset="0"/>
              </a:rPr>
              <a:t> = 6.5~7.5 </a:t>
            </a:r>
            <a:r>
              <a:rPr lang="en-US" altLang="zh-CN" sz="2400" dirty="0" smtClean="0">
                <a:solidFill>
                  <a:schemeClr val="tx1"/>
                </a:solidFill>
                <a:latin typeface="Times New Roman" panose="02020603050405020304" pitchFamily="18" charset="0"/>
                <a:ea typeface="微软雅黑" panose="020B0503020204020204" charset="-122"/>
                <a:cs typeface="Times New Roman" panose="02020603050405020304" pitchFamily="18" charset="0"/>
              </a:rPr>
              <a:t>4H</a:t>
            </a:r>
            <a:r>
              <a:rPr lang="zh-CN" altLang="en-US" sz="2400" dirty="0" smtClean="0">
                <a:solidFill>
                  <a:schemeClr val="tx1"/>
                </a:solidFill>
                <a:latin typeface="Times New Roman" panose="02020603050405020304" pitchFamily="18" charset="0"/>
                <a:ea typeface="微软雅黑" panose="020B0503020204020204" charset="-122"/>
                <a:cs typeface="Times New Roman" panose="02020603050405020304" pitchFamily="18" charset="0"/>
              </a:rPr>
              <a:t>      左右对称四重峰  苯环</a:t>
            </a:r>
            <a:r>
              <a:rPr lang="zh-CN" altLang="en-US" sz="2400" dirty="0">
                <a:solidFill>
                  <a:schemeClr val="tx1"/>
                </a:solidFill>
                <a:latin typeface="Times New Roman" panose="02020603050405020304" pitchFamily="18" charset="0"/>
                <a:ea typeface="微软雅黑" panose="020B0503020204020204" charset="-122"/>
                <a:cs typeface="Times New Roman" panose="02020603050405020304" pitchFamily="18" charset="0"/>
              </a:rPr>
              <a:t>对位二取代</a:t>
            </a:r>
          </a:p>
          <a:p>
            <a:pPr>
              <a:lnSpc>
                <a:spcPct val="130000"/>
              </a:lnSpc>
            </a:pPr>
            <a:r>
              <a:rPr lang="en-US" altLang="zh-CN" sz="2400" i="1" dirty="0">
                <a:solidFill>
                  <a:schemeClr val="tx1"/>
                </a:solidFill>
                <a:latin typeface="Times New Roman" panose="02020603050405020304" pitchFamily="18" charset="0"/>
                <a:ea typeface="微软雅黑" panose="020B0503020204020204" charset="-122"/>
                <a:cs typeface="Times New Roman" panose="02020603050405020304" pitchFamily="18" charset="0"/>
              </a:rPr>
              <a:t>δ</a:t>
            </a:r>
            <a:r>
              <a:rPr lang="en-US" altLang="zh-CN" sz="2400" dirty="0">
                <a:solidFill>
                  <a:schemeClr val="tx1"/>
                </a:solidFill>
                <a:latin typeface="Times New Roman" panose="02020603050405020304" pitchFamily="18" charset="0"/>
                <a:ea typeface="微软雅黑" panose="020B0503020204020204" charset="-122"/>
                <a:cs typeface="Times New Roman" panose="02020603050405020304" pitchFamily="18" charset="0"/>
              </a:rPr>
              <a:t> = 11 </a:t>
            </a:r>
            <a:r>
              <a:rPr lang="en-US" altLang="zh-CN" sz="2400" dirty="0">
                <a:solidFill>
                  <a:prstClr val="black"/>
                </a:solidFill>
                <a:latin typeface="Times New Roman" panose="02020603050405020304" pitchFamily="18" charset="0"/>
                <a:ea typeface="微软雅黑" panose="020B0503020204020204" charset="-122"/>
                <a:cs typeface="Times New Roman" panose="02020603050405020304" pitchFamily="18" charset="0"/>
              </a:rPr>
              <a:t>1H</a:t>
            </a:r>
            <a:r>
              <a:rPr lang="en-US" altLang="zh-CN" sz="2400" dirty="0" smtClean="0">
                <a:solidFill>
                  <a:schemeClr val="tx1"/>
                </a:solidFill>
                <a:latin typeface="Times New Roman" panose="02020603050405020304" pitchFamily="18" charset="0"/>
                <a:ea typeface="微软雅黑" panose="020B0503020204020204" charset="-122"/>
                <a:cs typeface="Times New Roman" panose="02020603050405020304" pitchFamily="18" charset="0"/>
              </a:rPr>
              <a:t>    </a:t>
            </a:r>
            <a:r>
              <a:rPr lang="en-US" altLang="zh-CN" sz="2400" dirty="0">
                <a:solidFill>
                  <a:schemeClr val="tx1"/>
                </a:solidFill>
                <a:latin typeface="Times New Roman" panose="02020603050405020304" pitchFamily="18" charset="0"/>
                <a:ea typeface="微软雅黑" panose="020B0503020204020204" charset="-122"/>
                <a:cs typeface="Times New Roman" panose="02020603050405020304" pitchFamily="18" charset="0"/>
              </a:rPr>
              <a:t>-COOH</a:t>
            </a:r>
          </a:p>
        </p:txBody>
      </p:sp>
      <p:sp>
        <p:nvSpPr>
          <p:cNvPr id="34820" name="Rectangle 6"/>
          <p:cNvSpPr/>
          <p:nvPr/>
        </p:nvSpPr>
        <p:spPr>
          <a:xfrm>
            <a:off x="776938" y="3616004"/>
            <a:ext cx="6975436" cy="572464"/>
          </a:xfrm>
          <a:prstGeom prst="rect">
            <a:avLst/>
          </a:prstGeom>
          <a:noFill/>
          <a:ln w="9525">
            <a:noFill/>
          </a:ln>
        </p:spPr>
        <p:txBody>
          <a:bodyPr wrap="none" anchor="t">
            <a:spAutoFit/>
          </a:bodyPr>
          <a:lstStyle/>
          <a:p>
            <a:pPr>
              <a:lnSpc>
                <a:spcPct val="130000"/>
              </a:lnSpc>
            </a:pPr>
            <a:r>
              <a:rPr lang="zh-CN" altLang="en-US" sz="2400" b="1" dirty="0">
                <a:solidFill>
                  <a:srgbClr val="0070C0"/>
                </a:solidFill>
                <a:latin typeface="微软雅黑" panose="020B0503020204020204" charset="-122"/>
                <a:ea typeface="微软雅黑" panose="020B0503020204020204" charset="-122"/>
                <a:cs typeface="微软雅黑" panose="020B0503020204020204" charset="-122"/>
              </a:rPr>
              <a:t>结构单元</a:t>
            </a:r>
            <a:r>
              <a:rPr lang="zh-CN" altLang="en-US" sz="2400" b="1" i="1" dirty="0">
                <a:solidFill>
                  <a:srgbClr val="0070C0"/>
                </a:solidFill>
                <a:latin typeface="微软雅黑" panose="020B0503020204020204" charset="-122"/>
                <a:ea typeface="微软雅黑" panose="020B0503020204020204" charset="-122"/>
                <a:cs typeface="微软雅黑" panose="020B0503020204020204" charset="-122"/>
              </a:rPr>
              <a:t>： </a:t>
            </a:r>
            <a:r>
              <a:rPr lang="en-US" altLang="zh-CN" sz="2400" dirty="0">
                <a:latin typeface="微软雅黑" panose="020B0503020204020204" charset="-122"/>
                <a:ea typeface="微软雅黑" panose="020B0503020204020204" charset="-122"/>
                <a:cs typeface="微软雅黑" panose="020B0503020204020204" charset="-122"/>
                <a:sym typeface="+mn-ea"/>
              </a:rPr>
              <a:t>-</a:t>
            </a:r>
            <a:r>
              <a:rPr lang="en-US" altLang="zh-CN" sz="2400" dirty="0" err="1" smtClean="0">
                <a:latin typeface="微软雅黑" panose="020B0503020204020204" charset="-122"/>
                <a:ea typeface="微软雅黑" panose="020B0503020204020204" charset="-122"/>
                <a:cs typeface="微软雅黑" panose="020B0503020204020204" charset="-122"/>
                <a:sym typeface="+mn-ea"/>
              </a:rPr>
              <a:t>COOH,</a:t>
            </a:r>
            <a:r>
              <a:rPr lang="en-US" altLang="zh-CN" sz="2400" dirty="0" err="1" smtClean="0">
                <a:latin typeface="微软雅黑" panose="020B0503020204020204" charset="-122"/>
                <a:ea typeface="微软雅黑" panose="020B0503020204020204" charset="-122"/>
                <a:cs typeface="微软雅黑" panose="020B0503020204020204" charset="-122"/>
              </a:rPr>
              <a:t>Cl</a:t>
            </a:r>
            <a:r>
              <a:rPr lang="zh-CN" altLang="en-US" sz="2400" dirty="0" smtClean="0">
                <a:latin typeface="微软雅黑" panose="020B0503020204020204" charset="-122"/>
                <a:ea typeface="微软雅黑" panose="020B0503020204020204" charset="-122"/>
                <a:cs typeface="微软雅黑" panose="020B0503020204020204" charset="-122"/>
              </a:rPr>
              <a:t>，</a:t>
            </a:r>
            <a:r>
              <a:rPr lang="en-US" altLang="zh-CN" sz="2400" dirty="0" smtClean="0">
                <a:latin typeface="微软雅黑" panose="020B0503020204020204" charset="-122"/>
                <a:ea typeface="微软雅黑" panose="020B0503020204020204" charset="-122"/>
                <a:cs typeface="微软雅黑" panose="020B0503020204020204" charset="-122"/>
              </a:rPr>
              <a:t>CH</a:t>
            </a:r>
            <a:r>
              <a:rPr lang="en-US" altLang="zh-CN" sz="2400" baseline="-25000" dirty="0" smtClean="0">
                <a:latin typeface="微软雅黑" panose="020B0503020204020204" charset="-122"/>
                <a:ea typeface="微软雅黑" panose="020B0503020204020204" charset="-122"/>
                <a:cs typeface="微软雅黑" panose="020B0503020204020204" charset="-122"/>
              </a:rPr>
              <a:t>3</a:t>
            </a:r>
            <a:r>
              <a:rPr lang="en-US" altLang="zh-CN" sz="2400" dirty="0" smtClean="0">
                <a:latin typeface="微软雅黑" panose="020B0503020204020204" charset="-122"/>
                <a:ea typeface="微软雅黑" panose="020B0503020204020204" charset="-122"/>
                <a:cs typeface="微软雅黑" panose="020B0503020204020204" charset="-122"/>
              </a:rPr>
              <a:t>CH</a:t>
            </a:r>
            <a:r>
              <a:rPr lang="en-US" altLang="zh-CN" sz="2400" dirty="0">
                <a:latin typeface="微软雅黑" panose="020B0503020204020204" charset="-122"/>
                <a:ea typeface="微软雅黑" panose="020B0503020204020204" charset="-122"/>
                <a:cs typeface="微软雅黑" panose="020B0503020204020204" charset="-122"/>
              </a:rPr>
              <a:t>,  </a:t>
            </a:r>
            <a:r>
              <a:rPr lang="zh-CN" altLang="en-US" sz="2400" dirty="0">
                <a:latin typeface="微软雅黑" panose="020B0503020204020204" charset="-122"/>
                <a:ea typeface="微软雅黑" panose="020B0503020204020204" charset="-122"/>
                <a:cs typeface="微软雅黑" panose="020B0503020204020204" charset="-122"/>
              </a:rPr>
              <a:t>苯环对位二</a:t>
            </a:r>
            <a:r>
              <a:rPr lang="zh-CN" altLang="en-US" sz="2400" dirty="0" smtClean="0">
                <a:latin typeface="微软雅黑" panose="020B0503020204020204" charset="-122"/>
                <a:ea typeface="微软雅黑" panose="020B0503020204020204" charset="-122"/>
                <a:cs typeface="微软雅黑" panose="020B0503020204020204" charset="-122"/>
              </a:rPr>
              <a:t>取代</a:t>
            </a:r>
            <a:endParaRPr lang="en-US" altLang="zh-CN" sz="2400" dirty="0">
              <a:latin typeface="微软雅黑" panose="020B0503020204020204" charset="-122"/>
              <a:ea typeface="微软雅黑" panose="020B0503020204020204" charset="-122"/>
              <a:cs typeface="微软雅黑" panose="020B0503020204020204" charset="-122"/>
            </a:endParaRPr>
          </a:p>
        </p:txBody>
      </p:sp>
      <p:sp>
        <p:nvSpPr>
          <p:cNvPr id="34821" name="Rectangle 8"/>
          <p:cNvSpPr/>
          <p:nvPr/>
        </p:nvSpPr>
        <p:spPr>
          <a:xfrm>
            <a:off x="776938" y="4418754"/>
            <a:ext cx="2239716" cy="525657"/>
          </a:xfrm>
          <a:prstGeom prst="rect">
            <a:avLst/>
          </a:prstGeom>
          <a:noFill/>
          <a:ln w="9525">
            <a:noFill/>
          </a:ln>
        </p:spPr>
        <p:txBody>
          <a:bodyPr wrap="none" anchor="t">
            <a:spAutoFit/>
          </a:bodyPr>
          <a:lstStyle/>
          <a:p>
            <a:pPr>
              <a:lnSpc>
                <a:spcPct val="130000"/>
              </a:lnSpc>
            </a:pPr>
            <a:r>
              <a:rPr lang="zh-CN" altLang="en-US" sz="2400" b="1" dirty="0">
                <a:solidFill>
                  <a:srgbClr val="0070C0"/>
                </a:solidFill>
                <a:latin typeface="微软雅黑" panose="020B0503020204020204" charset="-122"/>
                <a:ea typeface="微软雅黑" panose="020B0503020204020204" charset="-122"/>
                <a:cs typeface="微软雅黑" panose="020B0503020204020204" charset="-122"/>
              </a:rPr>
              <a:t>剩余单元</a:t>
            </a:r>
            <a:r>
              <a:rPr lang="zh-CN" altLang="en-US" sz="2400" b="1" i="1" dirty="0">
                <a:solidFill>
                  <a:srgbClr val="0070C0"/>
                </a:solidFill>
                <a:latin typeface="微软雅黑" panose="020B0503020204020204" charset="-122"/>
                <a:ea typeface="微软雅黑" panose="020B0503020204020204" charset="-122"/>
                <a:cs typeface="微软雅黑" panose="020B0503020204020204" charset="-122"/>
              </a:rPr>
              <a:t>：</a:t>
            </a:r>
            <a:r>
              <a:rPr lang="en-US" altLang="zh-CN" sz="2400" dirty="0">
                <a:latin typeface="微软雅黑" panose="020B0503020204020204" charset="-122"/>
                <a:ea typeface="微软雅黑" panose="020B0503020204020204" charset="-122"/>
                <a:cs typeface="微软雅黑" panose="020B0503020204020204" charset="-122"/>
              </a:rPr>
              <a:t>-O-</a:t>
            </a:r>
          </a:p>
        </p:txBody>
      </p:sp>
      <p:sp>
        <p:nvSpPr>
          <p:cNvPr id="34822" name="Rectangle 9"/>
          <p:cNvSpPr/>
          <p:nvPr/>
        </p:nvSpPr>
        <p:spPr>
          <a:xfrm>
            <a:off x="323850" y="62439"/>
            <a:ext cx="5184775" cy="525657"/>
          </a:xfrm>
          <a:prstGeom prst="rect">
            <a:avLst/>
          </a:prstGeom>
          <a:noFill/>
          <a:ln w="9525">
            <a:noFill/>
          </a:ln>
        </p:spPr>
        <p:txBody>
          <a:bodyPr wrap="square" anchor="t">
            <a:spAutoFit/>
          </a:bodyPr>
          <a:lstStyle/>
          <a:p>
            <a:pPr>
              <a:lnSpc>
                <a:spcPct val="130000"/>
              </a:lnSpc>
            </a:pPr>
            <a:r>
              <a:rPr lang="en-US" altLang="zh-CN" sz="2400" b="1" dirty="0" smtClean="0">
                <a:solidFill>
                  <a:srgbClr val="C00000"/>
                </a:solidFill>
                <a:latin typeface="微软雅黑" panose="020B0503020204020204" charset="-122"/>
                <a:ea typeface="微软雅黑" panose="020B0503020204020204" charset="-122"/>
                <a:cs typeface="微软雅黑" panose="020B0503020204020204" charset="-122"/>
              </a:rPr>
              <a:t>3</a:t>
            </a:r>
            <a:r>
              <a:rPr lang="zh-CN" altLang="en-US" sz="2400" b="1" dirty="0" smtClean="0">
                <a:solidFill>
                  <a:srgbClr val="C00000"/>
                </a:solidFill>
                <a:latin typeface="微软雅黑" panose="020B0503020204020204" charset="-122"/>
                <a:ea typeface="微软雅黑" panose="020B0503020204020204" charset="-122"/>
                <a:cs typeface="微软雅黑" panose="020B0503020204020204" charset="-122"/>
              </a:rPr>
              <a:t>）</a:t>
            </a:r>
            <a:r>
              <a:rPr lang="en-US" altLang="zh-CN" sz="2400" b="1" dirty="0" smtClean="0">
                <a:solidFill>
                  <a:srgbClr val="C00000"/>
                </a:solidFill>
                <a:latin typeface="微软雅黑" panose="020B0503020204020204" charset="-122"/>
                <a:ea typeface="微软雅黑" panose="020B0503020204020204" charset="-122"/>
                <a:cs typeface="微软雅黑" panose="020B0503020204020204" charset="-122"/>
              </a:rPr>
              <a:t> </a:t>
            </a:r>
            <a:r>
              <a:rPr lang="zh-CN" altLang="en-US" sz="2400" b="1" dirty="0">
                <a:solidFill>
                  <a:srgbClr val="C00000"/>
                </a:solidFill>
                <a:latin typeface="微软雅黑" panose="020B0503020204020204" charset="-122"/>
                <a:ea typeface="微软雅黑" panose="020B0503020204020204" charset="-122"/>
                <a:cs typeface="微软雅黑" panose="020B0503020204020204" charset="-122"/>
              </a:rPr>
              <a:t>推测结构单元</a:t>
            </a:r>
          </a:p>
        </p:txBody>
      </p:sp>
      <p:sp>
        <p:nvSpPr>
          <p:cNvPr id="12" name="矩形 11"/>
          <p:cNvSpPr/>
          <p:nvPr/>
        </p:nvSpPr>
        <p:spPr>
          <a:xfrm>
            <a:off x="729728" y="588096"/>
            <a:ext cx="6828790" cy="461665"/>
          </a:xfrm>
          <a:prstGeom prst="rect">
            <a:avLst/>
          </a:prstGeom>
        </p:spPr>
        <p:txBody>
          <a:bodyPr wrap="square">
            <a:spAutoFit/>
          </a:bodyPr>
          <a:lstStyle/>
          <a:p>
            <a:r>
              <a:rPr lang="zh-CN" altLang="en-US" sz="2400" b="1" dirty="0">
                <a:solidFill>
                  <a:srgbClr val="0070C0"/>
                </a:solidFill>
                <a:latin typeface="Times New Roman" panose="02020603050405020304" pitchFamily="18" charset="0"/>
                <a:ea typeface="微软雅黑" panose="020B0503020204020204" charset="-122"/>
                <a:cs typeface="Times New Roman" panose="02020603050405020304" pitchFamily="18" charset="0"/>
              </a:rPr>
              <a:t> </a:t>
            </a:r>
            <a:r>
              <a:rPr lang="en-US" altLang="zh-CN" sz="2400" b="1" dirty="0" smtClean="0">
                <a:solidFill>
                  <a:srgbClr val="0070C0"/>
                </a:solidFill>
                <a:latin typeface="Times New Roman" panose="02020603050405020304" pitchFamily="18" charset="0"/>
                <a:ea typeface="微软雅黑" panose="020B0503020204020204" charset="-122"/>
                <a:cs typeface="Times New Roman" panose="02020603050405020304" pitchFamily="18" charset="0"/>
              </a:rPr>
              <a:t>MS</a:t>
            </a:r>
            <a:r>
              <a:rPr lang="zh-CN" altLang="en-US" sz="2400" b="1" dirty="0" smtClean="0">
                <a:solidFill>
                  <a:srgbClr val="0070C0"/>
                </a:solidFill>
                <a:latin typeface="Times New Roman" panose="02020603050405020304" pitchFamily="18" charset="0"/>
                <a:ea typeface="微软雅黑" panose="020B0503020204020204" charset="-122"/>
                <a:cs typeface="Times New Roman" panose="02020603050405020304" pitchFamily="18" charset="0"/>
              </a:rPr>
              <a:t>：</a:t>
            </a:r>
            <a:r>
              <a:rPr lang="en-US" altLang="zh-CN" sz="2400" b="1" dirty="0" smtClean="0">
                <a:solidFill>
                  <a:srgbClr val="0070C0"/>
                </a:solidFill>
                <a:latin typeface="Times New Roman" panose="02020603050405020304" pitchFamily="18" charset="0"/>
                <a:ea typeface="微软雅黑" panose="020B0503020204020204" charset="-122"/>
                <a:cs typeface="Times New Roman" panose="02020603050405020304" pitchFamily="18" charset="0"/>
              </a:rPr>
              <a:t>M/M+2=3:1  </a:t>
            </a:r>
            <a:r>
              <a:rPr lang="en-US" altLang="zh-CN" sz="2400" dirty="0" err="1" smtClean="0">
                <a:solidFill>
                  <a:prstClr val="black"/>
                </a:solidFill>
                <a:latin typeface="Times New Roman" panose="02020603050405020304" pitchFamily="18" charset="0"/>
                <a:ea typeface="微软雅黑" panose="020B0503020204020204" charset="-122"/>
                <a:cs typeface="Times New Roman" panose="02020603050405020304" pitchFamily="18" charset="0"/>
              </a:rPr>
              <a:t>n</a:t>
            </a:r>
            <a:r>
              <a:rPr lang="en-US" altLang="zh-CN" sz="2400" baseline="-25000" dirty="0" err="1" smtClean="0">
                <a:solidFill>
                  <a:prstClr val="black"/>
                </a:solidFill>
                <a:latin typeface="Times New Roman" panose="02020603050405020304" pitchFamily="18" charset="0"/>
                <a:ea typeface="微软雅黑" panose="020B0503020204020204" charset="-122"/>
                <a:cs typeface="Times New Roman" panose="02020603050405020304" pitchFamily="18" charset="0"/>
              </a:rPr>
              <a:t>Cl</a:t>
            </a:r>
            <a:r>
              <a:rPr lang="en-US" altLang="zh-CN" sz="2400" dirty="0" smtClean="0">
                <a:solidFill>
                  <a:prstClr val="black"/>
                </a:solidFill>
                <a:latin typeface="Times New Roman" panose="02020603050405020304" pitchFamily="18" charset="0"/>
                <a:ea typeface="微软雅黑" panose="020B0503020204020204" charset="-122"/>
                <a:cs typeface="Times New Roman" panose="02020603050405020304" pitchFamily="18" charset="0"/>
              </a:rPr>
              <a:t> </a:t>
            </a:r>
            <a:r>
              <a:rPr lang="en-US" altLang="zh-CN" sz="2400" dirty="0">
                <a:solidFill>
                  <a:prstClr val="black"/>
                </a:solidFill>
                <a:latin typeface="Times New Roman" panose="02020603050405020304" pitchFamily="18" charset="0"/>
                <a:ea typeface="微软雅黑" panose="020B0503020204020204" charset="-122"/>
                <a:cs typeface="Times New Roman" panose="02020603050405020304" pitchFamily="18" charset="0"/>
              </a:rPr>
              <a:t>=1</a:t>
            </a:r>
            <a:r>
              <a:rPr lang="en-US" altLang="zh-CN" sz="2400" dirty="0">
                <a:solidFill>
                  <a:srgbClr val="FF0066"/>
                </a:solidFill>
                <a:latin typeface="Times New Roman" panose="02020603050405020304" pitchFamily="18" charset="0"/>
                <a:ea typeface="微软雅黑" panose="020B0503020204020204" charset="-122"/>
                <a:cs typeface="Times New Roman" panose="02020603050405020304" pitchFamily="18" charset="0"/>
              </a:rPr>
              <a:t>     </a:t>
            </a:r>
            <a:endParaRPr lang="zh-CN" altLang="en-US" dirty="0"/>
          </a:p>
        </p:txBody>
      </p:sp>
      <p:sp>
        <p:nvSpPr>
          <p:cNvPr id="13" name="文本框 1"/>
          <p:cNvSpPr txBox="1"/>
          <p:nvPr/>
        </p:nvSpPr>
        <p:spPr>
          <a:xfrm>
            <a:off x="776938" y="1024255"/>
            <a:ext cx="6768752" cy="461665"/>
          </a:xfrm>
          <a:prstGeom prst="rect">
            <a:avLst/>
          </a:prstGeom>
          <a:noFill/>
        </p:spPr>
        <p:txBody>
          <a:bodyPr wrap="square" rtlCol="0" anchor="t">
            <a:spAutoFit/>
          </a:bodyPr>
          <a:lstStyle/>
          <a:p>
            <a:pPr algn="l">
              <a:spcBef>
                <a:spcPct val="20000"/>
              </a:spcBef>
            </a:pPr>
            <a:r>
              <a:rPr lang="en-US" altLang="zh-CN" sz="2400" b="1" dirty="0" smtClean="0">
                <a:solidFill>
                  <a:srgbClr val="0070C0"/>
                </a:solidFill>
                <a:latin typeface="Times New Roman" panose="02020603050405020304" pitchFamily="18" charset="0"/>
                <a:ea typeface="微软雅黑" panose="020B0503020204020204" charset="-122"/>
                <a:cs typeface="Times New Roman" panose="02020603050405020304" pitchFamily="18" charset="0"/>
                <a:sym typeface="+mn-ea"/>
              </a:rPr>
              <a:t> IR</a:t>
            </a:r>
            <a:r>
              <a:rPr lang="en-US" altLang="zh-CN" sz="2400" b="1" dirty="0">
                <a:solidFill>
                  <a:srgbClr val="0070C0"/>
                </a:solidFill>
                <a:latin typeface="Times New Roman" panose="02020603050405020304" pitchFamily="18" charset="0"/>
                <a:ea typeface="微软雅黑" panose="020B0503020204020204" charset="-122"/>
                <a:cs typeface="Times New Roman" panose="02020603050405020304" pitchFamily="18" charset="0"/>
                <a:sym typeface="+mn-ea"/>
              </a:rPr>
              <a:t>: </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2500~3200cm</a:t>
            </a:r>
            <a:r>
              <a:rPr lang="en-US" altLang="zh-CN" sz="2400" baseline="30000" dirty="0">
                <a:latin typeface="Times New Roman" panose="02020603050405020304" pitchFamily="18" charset="0"/>
                <a:ea typeface="微软雅黑" panose="020B0503020204020204" charset="-122"/>
                <a:cs typeface="Times New Roman" panose="02020603050405020304" pitchFamily="18" charset="0"/>
                <a:sym typeface="+mn-ea"/>
              </a:rPr>
              <a:t>-1 </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(s,</a:t>
            </a:r>
            <a:r>
              <a:rPr lang="zh-CN" altLang="en-US" sz="2400" dirty="0">
                <a:latin typeface="Times New Roman" panose="02020603050405020304" pitchFamily="18" charset="0"/>
                <a:ea typeface="微软雅黑" panose="020B0503020204020204" charset="-122"/>
                <a:cs typeface="Times New Roman" panose="02020603050405020304" pitchFamily="18" charset="0"/>
                <a:sym typeface="+mn-ea"/>
              </a:rPr>
              <a:t>宽</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400" dirty="0" smtClean="0">
                <a:latin typeface="Times New Roman" panose="02020603050405020304" pitchFamily="18" charset="0"/>
                <a:ea typeface="微软雅黑" panose="020B0503020204020204" charset="-122"/>
                <a:cs typeface="Times New Roman" panose="02020603050405020304" pitchFamily="18" charset="0"/>
                <a:sym typeface="+mn-ea"/>
              </a:rPr>
              <a:t>1710cm</a:t>
            </a:r>
            <a:r>
              <a:rPr lang="en-US" altLang="zh-CN" sz="2400" baseline="30000" dirty="0" smtClean="0">
                <a:latin typeface="Times New Roman" panose="02020603050405020304" pitchFamily="18" charset="0"/>
                <a:ea typeface="微软雅黑" panose="020B0503020204020204" charset="-122"/>
                <a:cs typeface="Times New Roman" panose="02020603050405020304" pitchFamily="18" charset="0"/>
                <a:sym typeface="+mn-ea"/>
              </a:rPr>
              <a:t>-1</a:t>
            </a:r>
            <a:r>
              <a:rPr lang="en-US" altLang="zh-CN" sz="2400" dirty="0" smtClean="0">
                <a:latin typeface="Times New Roman" panose="02020603050405020304" pitchFamily="18" charset="0"/>
                <a:ea typeface="微软雅黑" panose="020B0503020204020204" charset="-122"/>
                <a:cs typeface="Times New Roman" panose="02020603050405020304" pitchFamily="18" charset="0"/>
                <a:sym typeface="+mn-ea"/>
              </a:rPr>
              <a:t>(s)</a:t>
            </a:r>
            <a:r>
              <a:rPr lang="en-US" altLang="zh-CN" sz="2400" baseline="30000" dirty="0" smtClean="0">
                <a:latin typeface="Times New Roman" panose="02020603050405020304" pitchFamily="18" charset="0"/>
                <a:ea typeface="微软雅黑" panose="020B0503020204020204" charset="-122"/>
                <a:cs typeface="Times New Roman" panose="02020603050405020304" pitchFamily="18" charset="0"/>
                <a:sym typeface="+mn-ea"/>
              </a:rPr>
              <a:t>  </a:t>
            </a:r>
            <a:r>
              <a:rPr lang="en-US" altLang="zh-CN" sz="2400" dirty="0" smtClean="0">
                <a:latin typeface="Times New Roman" panose="02020603050405020304" pitchFamily="18" charset="0"/>
                <a:ea typeface="微软雅黑" panose="020B0503020204020204" charset="-122"/>
                <a:cs typeface="Times New Roman" panose="02020603050405020304" pitchFamily="18" charset="0"/>
                <a:sym typeface="+mn-ea"/>
              </a:rPr>
              <a:t>COOH  </a:t>
            </a:r>
            <a:r>
              <a:rPr lang="en-US" altLang="zh-CN" sz="2400" dirty="0" smtClean="0">
                <a:solidFill>
                  <a:srgbClr val="000099"/>
                </a:solidFill>
                <a:latin typeface="Times New Roman" panose="02020603050405020304" pitchFamily="18" charset="0"/>
                <a:ea typeface="微软雅黑" panose="020B0503020204020204" charset="-122"/>
                <a:cs typeface="Times New Roman" panose="02020603050405020304" pitchFamily="18" charset="0"/>
                <a:sym typeface="+mn-ea"/>
              </a:rPr>
              <a:t> </a:t>
            </a:r>
            <a:endParaRPr lang="zh-CN" altLang="en-US" dirty="0"/>
          </a:p>
        </p:txBody>
      </p:sp>
      <p:sp>
        <p:nvSpPr>
          <p:cNvPr id="2" name="矩形 1"/>
          <p:cNvSpPr/>
          <p:nvPr/>
        </p:nvSpPr>
        <p:spPr>
          <a:xfrm>
            <a:off x="797667" y="1384942"/>
            <a:ext cx="1518364" cy="572464"/>
          </a:xfrm>
          <a:prstGeom prst="rect">
            <a:avLst/>
          </a:prstGeom>
        </p:spPr>
        <p:txBody>
          <a:bodyPr wrap="none">
            <a:spAutoFit/>
          </a:bodyPr>
          <a:lstStyle/>
          <a:p>
            <a:pPr lvl="0">
              <a:lnSpc>
                <a:spcPct val="130000"/>
              </a:lnSpc>
            </a:pPr>
            <a:r>
              <a:rPr lang="en-US" altLang="zh-CN" sz="2400" b="1" baseline="30000" dirty="0">
                <a:solidFill>
                  <a:srgbClr val="0070C0"/>
                </a:solidFill>
                <a:latin typeface="Times New Roman" panose="02020603050405020304" pitchFamily="18" charset="0"/>
                <a:ea typeface="微软雅黑" panose="020B0503020204020204" charset="-122"/>
                <a:cs typeface="Times New Roman" panose="02020603050405020304" pitchFamily="18" charset="0"/>
                <a:sym typeface="+mn-ea"/>
              </a:rPr>
              <a:t>1</a:t>
            </a:r>
            <a:r>
              <a:rPr lang="en-US" altLang="zh-CN" sz="2400" b="1" dirty="0">
                <a:solidFill>
                  <a:srgbClr val="0070C0"/>
                </a:solidFill>
                <a:latin typeface="Times New Roman" panose="02020603050405020304" pitchFamily="18" charset="0"/>
                <a:ea typeface="微软雅黑" panose="020B0503020204020204" charset="-122"/>
                <a:cs typeface="Times New Roman" panose="02020603050405020304" pitchFamily="18" charset="0"/>
                <a:sym typeface="+mn-ea"/>
              </a:rPr>
              <a:t>HNMR:  </a:t>
            </a:r>
            <a:endParaRPr lang="en-US" altLang="zh-CN" sz="2400" b="1" i="1" dirty="0">
              <a:solidFill>
                <a:srgbClr val="0070C0"/>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8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0" grpId="1"/>
      <p:bldP spid="34821" grpId="0"/>
      <p:bldP spid="34821" grpId="1"/>
      <p:bldP spid="1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p:cNvSpPr/>
          <p:nvPr/>
        </p:nvSpPr>
        <p:spPr>
          <a:xfrm>
            <a:off x="501944" y="1405165"/>
            <a:ext cx="5184775" cy="572464"/>
          </a:xfrm>
          <a:prstGeom prst="rect">
            <a:avLst/>
          </a:prstGeom>
          <a:noFill/>
          <a:ln w="9525">
            <a:noFill/>
          </a:ln>
        </p:spPr>
        <p:txBody>
          <a:bodyPr anchor="t">
            <a:spAutoFit/>
          </a:bodyPr>
          <a:lstStyle/>
          <a:p>
            <a:pPr>
              <a:lnSpc>
                <a:spcPct val="130000"/>
              </a:lnSpc>
            </a:pPr>
            <a:r>
              <a:rPr lang="en-US" altLang="zh-CN" sz="2400" b="1" dirty="0" smtClean="0">
                <a:solidFill>
                  <a:srgbClr val="C00000"/>
                </a:solidFill>
                <a:latin typeface="微软雅黑" panose="020B0503020204020204" charset="-122"/>
                <a:ea typeface="微软雅黑" panose="020B0503020204020204" charset="-122"/>
                <a:cs typeface="微软雅黑" panose="020B0503020204020204" charset="-122"/>
              </a:rPr>
              <a:t>4</a:t>
            </a:r>
            <a:r>
              <a:rPr lang="zh-CN" altLang="en-US" sz="2400" b="1" dirty="0" smtClean="0">
                <a:solidFill>
                  <a:srgbClr val="C00000"/>
                </a:solidFill>
                <a:latin typeface="微软雅黑" panose="020B0503020204020204" charset="-122"/>
                <a:ea typeface="微软雅黑" panose="020B0503020204020204" charset="-122"/>
                <a:cs typeface="微软雅黑" panose="020B0503020204020204" charset="-122"/>
              </a:rPr>
              <a:t>）</a:t>
            </a:r>
            <a:r>
              <a:rPr lang="en-US" altLang="zh-CN" sz="2400" b="1" dirty="0" smtClean="0">
                <a:solidFill>
                  <a:srgbClr val="C00000"/>
                </a:solidFill>
                <a:latin typeface="微软雅黑" panose="020B0503020204020204" charset="-122"/>
                <a:ea typeface="微软雅黑" panose="020B0503020204020204" charset="-122"/>
                <a:cs typeface="微软雅黑" panose="020B0503020204020204" charset="-122"/>
              </a:rPr>
              <a:t> </a:t>
            </a:r>
            <a:r>
              <a:rPr lang="zh-CN" altLang="en-US" sz="2400" b="1" dirty="0">
                <a:solidFill>
                  <a:srgbClr val="C00000"/>
                </a:solidFill>
                <a:latin typeface="微软雅黑" panose="020B0503020204020204" charset="-122"/>
                <a:ea typeface="微软雅黑" panose="020B0503020204020204" charset="-122"/>
                <a:cs typeface="微软雅黑" panose="020B0503020204020204" charset="-122"/>
              </a:rPr>
              <a:t>连接结构单元</a:t>
            </a:r>
          </a:p>
        </p:txBody>
      </p:sp>
      <p:sp>
        <p:nvSpPr>
          <p:cNvPr id="34818" name="Rectangle 4"/>
          <p:cNvSpPr/>
          <p:nvPr/>
        </p:nvSpPr>
        <p:spPr>
          <a:xfrm>
            <a:off x="539750" y="1977629"/>
            <a:ext cx="7848600" cy="572464"/>
          </a:xfrm>
          <a:prstGeom prst="rect">
            <a:avLst/>
          </a:prstGeom>
          <a:noFill/>
          <a:ln w="9525">
            <a:noFill/>
          </a:ln>
        </p:spPr>
        <p:txBody>
          <a:bodyPr anchor="t">
            <a:spAutoFit/>
          </a:bodyPr>
          <a:lstStyle/>
          <a:p>
            <a:pPr>
              <a:lnSpc>
                <a:spcPct val="130000"/>
              </a:lnSpc>
            </a:pPr>
            <a:r>
              <a:rPr lang="en-US" altLang="zh-CN" sz="2400" b="1" dirty="0">
                <a:solidFill>
                  <a:srgbClr val="FF0066"/>
                </a:solidFill>
                <a:latin typeface="楷体_GB2312" pitchFamily="49" charset="-122"/>
                <a:ea typeface="楷体_GB2312" pitchFamily="49" charset="-122"/>
              </a:rPr>
              <a:t>    </a:t>
            </a:r>
          </a:p>
        </p:txBody>
      </p:sp>
      <p:graphicFrame>
        <p:nvGraphicFramePr>
          <p:cNvPr id="34823" name="Object 10"/>
          <p:cNvGraphicFramePr>
            <a:graphicFrameLocks noChangeAspect="1"/>
          </p:cNvGraphicFramePr>
          <p:nvPr>
            <p:extLst>
              <p:ext uri="{D42A27DB-BD31-4B8C-83A1-F6EECF244321}">
                <p14:modId xmlns:p14="http://schemas.microsoft.com/office/powerpoint/2010/main" val="2770825961"/>
              </p:ext>
            </p:extLst>
          </p:nvPr>
        </p:nvGraphicFramePr>
        <p:xfrm>
          <a:off x="1619672" y="2296313"/>
          <a:ext cx="2376488" cy="658415"/>
        </p:xfrm>
        <a:graphic>
          <a:graphicData uri="http://schemas.openxmlformats.org/presentationml/2006/ole">
            <mc:AlternateContent xmlns:mc="http://schemas.openxmlformats.org/markup-compatibility/2006">
              <mc:Choice xmlns:v="urn:schemas-microsoft-com:vml" Requires="v">
                <p:oleObj spid="_x0000_s11328" r:id="rId4" imgW="1411605" imgH="521970" progId="ChemDraw.Document.6.0">
                  <p:embed/>
                </p:oleObj>
              </mc:Choice>
              <mc:Fallback>
                <p:oleObj r:id="rId4" imgW="1411605" imgH="521970" progId="ChemDraw.Document.6.0">
                  <p:embed/>
                  <p:pic>
                    <p:nvPicPr>
                      <p:cNvPr id="0" name=""/>
                      <p:cNvPicPr/>
                      <p:nvPr/>
                    </p:nvPicPr>
                    <p:blipFill>
                      <a:blip r:embed="rId5"/>
                      <a:stretch>
                        <a:fillRect/>
                      </a:stretch>
                    </p:blipFill>
                    <p:spPr>
                      <a:xfrm>
                        <a:off x="1619672" y="2296313"/>
                        <a:ext cx="2376488" cy="658415"/>
                      </a:xfrm>
                      <a:prstGeom prst="rect">
                        <a:avLst/>
                      </a:prstGeom>
                      <a:noFill/>
                      <a:ln w="38100">
                        <a:noFill/>
                        <a:miter/>
                      </a:ln>
                    </p:spPr>
                  </p:pic>
                </p:oleObj>
              </mc:Fallback>
            </mc:AlternateContent>
          </a:graphicData>
        </a:graphic>
      </p:graphicFrame>
      <p:graphicFrame>
        <p:nvGraphicFramePr>
          <p:cNvPr id="34824" name="Object 11"/>
          <p:cNvGraphicFramePr>
            <a:graphicFrameLocks noChangeAspect="1"/>
          </p:cNvGraphicFramePr>
          <p:nvPr>
            <p:extLst>
              <p:ext uri="{D42A27DB-BD31-4B8C-83A1-F6EECF244321}">
                <p14:modId xmlns:p14="http://schemas.microsoft.com/office/powerpoint/2010/main" val="2457252260"/>
              </p:ext>
            </p:extLst>
          </p:nvPr>
        </p:nvGraphicFramePr>
        <p:xfrm>
          <a:off x="4464050" y="2355726"/>
          <a:ext cx="2808288" cy="657225"/>
        </p:xfrm>
        <a:graphic>
          <a:graphicData uri="http://schemas.openxmlformats.org/presentationml/2006/ole">
            <mc:AlternateContent xmlns:mc="http://schemas.openxmlformats.org/markup-compatibility/2006">
              <mc:Choice xmlns:v="urn:schemas-microsoft-com:vml" Requires="v">
                <p:oleObj spid="_x0000_s11329" r:id="rId6" imgW="1675130" imgH="522605" progId="ChemDraw.Document.6.0">
                  <p:embed/>
                </p:oleObj>
              </mc:Choice>
              <mc:Fallback>
                <p:oleObj r:id="rId6" imgW="1675130" imgH="522605" progId="ChemDraw.Document.6.0">
                  <p:embed/>
                  <p:pic>
                    <p:nvPicPr>
                      <p:cNvPr id="0" name=""/>
                      <p:cNvPicPr/>
                      <p:nvPr/>
                    </p:nvPicPr>
                    <p:blipFill>
                      <a:blip r:embed="rId7"/>
                      <a:stretch>
                        <a:fillRect/>
                      </a:stretch>
                    </p:blipFill>
                    <p:spPr>
                      <a:xfrm>
                        <a:off x="4464050" y="2355726"/>
                        <a:ext cx="2808288" cy="657225"/>
                      </a:xfrm>
                      <a:prstGeom prst="rect">
                        <a:avLst/>
                      </a:prstGeom>
                      <a:noFill/>
                      <a:ln w="38100">
                        <a:noFill/>
                        <a:miter/>
                      </a:ln>
                    </p:spPr>
                  </p:pic>
                </p:oleObj>
              </mc:Fallback>
            </mc:AlternateContent>
          </a:graphicData>
        </a:graphic>
      </p:graphicFrame>
      <p:sp>
        <p:nvSpPr>
          <p:cNvPr id="34825" name="Rectangle 12"/>
          <p:cNvSpPr/>
          <p:nvPr/>
        </p:nvSpPr>
        <p:spPr>
          <a:xfrm>
            <a:off x="2293352" y="3579862"/>
            <a:ext cx="338554" cy="461665"/>
          </a:xfrm>
          <a:prstGeom prst="rect">
            <a:avLst/>
          </a:prstGeom>
          <a:noFill/>
          <a:ln w="9525">
            <a:noFill/>
          </a:ln>
        </p:spPr>
        <p:txBody>
          <a:bodyPr wrap="none" anchor="t">
            <a:spAutoFit/>
          </a:bodyPr>
          <a:lstStyle/>
          <a:p>
            <a:r>
              <a:rPr lang="en-US" altLang="zh-CN" sz="2400" b="1" dirty="0">
                <a:solidFill>
                  <a:srgbClr val="000099"/>
                </a:solidFill>
                <a:latin typeface="Times New Roman" panose="02020603050405020304" pitchFamily="18" charset="0"/>
              </a:rPr>
              <a:t>a</a:t>
            </a:r>
          </a:p>
        </p:txBody>
      </p:sp>
      <p:sp>
        <p:nvSpPr>
          <p:cNvPr id="34826" name="Rectangle 13"/>
          <p:cNvSpPr/>
          <p:nvPr/>
        </p:nvSpPr>
        <p:spPr>
          <a:xfrm>
            <a:off x="4860032" y="3566415"/>
            <a:ext cx="356188" cy="461665"/>
          </a:xfrm>
          <a:prstGeom prst="rect">
            <a:avLst/>
          </a:prstGeom>
          <a:noFill/>
          <a:ln w="9525">
            <a:noFill/>
          </a:ln>
        </p:spPr>
        <p:txBody>
          <a:bodyPr wrap="none" anchor="t">
            <a:spAutoFit/>
          </a:bodyPr>
          <a:lstStyle/>
          <a:p>
            <a:r>
              <a:rPr lang="en-US" altLang="zh-CN" sz="2400" b="1" dirty="0">
                <a:solidFill>
                  <a:srgbClr val="000099"/>
                </a:solidFill>
                <a:latin typeface="Times New Roman" panose="02020603050405020304" pitchFamily="18" charset="0"/>
              </a:rPr>
              <a:t>b</a:t>
            </a:r>
          </a:p>
        </p:txBody>
      </p:sp>
    </p:spTree>
    <p:extLst>
      <p:ext uri="{BB962C8B-B14F-4D97-AF65-F5344CB8AC3E}">
        <p14:creationId xmlns:p14="http://schemas.microsoft.com/office/powerpoint/2010/main" val="3962464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482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48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7" grpId="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5"/>
          <p:cNvSpPr/>
          <p:nvPr/>
        </p:nvSpPr>
        <p:spPr>
          <a:xfrm>
            <a:off x="235882" y="64314"/>
            <a:ext cx="8675687" cy="572464"/>
          </a:xfrm>
          <a:prstGeom prst="rect">
            <a:avLst/>
          </a:prstGeom>
          <a:noFill/>
          <a:ln w="9525">
            <a:noFill/>
          </a:ln>
        </p:spPr>
        <p:txBody>
          <a:bodyPr anchor="t">
            <a:spAutoFit/>
          </a:bodyPr>
          <a:lstStyle/>
          <a:p>
            <a:pPr>
              <a:lnSpc>
                <a:spcPct val="130000"/>
              </a:lnSpc>
            </a:pPr>
            <a:r>
              <a:rPr lang="en-US" altLang="zh-CN" sz="2400" b="1" dirty="0" smtClean="0">
                <a:solidFill>
                  <a:srgbClr val="C00000"/>
                </a:solidFill>
                <a:latin typeface="微软雅黑" panose="020B0503020204020204" charset="-122"/>
                <a:ea typeface="微软雅黑" panose="020B0503020204020204" charset="-122"/>
              </a:rPr>
              <a:t>5</a:t>
            </a:r>
            <a:r>
              <a:rPr lang="zh-CN" altLang="en-US" sz="2400" b="1" dirty="0" smtClean="0">
                <a:solidFill>
                  <a:srgbClr val="C00000"/>
                </a:solidFill>
                <a:latin typeface="微软雅黑" panose="020B0503020204020204" charset="-122"/>
                <a:ea typeface="微软雅黑" panose="020B0503020204020204" charset="-122"/>
              </a:rPr>
              <a:t>）</a:t>
            </a:r>
            <a:r>
              <a:rPr lang="en-US" altLang="zh-CN" sz="2400" b="1" dirty="0" smtClean="0">
                <a:solidFill>
                  <a:srgbClr val="C00000"/>
                </a:solidFill>
                <a:latin typeface="微软雅黑" panose="020B0503020204020204" charset="-122"/>
                <a:ea typeface="微软雅黑" panose="020B0503020204020204" charset="-122"/>
                <a:cs typeface="微软雅黑" panose="020B0503020204020204" charset="-122"/>
              </a:rPr>
              <a:t> </a:t>
            </a:r>
            <a:r>
              <a:rPr lang="zh-CN" altLang="en-US" sz="2400" b="1" dirty="0">
                <a:solidFill>
                  <a:srgbClr val="C00000"/>
                </a:solidFill>
                <a:latin typeface="微软雅黑" panose="020B0503020204020204" charset="-122"/>
                <a:ea typeface="微软雅黑" panose="020B0503020204020204" charset="-122"/>
                <a:cs typeface="微软雅黑" panose="020B0503020204020204" charset="-122"/>
              </a:rPr>
              <a:t>验证结构，排除不可能</a:t>
            </a:r>
            <a:r>
              <a:rPr lang="zh-CN" altLang="en-US" sz="2400" b="1" dirty="0" smtClean="0">
                <a:solidFill>
                  <a:srgbClr val="C00000"/>
                </a:solidFill>
                <a:latin typeface="微软雅黑" panose="020B0503020204020204" charset="-122"/>
                <a:ea typeface="微软雅黑" panose="020B0503020204020204" charset="-122"/>
                <a:cs typeface="微软雅黑" panose="020B0503020204020204" charset="-122"/>
              </a:rPr>
              <a:t>结构</a:t>
            </a:r>
            <a:endParaRPr lang="en-US" altLang="zh-CN" sz="2400" b="1" dirty="0">
              <a:solidFill>
                <a:srgbClr val="C00000"/>
              </a:solidFill>
              <a:latin typeface="微软雅黑" panose="020B0503020204020204" charset="-122"/>
              <a:ea typeface="微软雅黑" panose="020B0503020204020204" charset="-122"/>
              <a:cs typeface="微软雅黑" panose="020B0503020204020204" charset="-122"/>
            </a:endParaRPr>
          </a:p>
        </p:txBody>
      </p:sp>
      <p:pic>
        <p:nvPicPr>
          <p:cNvPr id="5136" name="Picture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8018" y="2300853"/>
            <a:ext cx="4572000" cy="14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235882" y="613793"/>
            <a:ext cx="6640374" cy="830997"/>
          </a:xfrm>
          <a:prstGeom prst="rect">
            <a:avLst/>
          </a:prstGeom>
        </p:spPr>
        <p:txBody>
          <a:bodyPr wrap="square">
            <a:spAutoFit/>
          </a:bodyPr>
          <a:lstStyle/>
          <a:p>
            <a:pPr marL="285750" indent="-285750">
              <a:buClr>
                <a:schemeClr val="tx2"/>
              </a:buClr>
              <a:buSzPct val="75000"/>
              <a:buFont typeface="Wingdings" panose="05000000000000000000" pitchFamily="2" charset="2"/>
              <a:buChar char="u"/>
            </a:pPr>
            <a:r>
              <a:rPr lang="zh-CN" altLang="en-US" sz="2400" dirty="0">
                <a:latin typeface="微软雅黑" panose="020B0503020204020204" pitchFamily="34" charset="-122"/>
                <a:ea typeface="微软雅黑" panose="020B0503020204020204" pitchFamily="34" charset="-122"/>
              </a:rPr>
              <a:t>高质量端质荷比分别为</a:t>
            </a:r>
            <a:r>
              <a:rPr lang="en-US" altLang="zh-CN" sz="2400" dirty="0">
                <a:latin typeface="微软雅黑" panose="020B0503020204020204" pitchFamily="34" charset="-122"/>
                <a:ea typeface="微软雅黑" panose="020B0503020204020204" pitchFamily="34" charset="-122"/>
              </a:rPr>
              <a:t>155</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128</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111</a:t>
            </a:r>
            <a:r>
              <a:rPr lang="zh-CN" altLang="en-US" sz="2400" dirty="0">
                <a:latin typeface="微软雅黑" panose="020B0503020204020204" pitchFamily="34" charset="-122"/>
                <a:ea typeface="微软雅黑" panose="020B0503020204020204" pitchFamily="34" charset="-122"/>
              </a:rPr>
              <a:t>的三个碎片离子均含有氯</a:t>
            </a:r>
            <a:r>
              <a:rPr lang="zh-CN" altLang="en-US" sz="2400" dirty="0" smtClean="0">
                <a:latin typeface="微软雅黑" panose="020B0503020204020204" pitchFamily="34" charset="-122"/>
                <a:ea typeface="微软雅黑" panose="020B0503020204020204" pitchFamily="34" charset="-122"/>
              </a:rPr>
              <a:t>原子，说明氯和苯环相连</a:t>
            </a:r>
            <a:endParaRPr lang="en-US" altLang="zh-CN" sz="2400" dirty="0" smtClean="0">
              <a:latin typeface="微软雅黑" panose="020B0503020204020204" pitchFamily="34" charset="-122"/>
              <a:ea typeface="微软雅黑" panose="020B0503020204020204" pitchFamily="34" charset="-122"/>
            </a:endParaRPr>
          </a:p>
        </p:txBody>
      </p:sp>
      <p:sp>
        <p:nvSpPr>
          <p:cNvPr id="3" name="矩形 2"/>
          <p:cNvSpPr/>
          <p:nvPr/>
        </p:nvSpPr>
        <p:spPr>
          <a:xfrm>
            <a:off x="235882" y="1444790"/>
            <a:ext cx="6496100" cy="830997"/>
          </a:xfrm>
          <a:prstGeom prst="rect">
            <a:avLst/>
          </a:prstGeom>
        </p:spPr>
        <p:txBody>
          <a:bodyPr wrap="square">
            <a:spAutoFit/>
          </a:bodyPr>
          <a:lstStyle/>
          <a:p>
            <a:pPr marL="285750" lvl="0" indent="-285750">
              <a:buClr>
                <a:srgbClr val="1F497D"/>
              </a:buClr>
              <a:buSzPct val="75000"/>
              <a:buFont typeface="Wingdings" panose="05000000000000000000" pitchFamily="2" charset="2"/>
              <a:buChar char="u"/>
            </a:pPr>
            <a:r>
              <a:rPr lang="en-US" altLang="zh-CN" sz="2400" dirty="0" smtClean="0">
                <a:solidFill>
                  <a:prstClr val="black"/>
                </a:solidFill>
                <a:latin typeface="微软雅黑" panose="020B0503020204020204" pitchFamily="34" charset="-122"/>
                <a:ea typeface="微软雅黑" panose="020B0503020204020204" pitchFamily="34" charset="-122"/>
              </a:rPr>
              <a:t>A</a:t>
            </a:r>
            <a:r>
              <a:rPr lang="zh-CN" altLang="en-US" sz="2400" dirty="0">
                <a:solidFill>
                  <a:prstClr val="black"/>
                </a:solidFill>
                <a:latin typeface="微软雅黑" panose="020B0503020204020204" pitchFamily="34" charset="-122"/>
                <a:ea typeface="微软雅黑" panose="020B0503020204020204" pitchFamily="34" charset="-122"/>
              </a:rPr>
              <a:t>结构分子可以发生麦氏重排，生成</a:t>
            </a:r>
            <a:r>
              <a:rPr lang="en-US" altLang="zh-CN" sz="2400" dirty="0">
                <a:solidFill>
                  <a:prstClr val="black"/>
                </a:solidFill>
                <a:latin typeface="微软雅黑" panose="020B0503020204020204" pitchFamily="34" charset="-122"/>
                <a:ea typeface="微软雅黑" panose="020B0503020204020204" pitchFamily="34" charset="-122"/>
              </a:rPr>
              <a:t>m/z 128</a:t>
            </a:r>
            <a:r>
              <a:rPr lang="zh-CN" altLang="en-US" sz="2400" dirty="0">
                <a:solidFill>
                  <a:prstClr val="black"/>
                </a:solidFill>
                <a:latin typeface="微软雅黑" panose="020B0503020204020204" pitchFamily="34" charset="-122"/>
                <a:ea typeface="微软雅黑" panose="020B0503020204020204" pitchFamily="34" charset="-122"/>
              </a:rPr>
              <a:t>的碎片离子</a:t>
            </a:r>
          </a:p>
        </p:txBody>
      </p:sp>
      <p:graphicFrame>
        <p:nvGraphicFramePr>
          <p:cNvPr id="4" name="对象 3"/>
          <p:cNvGraphicFramePr>
            <a:graphicFrameLocks noChangeAspect="1"/>
          </p:cNvGraphicFramePr>
          <p:nvPr>
            <p:extLst>
              <p:ext uri="{D42A27DB-BD31-4B8C-83A1-F6EECF244321}">
                <p14:modId xmlns:p14="http://schemas.microsoft.com/office/powerpoint/2010/main" val="3555139414"/>
              </p:ext>
            </p:extLst>
          </p:nvPr>
        </p:nvGraphicFramePr>
        <p:xfrm>
          <a:off x="2267744" y="4047913"/>
          <a:ext cx="2857246" cy="792088"/>
        </p:xfrm>
        <a:graphic>
          <a:graphicData uri="http://schemas.openxmlformats.org/presentationml/2006/ole">
            <mc:AlternateContent xmlns:mc="http://schemas.openxmlformats.org/markup-compatibility/2006">
              <mc:Choice xmlns:v="urn:schemas-microsoft-com:vml" Requires="v">
                <p:oleObj spid="_x0000_s5201" r:id="rId5" imgW="1411919" imgH="521862" progId="ChemDraw.Document.6.0">
                  <p:embed/>
                </p:oleObj>
              </mc:Choice>
              <mc:Fallback>
                <p:oleObj r:id="rId5" imgW="1411919" imgH="521862" progId="ChemDraw.Document.6.0">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67744" y="4047913"/>
                        <a:ext cx="2857246" cy="792088"/>
                      </a:xfrm>
                      <a:prstGeom prst="rect">
                        <a:avLst/>
                      </a:prstGeom>
                      <a:noFill/>
                      <a:ln>
                        <a:noFill/>
                      </a:ln>
                    </p:spPr>
                  </p:pic>
                </p:oleObj>
              </mc:Fallback>
            </mc:AlternateContent>
          </a:graphicData>
        </a:graphic>
      </p:graphicFrame>
      <p:sp>
        <p:nvSpPr>
          <p:cNvPr id="5" name="TextBox 4"/>
          <p:cNvSpPr txBox="1"/>
          <p:nvPr/>
        </p:nvSpPr>
        <p:spPr>
          <a:xfrm>
            <a:off x="454533" y="4213125"/>
            <a:ext cx="1957227"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正确结构</a:t>
            </a:r>
            <a:endParaRPr lang="zh-CN" altLang="en-US" sz="2400" b="1" dirty="0">
              <a:latin typeface="微软雅黑" panose="020B0503020204020204" pitchFamily="34" charset="-122"/>
              <a:ea typeface="微软雅黑" panose="020B0503020204020204" pitchFamily="34" charset="-122"/>
            </a:endParaRPr>
          </a:p>
        </p:txBody>
      </p:sp>
      <p:pic>
        <p:nvPicPr>
          <p:cNvPr id="8" name="Picture 3"/>
          <p:cNvPicPr>
            <a:picLocks noChangeAspect="1"/>
          </p:cNvPicPr>
          <p:nvPr/>
        </p:nvPicPr>
        <p:blipFill>
          <a:blip r:embed="rId7"/>
          <a:stretch>
            <a:fillRect/>
          </a:stretch>
        </p:blipFill>
        <p:spPr>
          <a:xfrm>
            <a:off x="5055205" y="1865103"/>
            <a:ext cx="3735489" cy="1642751"/>
          </a:xfrm>
          <a:prstGeom prst="rect">
            <a:avLst/>
          </a:prstGeom>
          <a:noFill/>
          <a:ln w="9525">
            <a:noFill/>
          </a:ln>
        </p:spPr>
      </p:pic>
      <p:sp>
        <p:nvSpPr>
          <p:cNvPr id="9" name="Rectangle 12"/>
          <p:cNvSpPr/>
          <p:nvPr/>
        </p:nvSpPr>
        <p:spPr>
          <a:xfrm>
            <a:off x="5508104" y="4371950"/>
            <a:ext cx="338554" cy="461665"/>
          </a:xfrm>
          <a:prstGeom prst="rect">
            <a:avLst/>
          </a:prstGeom>
          <a:noFill/>
          <a:ln w="9525">
            <a:noFill/>
          </a:ln>
        </p:spPr>
        <p:txBody>
          <a:bodyPr wrap="none" anchor="t">
            <a:spAutoFit/>
          </a:bodyPr>
          <a:lstStyle/>
          <a:p>
            <a:r>
              <a:rPr lang="en-US" altLang="zh-CN" sz="2400" b="1" dirty="0">
                <a:solidFill>
                  <a:srgbClr val="000099"/>
                </a:solidFill>
                <a:latin typeface="Times New Roman" panose="02020603050405020304" pitchFamily="18" charset="0"/>
              </a:rPr>
              <a:t>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13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5" grpId="0"/>
      <p:bldP spid="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8"/>
          <p:cNvSpPr/>
          <p:nvPr/>
        </p:nvSpPr>
        <p:spPr>
          <a:xfrm>
            <a:off x="0" y="44054"/>
            <a:ext cx="827584" cy="523220"/>
          </a:xfrm>
          <a:prstGeom prst="rect">
            <a:avLst/>
          </a:prstGeom>
          <a:noFill/>
          <a:ln w="9525">
            <a:noFill/>
          </a:ln>
        </p:spPr>
        <p:txBody>
          <a:bodyPr wrap="square" anchor="t">
            <a:spAutoFit/>
          </a:bodyPr>
          <a:lstStyle/>
          <a:p>
            <a:r>
              <a:rPr lang="zh-CN" altLang="en-US" sz="2800" b="1" dirty="0">
                <a:solidFill>
                  <a:srgbClr val="C00000"/>
                </a:solidFill>
                <a:latin typeface="微软雅黑" panose="020B0503020204020204" pitchFamily="34" charset="-122"/>
                <a:ea typeface="微软雅黑" panose="020B0503020204020204" pitchFamily="34" charset="-122"/>
              </a:rPr>
              <a:t>例</a:t>
            </a:r>
            <a:r>
              <a:rPr lang="en-US" altLang="zh-CN" sz="2800" b="1" dirty="0">
                <a:solidFill>
                  <a:srgbClr val="C00000"/>
                </a:solidFill>
                <a:latin typeface="微软雅黑" panose="020B0503020204020204" pitchFamily="34" charset="-122"/>
                <a:ea typeface="微软雅黑" panose="020B0503020204020204" pitchFamily="34" charset="-122"/>
              </a:rPr>
              <a:t>3</a:t>
            </a:r>
          </a:p>
        </p:txBody>
      </p:sp>
      <p:pic>
        <p:nvPicPr>
          <p:cNvPr id="37893" name="Picture 2"/>
          <p:cNvPicPr>
            <a:picLocks noGrp="1" noChangeAspect="1"/>
          </p:cNvPicPr>
          <p:nvPr>
            <p:ph sz="half" idx="1"/>
          </p:nvPr>
        </p:nvPicPr>
        <p:blipFill>
          <a:blip r:embed="rId4"/>
          <a:stretch>
            <a:fillRect/>
          </a:stretch>
        </p:blipFill>
        <p:spPr>
          <a:xfrm>
            <a:off x="827584" y="2482692"/>
            <a:ext cx="3810000" cy="2053438"/>
          </a:xfrm>
        </p:spPr>
      </p:pic>
      <p:graphicFrame>
        <p:nvGraphicFramePr>
          <p:cNvPr id="37890" name="Object 9"/>
          <p:cNvGraphicFramePr>
            <a:graphicFrameLocks noGrp="1" noChangeAspect="1"/>
          </p:cNvGraphicFramePr>
          <p:nvPr>
            <p:ph sz="quarter" idx="2"/>
            <p:extLst>
              <p:ext uri="{D42A27DB-BD31-4B8C-83A1-F6EECF244321}">
                <p14:modId xmlns:p14="http://schemas.microsoft.com/office/powerpoint/2010/main" val="3075394044"/>
              </p:ext>
            </p:extLst>
          </p:nvPr>
        </p:nvGraphicFramePr>
        <p:xfrm>
          <a:off x="792379" y="305664"/>
          <a:ext cx="3954462" cy="2303462"/>
        </p:xfrm>
        <a:graphic>
          <a:graphicData uri="http://schemas.openxmlformats.org/presentationml/2006/ole">
            <mc:AlternateContent xmlns:mc="http://schemas.openxmlformats.org/markup-compatibility/2006">
              <mc:Choice xmlns:v="urn:schemas-microsoft-com:vml" Requires="v">
                <p:oleObj spid="_x0000_s6224" r:id="rId5" imgW="4474845" imgH="2606040" progId="图像.文件">
                  <p:embed/>
                </p:oleObj>
              </mc:Choice>
              <mc:Fallback>
                <p:oleObj r:id="rId5" imgW="4474845" imgH="2606040" progId="图像.文件">
                  <p:embed/>
                  <p:pic>
                    <p:nvPicPr>
                      <p:cNvPr id="0" name="图片 3079"/>
                      <p:cNvPicPr/>
                      <p:nvPr/>
                    </p:nvPicPr>
                    <p:blipFill>
                      <a:blip r:embed="rId6"/>
                      <a:stretch>
                        <a:fillRect/>
                      </a:stretch>
                    </p:blipFill>
                    <p:spPr>
                      <a:xfrm>
                        <a:off x="792379" y="305664"/>
                        <a:ext cx="3954462" cy="2303462"/>
                      </a:xfrm>
                      <a:prstGeom prst="rect">
                        <a:avLst/>
                      </a:prstGeom>
                      <a:noFill/>
                      <a:ln w="38100">
                        <a:miter/>
                      </a:ln>
                    </p:spPr>
                  </p:pic>
                </p:oleObj>
              </mc:Fallback>
            </mc:AlternateContent>
          </a:graphicData>
        </a:graphic>
      </p:graphicFrame>
      <p:pic>
        <p:nvPicPr>
          <p:cNvPr id="37892" name="Picture 6"/>
          <p:cNvPicPr>
            <a:picLocks noChangeAspect="1"/>
          </p:cNvPicPr>
          <p:nvPr/>
        </p:nvPicPr>
        <p:blipFill>
          <a:blip r:embed="rId7"/>
          <a:stretch>
            <a:fillRect/>
          </a:stretch>
        </p:blipFill>
        <p:spPr>
          <a:xfrm>
            <a:off x="5148064" y="2363794"/>
            <a:ext cx="3845573" cy="2291234"/>
          </a:xfrm>
          <a:prstGeom prst="rect">
            <a:avLst/>
          </a:prstGeom>
          <a:noFill/>
          <a:ln w="9525">
            <a:noFill/>
          </a:ln>
        </p:spPr>
      </p:pic>
      <p:sp>
        <p:nvSpPr>
          <p:cNvPr id="7" name="TextBox 6"/>
          <p:cNvSpPr txBox="1"/>
          <p:nvPr/>
        </p:nvSpPr>
        <p:spPr>
          <a:xfrm>
            <a:off x="6012160" y="3821003"/>
            <a:ext cx="504056" cy="307777"/>
          </a:xfrm>
          <a:prstGeom prst="rect">
            <a:avLst/>
          </a:prstGeom>
          <a:noFill/>
        </p:spPr>
        <p:txBody>
          <a:bodyPr wrap="square" rtlCol="0">
            <a:spAutoFit/>
          </a:bodyPr>
          <a:lstStyle/>
          <a:p>
            <a:r>
              <a:rPr lang="en-US" altLang="zh-CN" sz="1400" dirty="0" smtClean="0"/>
              <a:t>3H</a:t>
            </a:r>
            <a:endParaRPr lang="zh-CN" altLang="en-US" sz="1400" dirty="0"/>
          </a:p>
        </p:txBody>
      </p:sp>
      <p:sp>
        <p:nvSpPr>
          <p:cNvPr id="8" name="TextBox 7"/>
          <p:cNvSpPr txBox="1"/>
          <p:nvPr/>
        </p:nvSpPr>
        <p:spPr>
          <a:xfrm>
            <a:off x="7093461" y="3041502"/>
            <a:ext cx="504056" cy="307777"/>
          </a:xfrm>
          <a:prstGeom prst="rect">
            <a:avLst/>
          </a:prstGeom>
          <a:noFill/>
        </p:spPr>
        <p:txBody>
          <a:bodyPr wrap="square" rtlCol="0">
            <a:spAutoFit/>
          </a:bodyPr>
          <a:lstStyle/>
          <a:p>
            <a:r>
              <a:rPr lang="en-US" altLang="zh-CN" sz="1400" dirty="0" smtClean="0"/>
              <a:t>3H</a:t>
            </a:r>
            <a:endParaRPr lang="zh-CN" altLang="en-US" sz="1400" dirty="0"/>
          </a:p>
        </p:txBody>
      </p:sp>
      <p:sp>
        <p:nvSpPr>
          <p:cNvPr id="9" name="TextBox 8"/>
          <p:cNvSpPr txBox="1"/>
          <p:nvPr/>
        </p:nvSpPr>
        <p:spPr>
          <a:xfrm>
            <a:off x="7884368" y="3497776"/>
            <a:ext cx="504056" cy="307777"/>
          </a:xfrm>
          <a:prstGeom prst="rect">
            <a:avLst/>
          </a:prstGeom>
          <a:noFill/>
        </p:spPr>
        <p:txBody>
          <a:bodyPr wrap="square" rtlCol="0">
            <a:spAutoFit/>
          </a:bodyPr>
          <a:lstStyle/>
          <a:p>
            <a:r>
              <a:rPr lang="en-US" altLang="zh-CN" sz="1400" dirty="0" smtClean="0"/>
              <a:t>6H</a:t>
            </a:r>
            <a:endParaRPr lang="zh-CN" altLang="en-US" sz="1400" dirty="0"/>
          </a:p>
        </p:txBody>
      </p:sp>
      <p:sp>
        <p:nvSpPr>
          <p:cNvPr id="10" name="TextBox 9"/>
          <p:cNvSpPr txBox="1"/>
          <p:nvPr/>
        </p:nvSpPr>
        <p:spPr>
          <a:xfrm>
            <a:off x="6645123" y="3513226"/>
            <a:ext cx="504056" cy="307777"/>
          </a:xfrm>
          <a:prstGeom prst="rect">
            <a:avLst/>
          </a:prstGeom>
          <a:noFill/>
        </p:spPr>
        <p:txBody>
          <a:bodyPr wrap="square" rtlCol="0">
            <a:spAutoFit/>
          </a:bodyPr>
          <a:lstStyle/>
          <a:p>
            <a:r>
              <a:rPr lang="en-US" altLang="zh-CN" sz="1400" dirty="0" smtClean="0"/>
              <a:t>2H</a:t>
            </a:r>
            <a:endParaRPr lang="zh-CN" altLang="en-US" sz="1400" dirty="0"/>
          </a:p>
        </p:txBody>
      </p:sp>
      <p:pic>
        <p:nvPicPr>
          <p:cNvPr id="6202" name="Picture 5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35506" y="281678"/>
            <a:ext cx="3676650" cy="2228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p:nvPr/>
        </p:nvSpPr>
        <p:spPr>
          <a:xfrm>
            <a:off x="-228600" y="45244"/>
            <a:ext cx="9601835" cy="577081"/>
          </a:xfrm>
          <a:prstGeom prst="rect">
            <a:avLst/>
          </a:prstGeom>
          <a:noFill/>
          <a:ln w="9525">
            <a:noFill/>
          </a:ln>
        </p:spPr>
        <p:txBody>
          <a:bodyPr wrap="square" anchor="t">
            <a:spAutoFit/>
          </a:bodyPr>
          <a:lstStyle/>
          <a:p>
            <a:pPr>
              <a:lnSpc>
                <a:spcPct val="150000"/>
              </a:lnSpc>
              <a:spcBef>
                <a:spcPct val="20000"/>
              </a:spcBef>
            </a:pPr>
            <a:r>
              <a:rPr lang="en-US" altLang="zh-CN" sz="2400" b="1" dirty="0">
                <a:solidFill>
                  <a:srgbClr val="C00000"/>
                </a:solidFill>
                <a:latin typeface="宋体" panose="02010600030101010101" pitchFamily="2" charset="-122"/>
                <a:ea typeface="宋体" panose="02010600030101010101" pitchFamily="2" charset="-122"/>
              </a:rPr>
              <a:t> </a:t>
            </a:r>
            <a:r>
              <a:rPr lang="en-US" altLang="zh-CN" sz="2400" b="1" dirty="0" smtClean="0">
                <a:solidFill>
                  <a:srgbClr val="C00000"/>
                </a:solidFill>
                <a:latin typeface="Times New Roman" panose="02020603050405020304" pitchFamily="18" charset="0"/>
                <a:ea typeface="微软雅黑" panose="020B0503020204020204" charset="-122"/>
                <a:cs typeface="Times New Roman" panose="02020603050405020304" pitchFamily="18" charset="0"/>
              </a:rPr>
              <a:t>1</a:t>
            </a:r>
            <a:r>
              <a:rPr lang="zh-CN" altLang="en-US" sz="2400" b="1" dirty="0" smtClean="0">
                <a:solidFill>
                  <a:srgbClr val="C00000"/>
                </a:solidFill>
                <a:latin typeface="Times New Roman" panose="02020603050405020304" pitchFamily="18" charset="0"/>
                <a:ea typeface="微软雅黑" panose="020B0503020204020204" charset="-122"/>
                <a:cs typeface="Times New Roman" panose="02020603050405020304" pitchFamily="18" charset="0"/>
              </a:rPr>
              <a:t>）推断分子式</a:t>
            </a:r>
            <a:r>
              <a:rPr lang="zh-CN" altLang="en-US" sz="2400" dirty="0" smtClean="0">
                <a:solidFill>
                  <a:srgbClr val="FF0066"/>
                </a:solidFill>
                <a:latin typeface="Times New Roman" panose="02020603050405020304" pitchFamily="18" charset="0"/>
                <a:ea typeface="微软雅黑" panose="020B0503020204020204" charset="-122"/>
                <a:cs typeface="Times New Roman" panose="02020603050405020304" pitchFamily="18" charset="0"/>
              </a:rPr>
              <a:t>                 </a:t>
            </a:r>
            <a:endParaRPr lang="en-US" altLang="zh-CN" sz="2400" baseline="-25000" dirty="0">
              <a:solidFill>
                <a:schemeClr val="tx1"/>
              </a:solidFill>
              <a:uFillTx/>
              <a:latin typeface="Times New Roman" panose="02020603050405020304" pitchFamily="18" charset="0"/>
              <a:ea typeface="微软雅黑" panose="020B0503020204020204" charset="-122"/>
              <a:cs typeface="Times New Roman" panose="02020603050405020304" pitchFamily="18" charset="0"/>
            </a:endParaRPr>
          </a:p>
        </p:txBody>
      </p:sp>
      <p:sp>
        <p:nvSpPr>
          <p:cNvPr id="33795" name="Rectangle 5"/>
          <p:cNvSpPr/>
          <p:nvPr/>
        </p:nvSpPr>
        <p:spPr>
          <a:xfrm>
            <a:off x="10162" y="3757789"/>
            <a:ext cx="7848600" cy="1052596"/>
          </a:xfrm>
          <a:prstGeom prst="rect">
            <a:avLst/>
          </a:prstGeom>
          <a:noFill/>
          <a:ln w="9525">
            <a:noFill/>
          </a:ln>
        </p:spPr>
        <p:txBody>
          <a:bodyPr anchor="t">
            <a:spAutoFit/>
          </a:bodyPr>
          <a:lstStyle/>
          <a:p>
            <a:pPr>
              <a:lnSpc>
                <a:spcPct val="130000"/>
              </a:lnSpc>
            </a:pPr>
            <a:r>
              <a:rPr lang="en-US" altLang="zh-CN" sz="2400" b="1" dirty="0" smtClean="0">
                <a:solidFill>
                  <a:srgbClr val="C00000"/>
                </a:solidFill>
                <a:latin typeface="宋体" panose="02010600030101010101" pitchFamily="2" charset="-122"/>
              </a:rPr>
              <a:t>2</a:t>
            </a:r>
            <a:r>
              <a:rPr lang="zh-CN" altLang="en-US" sz="2400" b="1" dirty="0" smtClean="0">
                <a:solidFill>
                  <a:srgbClr val="C00000"/>
                </a:solidFill>
                <a:latin typeface="宋体" panose="02010600030101010101" pitchFamily="2" charset="-122"/>
              </a:rPr>
              <a:t>）</a:t>
            </a:r>
            <a:r>
              <a:rPr lang="zh-CN" altLang="en-US" sz="2400" b="1" dirty="0" smtClean="0">
                <a:solidFill>
                  <a:srgbClr val="C00000"/>
                </a:solidFill>
                <a:latin typeface="微软雅黑" panose="020B0503020204020204" charset="-122"/>
                <a:ea typeface="微软雅黑" panose="020B0503020204020204" charset="-122"/>
                <a:cs typeface="微软雅黑" panose="020B0503020204020204" charset="-122"/>
              </a:rPr>
              <a:t>计算</a:t>
            </a:r>
            <a:r>
              <a:rPr lang="zh-CN" altLang="en-US" sz="2400" b="1" dirty="0">
                <a:solidFill>
                  <a:srgbClr val="C00000"/>
                </a:solidFill>
                <a:latin typeface="微软雅黑" panose="020B0503020204020204" charset="-122"/>
                <a:ea typeface="微软雅黑" panose="020B0503020204020204" charset="-122"/>
                <a:cs typeface="微软雅黑" panose="020B0503020204020204" charset="-122"/>
              </a:rPr>
              <a:t>不饱和度</a:t>
            </a:r>
          </a:p>
          <a:p>
            <a:pPr>
              <a:lnSpc>
                <a:spcPct val="130000"/>
              </a:lnSpc>
            </a:pPr>
            <a:r>
              <a:rPr lang="zh-CN" altLang="en-US" sz="2400" dirty="0">
                <a:solidFill>
                  <a:srgbClr val="FF3300"/>
                </a:solidFill>
                <a:latin typeface="微软雅黑" panose="020B0503020204020204" charset="-122"/>
                <a:ea typeface="微软雅黑" panose="020B0503020204020204" charset="-122"/>
                <a:cs typeface="微软雅黑" panose="020B0503020204020204" charset="-122"/>
              </a:rPr>
              <a:t>   </a:t>
            </a:r>
            <a:r>
              <a:rPr lang="zh-CN" altLang="en-US" sz="2400" dirty="0">
                <a:solidFill>
                  <a:schemeClr val="tx1"/>
                </a:solidFill>
                <a:latin typeface="微软雅黑" panose="020B0503020204020204" charset="-122"/>
                <a:ea typeface="微软雅黑" panose="020B0503020204020204" charset="-122"/>
                <a:cs typeface="微软雅黑" panose="020B0503020204020204" charset="-122"/>
              </a:rPr>
              <a:t> </a:t>
            </a:r>
            <a:r>
              <a:rPr lang="en-US" altLang="zh-CN" sz="2400" dirty="0">
                <a:solidFill>
                  <a:schemeClr val="tx1"/>
                </a:solidFill>
                <a:latin typeface="微软雅黑" panose="020B0503020204020204" charset="-122"/>
                <a:ea typeface="微软雅黑" panose="020B0503020204020204" charset="-122"/>
                <a:cs typeface="微软雅黑" panose="020B0503020204020204" charset="-122"/>
              </a:rPr>
              <a:t>f = 1+7-14/2 =1 (</a:t>
            </a:r>
            <a:r>
              <a:rPr lang="zh-CN" altLang="en-US" sz="2400" dirty="0">
                <a:solidFill>
                  <a:schemeClr val="tx1"/>
                </a:solidFill>
                <a:latin typeface="微软雅黑" panose="020B0503020204020204" charset="-122"/>
                <a:ea typeface="微软雅黑" panose="020B0503020204020204" charset="-122"/>
                <a:cs typeface="微软雅黑" panose="020B0503020204020204" charset="-122"/>
              </a:rPr>
              <a:t>结合上述信息为：</a:t>
            </a:r>
            <a:r>
              <a:rPr lang="en-US" altLang="zh-CN" sz="2400" dirty="0">
                <a:solidFill>
                  <a:schemeClr val="tx1"/>
                </a:solidFill>
                <a:latin typeface="微软雅黑" panose="020B0503020204020204" charset="-122"/>
                <a:ea typeface="微软雅黑" panose="020B0503020204020204" charset="-122"/>
                <a:cs typeface="微软雅黑" panose="020B0503020204020204" charset="-122"/>
              </a:rPr>
              <a:t>C=O)</a:t>
            </a:r>
          </a:p>
        </p:txBody>
      </p:sp>
      <p:sp>
        <p:nvSpPr>
          <p:cNvPr id="2" name="文本框 1"/>
          <p:cNvSpPr txBox="1"/>
          <p:nvPr/>
        </p:nvSpPr>
        <p:spPr>
          <a:xfrm>
            <a:off x="89601" y="1059582"/>
            <a:ext cx="7491095" cy="646331"/>
          </a:xfrm>
          <a:prstGeom prst="rect">
            <a:avLst/>
          </a:prstGeom>
          <a:noFill/>
        </p:spPr>
        <p:txBody>
          <a:bodyPr wrap="square" rtlCol="0" anchor="t">
            <a:spAutoFit/>
          </a:bodyPr>
          <a:lstStyle/>
          <a:p>
            <a:pPr algn="l">
              <a:lnSpc>
                <a:spcPct val="150000"/>
              </a:lnSpc>
              <a:spcBef>
                <a:spcPct val="20000"/>
              </a:spcBef>
            </a:pPr>
            <a:r>
              <a:rPr lang="en-US" altLang="zh-CN" sz="2400" b="1" dirty="0">
                <a:solidFill>
                  <a:srgbClr val="0070C0"/>
                </a:solidFill>
                <a:latin typeface="Times New Roman" panose="02020603050405020304" pitchFamily="18" charset="0"/>
                <a:ea typeface="微软雅黑" panose="020B0503020204020204" charset="-122"/>
                <a:cs typeface="Times New Roman" panose="02020603050405020304" pitchFamily="18" charset="0"/>
                <a:sym typeface="+mn-ea"/>
              </a:rPr>
              <a:t>IR:</a:t>
            </a:r>
            <a:r>
              <a:rPr lang="en-US" altLang="zh-CN" sz="2400" dirty="0">
                <a:solidFill>
                  <a:srgbClr val="000099"/>
                </a:solidFill>
                <a:latin typeface="Times New Roman" panose="02020603050405020304" pitchFamily="18" charset="0"/>
                <a:ea typeface="微软雅黑" panose="020B0503020204020204" charset="-122"/>
                <a:cs typeface="Times New Roman" panose="02020603050405020304" pitchFamily="18" charset="0"/>
                <a:sym typeface="+mn-ea"/>
              </a:rPr>
              <a:t> </a:t>
            </a:r>
            <a:r>
              <a:rPr lang="en-US" altLang="zh-CN" sz="2400" dirty="0" smtClean="0">
                <a:latin typeface="Times New Roman" panose="02020603050405020304" pitchFamily="18" charset="0"/>
                <a:ea typeface="微软雅黑" panose="020B0503020204020204" charset="-122"/>
                <a:cs typeface="Times New Roman" panose="02020603050405020304" pitchFamily="18" charset="0"/>
                <a:sym typeface="+mn-ea"/>
              </a:rPr>
              <a:t>1710cm</a:t>
            </a:r>
            <a:r>
              <a:rPr lang="en-US" altLang="zh-CN" sz="2400" baseline="30000" dirty="0" smtClean="0">
                <a:latin typeface="Times New Roman" panose="02020603050405020304" pitchFamily="18" charset="0"/>
                <a:ea typeface="微软雅黑" panose="020B0503020204020204" charset="-122"/>
                <a:cs typeface="Times New Roman" panose="02020603050405020304" pitchFamily="18" charset="0"/>
                <a:sym typeface="+mn-ea"/>
              </a:rPr>
              <a:t>-1</a:t>
            </a:r>
            <a:r>
              <a:rPr lang="en-US" altLang="zh-CN" sz="2400" dirty="0" smtClean="0">
                <a:latin typeface="Times New Roman" panose="02020603050405020304" pitchFamily="18" charset="0"/>
                <a:ea typeface="微软雅黑" panose="020B0503020204020204" charset="-122"/>
                <a:cs typeface="Times New Roman" panose="02020603050405020304" pitchFamily="18" charset="0"/>
                <a:sym typeface="+mn-ea"/>
              </a:rPr>
              <a:t>(s</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400" baseline="30000" dirty="0">
                <a:latin typeface="Times New Roman" panose="02020603050405020304" pitchFamily="18" charset="0"/>
                <a:ea typeface="微软雅黑" panose="020B0503020204020204" charset="-122"/>
                <a:cs typeface="Times New Roman" panose="02020603050405020304" pitchFamily="18" charset="0"/>
                <a:sym typeface="+mn-ea"/>
              </a:rPr>
              <a:t> </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  </a:t>
            </a:r>
            <a:r>
              <a:rPr lang="en-US" altLang="zh-CN" sz="2400" baseline="30000" dirty="0">
                <a:latin typeface="Times New Roman" panose="02020603050405020304" pitchFamily="18" charset="0"/>
                <a:ea typeface="微软雅黑" panose="020B0503020204020204" charset="-122"/>
                <a:cs typeface="Times New Roman" panose="02020603050405020304" pitchFamily="18" charset="0"/>
                <a:sym typeface="+mn-ea"/>
              </a:rPr>
              <a:t>13</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C NMR: </a:t>
            </a:r>
            <a:r>
              <a:rPr lang="en-US" altLang="zh-CN" sz="2400" i="1" dirty="0">
                <a:latin typeface="Times New Roman" panose="02020603050405020304" pitchFamily="18" charset="0"/>
                <a:ea typeface="微软雅黑" panose="020B0503020204020204" charset="-122"/>
                <a:cs typeface="Times New Roman" panose="02020603050405020304" pitchFamily="18" charset="0"/>
                <a:sym typeface="+mn-ea"/>
              </a:rPr>
              <a:t>δ=204</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    </a:t>
            </a:r>
            <a:r>
              <a:rPr lang="en-US" altLang="zh-CN" sz="2400" dirty="0" smtClean="0">
                <a:latin typeface="Times New Roman" panose="02020603050405020304" pitchFamily="18" charset="0"/>
                <a:ea typeface="微软雅黑" panose="020B0503020204020204" charset="-122"/>
                <a:cs typeface="Times New Roman" panose="02020603050405020304" pitchFamily="18" charset="0"/>
                <a:sym typeface="+mn-ea"/>
              </a:rPr>
              <a:t>C=O  </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n</a:t>
            </a:r>
            <a:r>
              <a:rPr lang="en-US" altLang="zh-CN" sz="2400" baseline="-25000" dirty="0">
                <a:latin typeface="Times New Roman" panose="02020603050405020304" pitchFamily="18" charset="0"/>
                <a:ea typeface="微软雅黑" panose="020B0503020204020204" charset="-122"/>
                <a:cs typeface="Times New Roman" panose="02020603050405020304" pitchFamily="18" charset="0"/>
                <a:sym typeface="+mn-ea"/>
              </a:rPr>
              <a:t>O</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≥1</a:t>
            </a:r>
            <a:r>
              <a:rPr lang="en-US" altLang="zh-CN" sz="2400" dirty="0">
                <a:solidFill>
                  <a:srgbClr val="000099"/>
                </a:solidFill>
                <a:latin typeface="Times New Roman" panose="02020603050405020304" pitchFamily="18" charset="0"/>
                <a:ea typeface="微软雅黑" panose="020B0503020204020204" charset="-122"/>
                <a:cs typeface="Times New Roman" panose="02020603050405020304" pitchFamily="18" charset="0"/>
                <a:sym typeface="+mn-ea"/>
              </a:rPr>
              <a:t>   </a:t>
            </a:r>
            <a:endParaRPr lang="zh-CN" altLang="en-US" dirty="0"/>
          </a:p>
        </p:txBody>
      </p:sp>
      <p:sp>
        <p:nvSpPr>
          <p:cNvPr id="3" name="文本框 2"/>
          <p:cNvSpPr txBox="1"/>
          <p:nvPr/>
        </p:nvSpPr>
        <p:spPr>
          <a:xfrm>
            <a:off x="0" y="1578204"/>
            <a:ext cx="8983657" cy="646331"/>
          </a:xfrm>
          <a:prstGeom prst="rect">
            <a:avLst/>
          </a:prstGeom>
          <a:noFill/>
        </p:spPr>
        <p:txBody>
          <a:bodyPr wrap="square" rtlCol="0" anchor="t">
            <a:spAutoFit/>
          </a:bodyPr>
          <a:lstStyle/>
          <a:p>
            <a:pPr algn="l">
              <a:lnSpc>
                <a:spcPct val="150000"/>
              </a:lnSpc>
              <a:spcBef>
                <a:spcPct val="20000"/>
              </a:spcBef>
            </a:pPr>
            <a:r>
              <a:rPr lang="en-US" altLang="zh-CN" sz="2400" b="1" baseline="30000" dirty="0">
                <a:solidFill>
                  <a:srgbClr val="0070C0"/>
                </a:solidFill>
                <a:latin typeface="Times New Roman" panose="02020603050405020304" pitchFamily="18" charset="0"/>
                <a:ea typeface="微软雅黑" panose="020B0503020204020204" charset="-122"/>
                <a:cs typeface="Times New Roman" panose="02020603050405020304" pitchFamily="18" charset="0"/>
                <a:sym typeface="+mn-ea"/>
              </a:rPr>
              <a:t>1</a:t>
            </a:r>
            <a:r>
              <a:rPr lang="en-US" altLang="zh-CN" sz="2400" b="1" dirty="0">
                <a:solidFill>
                  <a:srgbClr val="0070C0"/>
                </a:solidFill>
                <a:latin typeface="Times New Roman" panose="02020603050405020304" pitchFamily="18" charset="0"/>
                <a:ea typeface="微软雅黑" panose="020B0503020204020204" charset="-122"/>
                <a:cs typeface="Times New Roman" panose="02020603050405020304" pitchFamily="18" charset="0"/>
                <a:sym typeface="+mn-ea"/>
              </a:rPr>
              <a:t>H NMR: </a:t>
            </a:r>
            <a:r>
              <a:rPr lang="zh-CN" altLang="en-US" sz="2400" dirty="0">
                <a:latin typeface="Times New Roman" panose="02020603050405020304" pitchFamily="18" charset="0"/>
                <a:ea typeface="微软雅黑" panose="020B0503020204020204" charset="-122"/>
                <a:cs typeface="Times New Roman" panose="02020603050405020304" pitchFamily="18" charset="0"/>
                <a:sym typeface="+mn-ea"/>
              </a:rPr>
              <a:t>积分比例（高场到低场）：</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6:3:2:3   n</a:t>
            </a:r>
            <a:r>
              <a:rPr lang="en-US" altLang="zh-CN" sz="2400" baseline="-25000" dirty="0">
                <a:latin typeface="Times New Roman" panose="02020603050405020304" pitchFamily="18" charset="0"/>
                <a:ea typeface="微软雅黑" panose="020B0503020204020204" charset="-122"/>
                <a:cs typeface="Times New Roman" panose="02020603050405020304" pitchFamily="18" charset="0"/>
                <a:sym typeface="+mn-ea"/>
              </a:rPr>
              <a:t>H</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=14</a:t>
            </a:r>
            <a:r>
              <a:rPr lang="zh-CN" altLang="en-US" sz="2400" dirty="0">
                <a:latin typeface="Times New Roman" panose="02020603050405020304" pitchFamily="18" charset="0"/>
                <a:ea typeface="微软雅黑" panose="020B0503020204020204" charset="-122"/>
                <a:cs typeface="Times New Roman" panose="02020603050405020304" pitchFamily="18" charset="0"/>
                <a:sym typeface="+mn-ea"/>
              </a:rPr>
              <a:t>或</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14</a:t>
            </a:r>
            <a:r>
              <a:rPr lang="zh-CN" altLang="en-US" sz="2400" dirty="0">
                <a:latin typeface="Times New Roman" panose="02020603050405020304" pitchFamily="18" charset="0"/>
                <a:ea typeface="微软雅黑" panose="020B0503020204020204" charset="-122"/>
                <a:cs typeface="Times New Roman" panose="02020603050405020304" pitchFamily="18" charset="0"/>
                <a:sym typeface="+mn-ea"/>
              </a:rPr>
              <a:t>的整数</a:t>
            </a:r>
            <a:r>
              <a:rPr lang="zh-CN" altLang="en-US" sz="2400" dirty="0" smtClean="0">
                <a:latin typeface="Times New Roman" panose="02020603050405020304" pitchFamily="18" charset="0"/>
                <a:ea typeface="微软雅黑" panose="020B0503020204020204" charset="-122"/>
                <a:cs typeface="Times New Roman" panose="02020603050405020304" pitchFamily="18" charset="0"/>
                <a:sym typeface="+mn-ea"/>
              </a:rPr>
              <a:t>倍</a:t>
            </a:r>
            <a:endParaRPr lang="en-US" altLang="zh-CN" sz="2400" dirty="0">
              <a:solidFill>
                <a:schemeClr val="tx1"/>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4" name="文本框 3"/>
          <p:cNvSpPr txBox="1"/>
          <p:nvPr/>
        </p:nvSpPr>
        <p:spPr>
          <a:xfrm>
            <a:off x="539551" y="2814155"/>
            <a:ext cx="8444105" cy="904863"/>
          </a:xfrm>
          <a:prstGeom prst="rect">
            <a:avLst/>
          </a:prstGeom>
          <a:noFill/>
        </p:spPr>
        <p:txBody>
          <a:bodyPr wrap="square" rtlCol="0" anchor="t">
            <a:spAutoFit/>
          </a:bodyPr>
          <a:lstStyle/>
          <a:p>
            <a:pPr algn="l">
              <a:spcBef>
                <a:spcPct val="20000"/>
              </a:spcBef>
            </a:pP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 C7H14O   130-12×7-14-16 = 16 (</a:t>
            </a:r>
            <a:r>
              <a:rPr lang="zh-CN" altLang="en-US" sz="2400" dirty="0">
                <a:latin typeface="Times New Roman" panose="02020603050405020304" pitchFamily="18" charset="0"/>
                <a:ea typeface="微软雅黑" panose="020B0503020204020204" charset="-122"/>
                <a:cs typeface="Times New Roman" panose="02020603050405020304" pitchFamily="18" charset="0"/>
                <a:sym typeface="+mn-ea"/>
              </a:rPr>
              <a:t>一个</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O)</a:t>
            </a:r>
            <a:endParaRPr lang="en-US" altLang="zh-CN" sz="2400" dirty="0">
              <a:solidFill>
                <a:schemeClr val="tx1"/>
              </a:solidFill>
              <a:latin typeface="Times New Roman" panose="02020603050405020304" pitchFamily="18" charset="0"/>
              <a:ea typeface="微软雅黑" panose="020B0503020204020204" charset="-122"/>
              <a:cs typeface="Times New Roman" panose="02020603050405020304" pitchFamily="18" charset="0"/>
            </a:endParaRPr>
          </a:p>
          <a:p>
            <a:pPr algn="l">
              <a:spcBef>
                <a:spcPct val="20000"/>
              </a:spcBef>
            </a:pP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   </a:t>
            </a:r>
            <a:r>
              <a:rPr lang="zh-CN" altLang="en-US" sz="2400" dirty="0">
                <a:latin typeface="Times New Roman" panose="02020603050405020304" pitchFamily="18" charset="0"/>
                <a:ea typeface="微软雅黑" panose="020B0503020204020204" charset="-122"/>
                <a:cs typeface="Times New Roman" panose="02020603050405020304" pitchFamily="18" charset="0"/>
                <a:sym typeface="+mn-ea"/>
              </a:rPr>
              <a:t>分子式为：</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C</a:t>
            </a:r>
            <a:r>
              <a:rPr lang="en-US" altLang="zh-CN" sz="2400" baseline="-25000" dirty="0">
                <a:uFillTx/>
                <a:latin typeface="Times New Roman" panose="02020603050405020304" pitchFamily="18" charset="0"/>
                <a:ea typeface="微软雅黑" panose="020B0503020204020204" charset="-122"/>
                <a:cs typeface="Times New Roman" panose="02020603050405020304" pitchFamily="18" charset="0"/>
                <a:sym typeface="+mn-ea"/>
              </a:rPr>
              <a:t>7</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H</a:t>
            </a:r>
            <a:r>
              <a:rPr lang="en-US" altLang="zh-CN" sz="2400" baseline="-25000" dirty="0">
                <a:uFillTx/>
                <a:latin typeface="Times New Roman" panose="02020603050405020304" pitchFamily="18" charset="0"/>
                <a:ea typeface="微软雅黑" panose="020B0503020204020204" charset="-122"/>
                <a:cs typeface="Times New Roman" panose="02020603050405020304" pitchFamily="18" charset="0"/>
                <a:sym typeface="+mn-ea"/>
              </a:rPr>
              <a:t>14</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O</a:t>
            </a:r>
            <a:r>
              <a:rPr lang="en-US" sz="2400" baseline="-25000" dirty="0">
                <a:uFillTx/>
                <a:latin typeface="Times New Roman" panose="02020603050405020304" pitchFamily="18" charset="0"/>
                <a:ea typeface="微软雅黑" panose="020B0503020204020204" charset="-122"/>
                <a:cs typeface="Times New Roman" panose="02020603050405020304" pitchFamily="18" charset="0"/>
                <a:sym typeface="+mn-ea"/>
              </a:rPr>
              <a:t>2</a:t>
            </a:r>
            <a:endParaRPr lang="en-US" dirty="0"/>
          </a:p>
        </p:txBody>
      </p:sp>
      <p:sp>
        <p:nvSpPr>
          <p:cNvPr id="5" name="矩形 4"/>
          <p:cNvSpPr/>
          <p:nvPr/>
        </p:nvSpPr>
        <p:spPr>
          <a:xfrm>
            <a:off x="73777" y="602966"/>
            <a:ext cx="6166507" cy="646331"/>
          </a:xfrm>
          <a:prstGeom prst="rect">
            <a:avLst/>
          </a:prstGeom>
        </p:spPr>
        <p:txBody>
          <a:bodyPr wrap="square">
            <a:spAutoFit/>
          </a:bodyPr>
          <a:lstStyle/>
          <a:p>
            <a:pPr lvl="0">
              <a:lnSpc>
                <a:spcPct val="150000"/>
              </a:lnSpc>
              <a:spcBef>
                <a:spcPct val="20000"/>
              </a:spcBef>
            </a:pPr>
            <a:r>
              <a:rPr lang="en-US" altLang="zh-CN" sz="2400" b="1" dirty="0">
                <a:solidFill>
                  <a:srgbClr val="0070C0"/>
                </a:solidFill>
                <a:latin typeface="Times New Roman" panose="02020603050405020304" pitchFamily="18" charset="0"/>
                <a:ea typeface="微软雅黑" panose="020B0503020204020204" charset="-122"/>
                <a:cs typeface="Times New Roman" panose="02020603050405020304" pitchFamily="18" charset="0"/>
              </a:rPr>
              <a:t>MS</a:t>
            </a:r>
            <a:r>
              <a:rPr lang="zh-CN" altLang="en-US" sz="2400" b="1" dirty="0">
                <a:solidFill>
                  <a:srgbClr val="0070C0"/>
                </a:solidFill>
                <a:latin typeface="Times New Roman" panose="02020603050405020304" pitchFamily="18" charset="0"/>
                <a:ea typeface="微软雅黑" panose="020B0503020204020204" charset="-122"/>
                <a:cs typeface="Times New Roman" panose="02020603050405020304" pitchFamily="18" charset="0"/>
              </a:rPr>
              <a:t>：</a:t>
            </a:r>
            <a:r>
              <a:rPr lang="en-US" altLang="zh-CN" sz="2400" dirty="0">
                <a:solidFill>
                  <a:prstClr val="black"/>
                </a:solidFill>
                <a:latin typeface="Times New Roman" panose="02020603050405020304" pitchFamily="18" charset="0"/>
                <a:ea typeface="微软雅黑" panose="020B0503020204020204" charset="-122"/>
                <a:cs typeface="Times New Roman" panose="02020603050405020304" pitchFamily="18" charset="0"/>
              </a:rPr>
              <a:t>M = 130</a:t>
            </a:r>
            <a:r>
              <a:rPr lang="zh-CN" altLang="en-US" sz="2400" dirty="0">
                <a:solidFill>
                  <a:prstClr val="black"/>
                </a:solidFill>
                <a:latin typeface="Times New Roman" panose="02020603050405020304" pitchFamily="18" charset="0"/>
                <a:ea typeface="微软雅黑" panose="020B0503020204020204" charset="-122"/>
                <a:cs typeface="Times New Roman" panose="02020603050405020304" pitchFamily="18" charset="0"/>
              </a:rPr>
              <a:t>，</a:t>
            </a:r>
            <a:r>
              <a:rPr lang="en-US" altLang="zh-CN" sz="2400" dirty="0" err="1">
                <a:solidFill>
                  <a:prstClr val="black"/>
                </a:solidFill>
                <a:latin typeface="Times New Roman" panose="02020603050405020304" pitchFamily="18" charset="0"/>
                <a:ea typeface="微软雅黑" panose="020B0503020204020204" charset="-122"/>
                <a:cs typeface="Times New Roman" panose="02020603050405020304" pitchFamily="18" charset="0"/>
              </a:rPr>
              <a:t>n</a:t>
            </a:r>
            <a:r>
              <a:rPr lang="en-US" altLang="zh-CN" sz="2400" baseline="-25000" dirty="0" err="1">
                <a:solidFill>
                  <a:prstClr val="black"/>
                </a:solidFill>
                <a:latin typeface="Times New Roman" panose="02020603050405020304" pitchFamily="18" charset="0"/>
                <a:ea typeface="微软雅黑" panose="020B0503020204020204" charset="-122"/>
                <a:cs typeface="Times New Roman" panose="02020603050405020304" pitchFamily="18" charset="0"/>
              </a:rPr>
              <a:t>N</a:t>
            </a:r>
            <a:r>
              <a:rPr lang="en-US" altLang="zh-CN" sz="2400" baseline="-25000" dirty="0">
                <a:solidFill>
                  <a:prstClr val="black"/>
                </a:solidFill>
                <a:latin typeface="Times New Roman" panose="02020603050405020304" pitchFamily="18" charset="0"/>
                <a:ea typeface="微软雅黑" panose="020B0503020204020204" charset="-122"/>
                <a:cs typeface="Times New Roman" panose="02020603050405020304" pitchFamily="18" charset="0"/>
              </a:rPr>
              <a:t> </a:t>
            </a:r>
            <a:r>
              <a:rPr lang="en-US" altLang="zh-CN" sz="2400" dirty="0">
                <a:solidFill>
                  <a:prstClr val="black"/>
                </a:solidFill>
                <a:latin typeface="Times New Roman" panose="02020603050405020304" pitchFamily="18" charset="0"/>
                <a:ea typeface="微软雅黑" panose="020B0503020204020204" charset="-122"/>
                <a:cs typeface="Times New Roman" panose="02020603050405020304" pitchFamily="18" charset="0"/>
              </a:rPr>
              <a:t>= 0</a:t>
            </a:r>
            <a:r>
              <a:rPr lang="zh-CN" altLang="en-US" sz="2400" dirty="0">
                <a:solidFill>
                  <a:prstClr val="black"/>
                </a:solidFill>
                <a:latin typeface="Times New Roman" panose="02020603050405020304" pitchFamily="18" charset="0"/>
                <a:ea typeface="微软雅黑" panose="020B0503020204020204" charset="-122"/>
                <a:cs typeface="Times New Roman" panose="02020603050405020304" pitchFamily="18" charset="0"/>
              </a:rPr>
              <a:t>或为偶数，</a:t>
            </a:r>
            <a:endParaRPr lang="en-US" altLang="zh-CN" sz="2400" baseline="-25000" dirty="0">
              <a:solidFill>
                <a:prstClr val="black"/>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6" name="矩形 5"/>
          <p:cNvSpPr/>
          <p:nvPr/>
        </p:nvSpPr>
        <p:spPr>
          <a:xfrm>
            <a:off x="10162" y="2213201"/>
            <a:ext cx="7812360" cy="646331"/>
          </a:xfrm>
          <a:prstGeom prst="rect">
            <a:avLst/>
          </a:prstGeom>
        </p:spPr>
        <p:txBody>
          <a:bodyPr wrap="square">
            <a:spAutoFit/>
          </a:bodyPr>
          <a:lstStyle/>
          <a:p>
            <a:pPr lvl="0">
              <a:lnSpc>
                <a:spcPct val="150000"/>
              </a:lnSpc>
              <a:spcBef>
                <a:spcPct val="20000"/>
              </a:spcBef>
            </a:pPr>
            <a:r>
              <a:rPr lang="en-US" altLang="zh-CN" sz="2400" b="1" baseline="30000" dirty="0">
                <a:solidFill>
                  <a:srgbClr val="0070C0"/>
                </a:solidFill>
                <a:latin typeface="Times New Roman" panose="02020603050405020304" pitchFamily="18" charset="0"/>
                <a:ea typeface="微软雅黑" panose="020B0503020204020204" charset="-122"/>
                <a:cs typeface="Times New Roman" panose="02020603050405020304" pitchFamily="18" charset="0"/>
                <a:sym typeface="+mn-ea"/>
              </a:rPr>
              <a:t>13</a:t>
            </a:r>
            <a:r>
              <a:rPr lang="en-US" altLang="zh-CN" sz="2400" b="1" dirty="0">
                <a:solidFill>
                  <a:srgbClr val="0070C0"/>
                </a:solidFill>
                <a:latin typeface="Times New Roman" panose="02020603050405020304" pitchFamily="18" charset="0"/>
                <a:ea typeface="微软雅黑" panose="020B0503020204020204" charset="-122"/>
                <a:cs typeface="Times New Roman" panose="02020603050405020304" pitchFamily="18" charset="0"/>
                <a:sym typeface="+mn-ea"/>
              </a:rPr>
              <a:t>C NMR:  </a:t>
            </a:r>
            <a:r>
              <a:rPr lang="en-US" altLang="zh-CN" sz="2400" dirty="0">
                <a:solidFill>
                  <a:prstClr val="black"/>
                </a:solidFill>
                <a:latin typeface="Times New Roman" panose="02020603050405020304" pitchFamily="18" charset="0"/>
                <a:ea typeface="微软雅黑" panose="020B0503020204020204" charset="-122"/>
                <a:cs typeface="Times New Roman" panose="02020603050405020304" pitchFamily="18" charset="0"/>
                <a:sym typeface="+mn-ea"/>
              </a:rPr>
              <a:t>6</a:t>
            </a:r>
            <a:r>
              <a:rPr lang="zh-CN" altLang="en-US" sz="2400" dirty="0">
                <a:solidFill>
                  <a:prstClr val="black"/>
                </a:solidFill>
                <a:latin typeface="Times New Roman" panose="02020603050405020304" pitchFamily="18" charset="0"/>
                <a:ea typeface="微软雅黑" panose="020B0503020204020204" charset="-122"/>
                <a:cs typeface="Times New Roman" panose="02020603050405020304" pitchFamily="18" charset="0"/>
                <a:sym typeface="+mn-ea"/>
              </a:rPr>
              <a:t>条谱线，但由于存在对称性   </a:t>
            </a:r>
            <a:r>
              <a:rPr lang="en-US" altLang="zh-CN" sz="2400" dirty="0">
                <a:solidFill>
                  <a:prstClr val="black"/>
                </a:solidFill>
                <a:latin typeface="Times New Roman" panose="02020603050405020304" pitchFamily="18" charset="0"/>
                <a:ea typeface="微软雅黑" panose="020B0503020204020204" charset="-122"/>
                <a:cs typeface="Times New Roman" panose="02020603050405020304" pitchFamily="18" charset="0"/>
                <a:sym typeface="+mn-ea"/>
              </a:rPr>
              <a:t>n</a:t>
            </a:r>
            <a:r>
              <a:rPr lang="en-US" altLang="zh-CN" sz="2400" baseline="-25000" dirty="0">
                <a:solidFill>
                  <a:prstClr val="black"/>
                </a:solidFill>
                <a:latin typeface="Times New Roman" panose="02020603050405020304" pitchFamily="18" charset="0"/>
                <a:ea typeface="微软雅黑" panose="020B0503020204020204" charset="-122"/>
                <a:cs typeface="Times New Roman" panose="02020603050405020304" pitchFamily="18" charset="0"/>
                <a:sym typeface="+mn-ea"/>
              </a:rPr>
              <a:t>C</a:t>
            </a:r>
            <a:r>
              <a:rPr lang="en-US" altLang="zh-CN" sz="2400" dirty="0">
                <a:solidFill>
                  <a:prstClr val="black"/>
                </a:solidFill>
                <a:latin typeface="Times New Roman" panose="02020603050405020304" pitchFamily="18" charset="0"/>
                <a:ea typeface="微软雅黑" panose="020B0503020204020204" charset="-122"/>
                <a:cs typeface="Times New Roman" panose="02020603050405020304" pitchFamily="18" charset="0"/>
                <a:sym typeface="+mn-ea"/>
              </a:rPr>
              <a:t>≥7   </a:t>
            </a:r>
            <a:endParaRPr lang="zh-CN" altLang="en-US" dirty="0">
              <a:solidFill>
                <a:prstClr val="black"/>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2" nodeType="clickEffect">
                                  <p:stCondLst>
                                    <p:cond delay="0"/>
                                  </p:stCondLst>
                                  <p:childTnLst>
                                    <p:set>
                                      <p:cBhvr>
                                        <p:cTn id="6" dur="1" fill="hold">
                                          <p:stCondLst>
                                            <p:cond delay="0"/>
                                          </p:stCondLst>
                                        </p:cTn>
                                        <p:tgtEl>
                                          <p:spTgt spid="337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1"/>
      <p:bldP spid="33795" grpId="2"/>
      <p:bldP spid="2" grpId="1"/>
      <p:bldP spid="3" grpId="1"/>
      <p:bldP spid="4" grpId="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3" name="Picture 2"/>
          <p:cNvPicPr>
            <a:picLocks noGrp="1" noChangeAspect="1"/>
          </p:cNvPicPr>
          <p:nvPr>
            <p:ph sz="half" idx="1"/>
          </p:nvPr>
        </p:nvPicPr>
        <p:blipFill>
          <a:blip r:embed="rId4"/>
          <a:stretch>
            <a:fillRect/>
          </a:stretch>
        </p:blipFill>
        <p:spPr>
          <a:xfrm>
            <a:off x="539552" y="2787775"/>
            <a:ext cx="3810000" cy="2053438"/>
          </a:xfrm>
        </p:spPr>
      </p:pic>
      <p:graphicFrame>
        <p:nvGraphicFramePr>
          <p:cNvPr id="37890" name="Object 9"/>
          <p:cNvGraphicFramePr>
            <a:graphicFrameLocks noGrp="1" noChangeAspect="1"/>
          </p:cNvGraphicFramePr>
          <p:nvPr>
            <p:ph sz="quarter" idx="2"/>
            <p:extLst>
              <p:ext uri="{D42A27DB-BD31-4B8C-83A1-F6EECF244321}">
                <p14:modId xmlns:p14="http://schemas.microsoft.com/office/powerpoint/2010/main" val="3678614998"/>
              </p:ext>
            </p:extLst>
          </p:nvPr>
        </p:nvGraphicFramePr>
        <p:xfrm>
          <a:off x="792379" y="305664"/>
          <a:ext cx="3954462" cy="2303462"/>
        </p:xfrm>
        <a:graphic>
          <a:graphicData uri="http://schemas.openxmlformats.org/presentationml/2006/ole">
            <mc:AlternateContent xmlns:mc="http://schemas.openxmlformats.org/markup-compatibility/2006">
              <mc:Choice xmlns:v="urn:schemas-microsoft-com:vml" Requires="v">
                <p:oleObj spid="_x0000_s10288" r:id="rId5" imgW="4474845" imgH="2606040" progId="图像.文件">
                  <p:embed/>
                </p:oleObj>
              </mc:Choice>
              <mc:Fallback>
                <p:oleObj r:id="rId5" imgW="4474845" imgH="2606040" progId="图像.文件">
                  <p:embed/>
                  <p:pic>
                    <p:nvPicPr>
                      <p:cNvPr id="0" name=""/>
                      <p:cNvPicPr/>
                      <p:nvPr/>
                    </p:nvPicPr>
                    <p:blipFill>
                      <a:blip r:embed="rId6"/>
                      <a:stretch>
                        <a:fillRect/>
                      </a:stretch>
                    </p:blipFill>
                    <p:spPr>
                      <a:xfrm>
                        <a:off x="792379" y="305664"/>
                        <a:ext cx="3954462" cy="2303462"/>
                      </a:xfrm>
                      <a:prstGeom prst="rect">
                        <a:avLst/>
                      </a:prstGeom>
                      <a:noFill/>
                      <a:ln w="38100">
                        <a:miter/>
                      </a:ln>
                    </p:spPr>
                  </p:pic>
                </p:oleObj>
              </mc:Fallback>
            </mc:AlternateContent>
          </a:graphicData>
        </a:graphic>
      </p:graphicFrame>
      <p:pic>
        <p:nvPicPr>
          <p:cNvPr id="37891" name="Picture 10"/>
          <p:cNvPicPr>
            <a:picLocks noChangeAspect="1"/>
          </p:cNvPicPr>
          <p:nvPr/>
        </p:nvPicPr>
        <p:blipFill>
          <a:blip r:embed="rId7"/>
          <a:stretch>
            <a:fillRect/>
          </a:stretch>
        </p:blipFill>
        <p:spPr>
          <a:xfrm>
            <a:off x="4953643" y="60173"/>
            <a:ext cx="3823970" cy="2303621"/>
          </a:xfrm>
          <a:prstGeom prst="rect">
            <a:avLst/>
          </a:prstGeom>
          <a:noFill/>
          <a:ln w="9525">
            <a:noFill/>
          </a:ln>
        </p:spPr>
      </p:pic>
      <p:pic>
        <p:nvPicPr>
          <p:cNvPr id="37892" name="Picture 6"/>
          <p:cNvPicPr>
            <a:picLocks noChangeAspect="1"/>
          </p:cNvPicPr>
          <p:nvPr/>
        </p:nvPicPr>
        <p:blipFill>
          <a:blip r:embed="rId8"/>
          <a:stretch>
            <a:fillRect/>
          </a:stretch>
        </p:blipFill>
        <p:spPr>
          <a:xfrm>
            <a:off x="5148064" y="2363794"/>
            <a:ext cx="3845573" cy="2291234"/>
          </a:xfrm>
          <a:prstGeom prst="rect">
            <a:avLst/>
          </a:prstGeom>
          <a:noFill/>
          <a:ln w="9525">
            <a:noFill/>
          </a:ln>
        </p:spPr>
      </p:pic>
      <p:sp>
        <p:nvSpPr>
          <p:cNvPr id="7" name="TextBox 6"/>
          <p:cNvSpPr txBox="1"/>
          <p:nvPr/>
        </p:nvSpPr>
        <p:spPr>
          <a:xfrm>
            <a:off x="7884368" y="3497776"/>
            <a:ext cx="504056" cy="307777"/>
          </a:xfrm>
          <a:prstGeom prst="rect">
            <a:avLst/>
          </a:prstGeom>
          <a:noFill/>
        </p:spPr>
        <p:txBody>
          <a:bodyPr wrap="square" rtlCol="0">
            <a:spAutoFit/>
          </a:bodyPr>
          <a:lstStyle/>
          <a:p>
            <a:r>
              <a:rPr lang="en-US" altLang="zh-CN" sz="1400" dirty="0" smtClean="0"/>
              <a:t>6H</a:t>
            </a:r>
            <a:endParaRPr lang="zh-CN" altLang="en-US" sz="1400" dirty="0"/>
          </a:p>
        </p:txBody>
      </p:sp>
      <p:sp>
        <p:nvSpPr>
          <p:cNvPr id="10" name="TextBox 9"/>
          <p:cNvSpPr txBox="1"/>
          <p:nvPr/>
        </p:nvSpPr>
        <p:spPr>
          <a:xfrm>
            <a:off x="6012160" y="3805553"/>
            <a:ext cx="504056" cy="307777"/>
          </a:xfrm>
          <a:prstGeom prst="rect">
            <a:avLst/>
          </a:prstGeom>
          <a:noFill/>
        </p:spPr>
        <p:txBody>
          <a:bodyPr wrap="square" rtlCol="0">
            <a:spAutoFit/>
          </a:bodyPr>
          <a:lstStyle/>
          <a:p>
            <a:r>
              <a:rPr lang="en-US" altLang="zh-CN" sz="1400" dirty="0" smtClean="0"/>
              <a:t>3H</a:t>
            </a:r>
            <a:endParaRPr lang="zh-CN" altLang="en-US" sz="1400" dirty="0"/>
          </a:p>
        </p:txBody>
      </p:sp>
      <p:sp>
        <p:nvSpPr>
          <p:cNvPr id="11" name="TextBox 10"/>
          <p:cNvSpPr txBox="1"/>
          <p:nvPr/>
        </p:nvSpPr>
        <p:spPr>
          <a:xfrm>
            <a:off x="6516216" y="3820541"/>
            <a:ext cx="504056" cy="307777"/>
          </a:xfrm>
          <a:prstGeom prst="rect">
            <a:avLst/>
          </a:prstGeom>
          <a:noFill/>
        </p:spPr>
        <p:txBody>
          <a:bodyPr wrap="square" rtlCol="0">
            <a:spAutoFit/>
          </a:bodyPr>
          <a:lstStyle/>
          <a:p>
            <a:r>
              <a:rPr lang="en-US" altLang="zh-CN" sz="1400" dirty="0" smtClean="0"/>
              <a:t>2H</a:t>
            </a:r>
            <a:endParaRPr lang="zh-CN" altLang="en-US" sz="1400" dirty="0"/>
          </a:p>
        </p:txBody>
      </p:sp>
      <p:sp>
        <p:nvSpPr>
          <p:cNvPr id="12" name="TextBox 11"/>
          <p:cNvSpPr txBox="1"/>
          <p:nvPr/>
        </p:nvSpPr>
        <p:spPr>
          <a:xfrm>
            <a:off x="6768244" y="3336480"/>
            <a:ext cx="504056" cy="307777"/>
          </a:xfrm>
          <a:prstGeom prst="rect">
            <a:avLst/>
          </a:prstGeom>
          <a:noFill/>
        </p:spPr>
        <p:txBody>
          <a:bodyPr wrap="square" rtlCol="0">
            <a:spAutoFit/>
          </a:bodyPr>
          <a:lstStyle/>
          <a:p>
            <a:r>
              <a:rPr lang="en-US" altLang="zh-CN" sz="1400" dirty="0" smtClean="0"/>
              <a:t>3H</a:t>
            </a:r>
            <a:endParaRPr lang="zh-CN" altLang="en-US" sz="1400" dirty="0"/>
          </a:p>
        </p:txBody>
      </p:sp>
    </p:spTree>
    <p:extLst>
      <p:ext uri="{BB962C8B-B14F-4D97-AF65-F5344CB8AC3E}">
        <p14:creationId xmlns:p14="http://schemas.microsoft.com/office/powerpoint/2010/main" val="336674568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p:cNvSpPr/>
          <p:nvPr/>
        </p:nvSpPr>
        <p:spPr>
          <a:xfrm>
            <a:off x="102236" y="3379170"/>
            <a:ext cx="5184775" cy="525657"/>
          </a:xfrm>
          <a:prstGeom prst="rect">
            <a:avLst/>
          </a:prstGeom>
          <a:noFill/>
          <a:ln w="9525">
            <a:noFill/>
          </a:ln>
        </p:spPr>
        <p:txBody>
          <a:bodyPr anchor="t">
            <a:spAutoFit/>
          </a:bodyPr>
          <a:lstStyle/>
          <a:p>
            <a:pPr>
              <a:lnSpc>
                <a:spcPct val="130000"/>
              </a:lnSpc>
            </a:pPr>
            <a:r>
              <a:rPr lang="en-US" altLang="zh-CN" sz="2400" b="1" dirty="0" smtClean="0">
                <a:solidFill>
                  <a:srgbClr val="C00000"/>
                </a:solidFill>
                <a:latin typeface="微软雅黑" panose="020B0503020204020204" charset="-122"/>
                <a:ea typeface="微软雅黑" panose="020B0503020204020204" charset="-122"/>
                <a:cs typeface="微软雅黑" panose="020B0503020204020204" charset="-122"/>
              </a:rPr>
              <a:t>4</a:t>
            </a:r>
            <a:r>
              <a:rPr lang="zh-CN" altLang="en-US" sz="2400" b="1" dirty="0" smtClean="0">
                <a:solidFill>
                  <a:srgbClr val="C00000"/>
                </a:solidFill>
                <a:latin typeface="微软雅黑" panose="020B0503020204020204" charset="-122"/>
                <a:ea typeface="微软雅黑" panose="020B0503020204020204" charset="-122"/>
                <a:cs typeface="微软雅黑" panose="020B0503020204020204" charset="-122"/>
              </a:rPr>
              <a:t>）</a:t>
            </a:r>
            <a:r>
              <a:rPr lang="en-US" altLang="zh-CN" sz="2400" b="1" dirty="0" smtClean="0">
                <a:solidFill>
                  <a:srgbClr val="C00000"/>
                </a:solidFill>
                <a:latin typeface="微软雅黑" panose="020B0503020204020204" charset="-122"/>
                <a:ea typeface="微软雅黑" panose="020B0503020204020204" charset="-122"/>
                <a:cs typeface="微软雅黑" panose="020B0503020204020204" charset="-122"/>
              </a:rPr>
              <a:t> </a:t>
            </a:r>
            <a:r>
              <a:rPr lang="zh-CN" altLang="en-US" sz="2400" b="1" dirty="0">
                <a:solidFill>
                  <a:srgbClr val="C00000"/>
                </a:solidFill>
                <a:latin typeface="微软雅黑" panose="020B0503020204020204" charset="-122"/>
                <a:ea typeface="微软雅黑" panose="020B0503020204020204" charset="-122"/>
                <a:cs typeface="微软雅黑" panose="020B0503020204020204" charset="-122"/>
              </a:rPr>
              <a:t>连接结构单元</a:t>
            </a:r>
          </a:p>
        </p:txBody>
      </p:sp>
      <p:sp>
        <p:nvSpPr>
          <p:cNvPr id="34818" name="Rectangle 4"/>
          <p:cNvSpPr/>
          <p:nvPr/>
        </p:nvSpPr>
        <p:spPr>
          <a:xfrm>
            <a:off x="611824" y="2347558"/>
            <a:ext cx="7848600" cy="572464"/>
          </a:xfrm>
          <a:prstGeom prst="rect">
            <a:avLst/>
          </a:prstGeom>
          <a:noFill/>
          <a:ln w="9525">
            <a:noFill/>
          </a:ln>
        </p:spPr>
        <p:txBody>
          <a:bodyPr anchor="t">
            <a:spAutoFit/>
          </a:bodyPr>
          <a:lstStyle/>
          <a:p>
            <a:pPr algn="l">
              <a:lnSpc>
                <a:spcPct val="130000"/>
              </a:lnSpc>
            </a:pPr>
            <a:r>
              <a:rPr lang="en-US" altLang="zh-CN" sz="2400" b="1" baseline="30000" dirty="0">
                <a:solidFill>
                  <a:srgbClr val="0070C0"/>
                </a:solidFill>
                <a:latin typeface="Times New Roman" panose="02020603050405020304" pitchFamily="18" charset="0"/>
                <a:ea typeface="微软雅黑" panose="020B0503020204020204" charset="-122"/>
                <a:cs typeface="Times New Roman" panose="02020603050405020304" pitchFamily="18" charset="0"/>
                <a:sym typeface="+mn-ea"/>
              </a:rPr>
              <a:t>1</a:t>
            </a:r>
            <a:r>
              <a:rPr lang="en-US" altLang="zh-CN" sz="2400" b="1" dirty="0">
                <a:solidFill>
                  <a:srgbClr val="0070C0"/>
                </a:solidFill>
                <a:latin typeface="Times New Roman" panose="02020603050405020304" pitchFamily="18" charset="0"/>
                <a:ea typeface="微软雅黑" panose="020B0503020204020204" charset="-122"/>
                <a:cs typeface="Times New Roman" panose="02020603050405020304" pitchFamily="18" charset="0"/>
                <a:sym typeface="+mn-ea"/>
              </a:rPr>
              <a:t>H NMR</a:t>
            </a:r>
            <a:r>
              <a:rPr lang="zh-CN" altLang="en-US" sz="2400" b="1" dirty="0">
                <a:solidFill>
                  <a:srgbClr val="0070C0"/>
                </a:solidFill>
                <a:latin typeface="Times New Roman" panose="02020603050405020304" pitchFamily="18" charset="0"/>
                <a:ea typeface="微软雅黑" panose="020B0503020204020204" charset="-122"/>
                <a:cs typeface="Times New Roman" panose="02020603050405020304" pitchFamily="18" charset="0"/>
                <a:sym typeface="+mn-ea"/>
              </a:rPr>
              <a:t>和</a:t>
            </a:r>
            <a:r>
              <a:rPr lang="en-US" altLang="zh-CN" sz="2400" b="1" baseline="30000" dirty="0">
                <a:solidFill>
                  <a:srgbClr val="0070C0"/>
                </a:solidFill>
                <a:latin typeface="Times New Roman" panose="02020603050405020304" pitchFamily="18" charset="0"/>
                <a:ea typeface="微软雅黑" panose="020B0503020204020204" charset="-122"/>
                <a:cs typeface="Times New Roman" panose="02020603050405020304" pitchFamily="18" charset="0"/>
                <a:sym typeface="+mn-ea"/>
              </a:rPr>
              <a:t>1</a:t>
            </a:r>
            <a:r>
              <a:rPr lang="en-US" altLang="zh-CN" sz="2400" b="1" baseline="30000" dirty="0">
                <a:solidFill>
                  <a:srgbClr val="0070C0"/>
                </a:solidFill>
                <a:uFillTx/>
                <a:latin typeface="Times New Roman" panose="02020603050405020304" pitchFamily="18" charset="0"/>
                <a:ea typeface="微软雅黑" panose="020B0503020204020204" charset="-122"/>
                <a:cs typeface="Times New Roman" panose="02020603050405020304" pitchFamily="18" charset="0"/>
                <a:sym typeface="+mn-ea"/>
              </a:rPr>
              <a:t>3</a:t>
            </a:r>
            <a:r>
              <a:rPr lang="en-US" altLang="zh-CN" sz="2400" b="1" dirty="0">
                <a:solidFill>
                  <a:srgbClr val="0070C0"/>
                </a:solidFill>
                <a:latin typeface="Times New Roman" panose="02020603050405020304" pitchFamily="18" charset="0"/>
                <a:ea typeface="微软雅黑" panose="020B0503020204020204" charset="-122"/>
                <a:cs typeface="Times New Roman" panose="02020603050405020304" pitchFamily="18" charset="0"/>
                <a:sym typeface="+mn-ea"/>
              </a:rPr>
              <a:t> CNMR</a:t>
            </a:r>
            <a:r>
              <a:rPr lang="zh-CN" altLang="en-US" sz="2400" b="1" dirty="0">
                <a:solidFill>
                  <a:srgbClr val="0070C0"/>
                </a:solidFill>
                <a:latin typeface="Times New Roman" panose="02020603050405020304" pitchFamily="18" charset="0"/>
                <a:ea typeface="微软雅黑" panose="020B0503020204020204" charset="-122"/>
                <a:cs typeface="Times New Roman" panose="02020603050405020304" pitchFamily="18" charset="0"/>
                <a:sym typeface="+mn-ea"/>
              </a:rPr>
              <a:t>对照分析：   </a:t>
            </a:r>
            <a:r>
              <a:rPr lang="zh-CN" altLang="en-US" sz="2400" dirty="0">
                <a:latin typeface="Times New Roman" panose="02020603050405020304" pitchFamily="18" charset="0"/>
                <a:ea typeface="微软雅黑" panose="020B0503020204020204" charset="-122"/>
                <a:cs typeface="Times New Roman" panose="02020603050405020304" pitchFamily="18" charset="0"/>
                <a:sym typeface="+mn-ea"/>
              </a:rPr>
              <a:t>饱和的季碳原子</a:t>
            </a:r>
            <a:endParaRPr lang="en-US" altLang="zh-CN" sz="2400" b="1" dirty="0">
              <a:solidFill>
                <a:srgbClr val="FF0066"/>
              </a:solidFill>
              <a:latin typeface="楷体_GB2312" pitchFamily="49" charset="-122"/>
              <a:ea typeface="楷体_GB2312" pitchFamily="49" charset="-122"/>
            </a:endParaRPr>
          </a:p>
        </p:txBody>
      </p:sp>
      <p:sp>
        <p:nvSpPr>
          <p:cNvPr id="34819" name="Rectangle 5"/>
          <p:cNvSpPr/>
          <p:nvPr/>
        </p:nvSpPr>
        <p:spPr>
          <a:xfrm>
            <a:off x="467361" y="915566"/>
            <a:ext cx="7993063" cy="1532727"/>
          </a:xfrm>
          <a:prstGeom prst="rect">
            <a:avLst/>
          </a:prstGeom>
          <a:noFill/>
          <a:ln w="9525">
            <a:noFill/>
          </a:ln>
        </p:spPr>
        <p:txBody>
          <a:bodyPr wrap="square" anchor="t">
            <a:spAutoFit/>
          </a:bodyPr>
          <a:lstStyle/>
          <a:p>
            <a:pPr>
              <a:lnSpc>
                <a:spcPct val="130000"/>
              </a:lnSpc>
            </a:pPr>
            <a:r>
              <a:rPr lang="en-US" altLang="zh-CN" sz="2400" b="1" baseline="30000" dirty="0">
                <a:solidFill>
                  <a:srgbClr val="0070C0"/>
                </a:solidFill>
                <a:latin typeface="Times New Roman" panose="02020603050405020304" pitchFamily="18" charset="0"/>
                <a:ea typeface="微软雅黑" panose="020B0503020204020204" charset="-122"/>
                <a:cs typeface="Times New Roman" panose="02020603050405020304" pitchFamily="18" charset="0"/>
                <a:sym typeface="+mn-ea"/>
              </a:rPr>
              <a:t>1</a:t>
            </a:r>
            <a:r>
              <a:rPr lang="en-US" altLang="zh-CN" sz="2400" b="1" dirty="0">
                <a:solidFill>
                  <a:srgbClr val="0070C0"/>
                </a:solidFill>
                <a:latin typeface="Times New Roman" panose="02020603050405020304" pitchFamily="18" charset="0"/>
                <a:ea typeface="微软雅黑" panose="020B0503020204020204" charset="-122"/>
                <a:cs typeface="Times New Roman" panose="02020603050405020304" pitchFamily="18" charset="0"/>
                <a:sym typeface="+mn-ea"/>
              </a:rPr>
              <a:t>H NMR</a:t>
            </a:r>
            <a:r>
              <a:rPr lang="zh-CN" altLang="en-US" sz="2400" b="1" dirty="0">
                <a:solidFill>
                  <a:srgbClr val="0070C0"/>
                </a:solidFill>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400" i="1" dirty="0">
                <a:solidFill>
                  <a:schemeClr val="tx1"/>
                </a:solidFill>
                <a:latin typeface="Times New Roman" panose="02020603050405020304" pitchFamily="18" charset="0"/>
                <a:ea typeface="微软雅黑" panose="020B0503020204020204" charset="-122"/>
                <a:cs typeface="Times New Roman" panose="02020603050405020304" pitchFamily="18" charset="0"/>
              </a:rPr>
              <a:t>δ</a:t>
            </a:r>
            <a:r>
              <a:rPr lang="en-US" altLang="zh-CN" sz="2400" dirty="0">
                <a:solidFill>
                  <a:schemeClr val="tx1"/>
                </a:solidFill>
                <a:latin typeface="Times New Roman" panose="02020603050405020304" pitchFamily="18" charset="0"/>
                <a:ea typeface="微软雅黑" panose="020B0503020204020204" charset="-122"/>
                <a:cs typeface="Times New Roman" panose="02020603050405020304" pitchFamily="18" charset="0"/>
              </a:rPr>
              <a:t> = 3.5,  3H, s    </a:t>
            </a:r>
            <a:r>
              <a:rPr lang="en-US" altLang="zh-CN" sz="2400" u="sng" dirty="0">
                <a:solidFill>
                  <a:schemeClr val="tx1"/>
                </a:solidFill>
                <a:latin typeface="Times New Roman" panose="02020603050405020304" pitchFamily="18" charset="0"/>
                <a:ea typeface="微软雅黑" panose="020B0503020204020204" charset="-122"/>
                <a:cs typeface="Times New Roman" panose="02020603050405020304" pitchFamily="18" charset="0"/>
              </a:rPr>
              <a:t>CH</a:t>
            </a:r>
            <a:r>
              <a:rPr lang="en-US" altLang="zh-CN" sz="2400" baseline="-25000" dirty="0">
                <a:solidFill>
                  <a:schemeClr val="tx1"/>
                </a:solidFill>
                <a:latin typeface="Times New Roman" panose="02020603050405020304" pitchFamily="18" charset="0"/>
                <a:ea typeface="微软雅黑" panose="020B0503020204020204" charset="-122"/>
                <a:cs typeface="Times New Roman" panose="02020603050405020304" pitchFamily="18" charset="0"/>
              </a:rPr>
              <a:t>3</a:t>
            </a:r>
            <a:r>
              <a:rPr lang="en-US" altLang="zh-CN" sz="2400" dirty="0">
                <a:solidFill>
                  <a:schemeClr val="tx1"/>
                </a:solidFill>
                <a:latin typeface="Times New Roman" panose="02020603050405020304" pitchFamily="18" charset="0"/>
                <a:ea typeface="微软雅黑" panose="020B0503020204020204" charset="-122"/>
                <a:cs typeface="Times New Roman" panose="02020603050405020304" pitchFamily="18" charset="0"/>
              </a:rPr>
              <a:t>O</a:t>
            </a:r>
          </a:p>
          <a:p>
            <a:pPr>
              <a:lnSpc>
                <a:spcPct val="130000"/>
              </a:lnSpc>
            </a:pPr>
            <a:r>
              <a:rPr lang="en-US" altLang="zh-CN" sz="2400" i="1" dirty="0">
                <a:solidFill>
                  <a:schemeClr val="tx1"/>
                </a:solidFill>
                <a:latin typeface="Times New Roman" panose="02020603050405020304" pitchFamily="18" charset="0"/>
                <a:ea typeface="微软雅黑" panose="020B0503020204020204" charset="-122"/>
                <a:cs typeface="Times New Roman" panose="02020603050405020304" pitchFamily="18" charset="0"/>
              </a:rPr>
              <a:t>                 </a:t>
            </a:r>
            <a:r>
              <a:rPr lang="en-US" altLang="zh-CN" sz="2400" i="1" dirty="0" smtClean="0">
                <a:solidFill>
                  <a:schemeClr val="tx1"/>
                </a:solidFill>
                <a:latin typeface="Times New Roman" panose="02020603050405020304" pitchFamily="18" charset="0"/>
                <a:ea typeface="微软雅黑" panose="020B0503020204020204" charset="-122"/>
                <a:cs typeface="Times New Roman" panose="02020603050405020304" pitchFamily="18" charset="0"/>
              </a:rPr>
              <a:t>  δ</a:t>
            </a:r>
            <a:r>
              <a:rPr lang="en-US" altLang="zh-CN" sz="2400" dirty="0" smtClean="0">
                <a:solidFill>
                  <a:schemeClr val="tx1"/>
                </a:solidFill>
                <a:latin typeface="Times New Roman" panose="02020603050405020304" pitchFamily="18" charset="0"/>
                <a:ea typeface="微软雅黑" panose="020B0503020204020204" charset="-122"/>
                <a:cs typeface="Times New Roman" panose="02020603050405020304" pitchFamily="18" charset="0"/>
              </a:rPr>
              <a:t> </a:t>
            </a:r>
            <a:r>
              <a:rPr lang="en-US" altLang="zh-CN" sz="2400" dirty="0">
                <a:solidFill>
                  <a:schemeClr val="tx1"/>
                </a:solidFill>
                <a:latin typeface="Times New Roman" panose="02020603050405020304" pitchFamily="18" charset="0"/>
                <a:ea typeface="微软雅黑" panose="020B0503020204020204" charset="-122"/>
                <a:cs typeface="Times New Roman" panose="02020603050405020304" pitchFamily="18" charset="0"/>
              </a:rPr>
              <a:t>= 2.2, 3H, s  </a:t>
            </a:r>
            <a:r>
              <a:rPr lang="zh-CN" altLang="en-US" sz="2400" dirty="0">
                <a:solidFill>
                  <a:schemeClr val="tx1"/>
                </a:solidFill>
                <a:latin typeface="Times New Roman" panose="02020603050405020304" pitchFamily="18" charset="0"/>
                <a:ea typeface="微软雅黑" panose="020B0503020204020204" charset="-122"/>
                <a:cs typeface="Times New Roman" panose="02020603050405020304" pitchFamily="18" charset="0"/>
              </a:rPr>
              <a:t>和</a:t>
            </a:r>
            <a:r>
              <a:rPr lang="en-US" altLang="zh-CN" sz="2400" dirty="0">
                <a:solidFill>
                  <a:schemeClr val="tx1"/>
                </a:solidFill>
                <a:latin typeface="Times New Roman" panose="02020603050405020304" pitchFamily="18" charset="0"/>
                <a:ea typeface="微软雅黑" panose="020B0503020204020204" charset="-122"/>
                <a:cs typeface="Times New Roman" panose="02020603050405020304" pitchFamily="18" charset="0"/>
              </a:rPr>
              <a:t> </a:t>
            </a:r>
            <a:r>
              <a:rPr lang="en-US" altLang="zh-CN" sz="2400" i="1" dirty="0">
                <a:latin typeface="Times New Roman" panose="02020603050405020304" pitchFamily="18" charset="0"/>
                <a:ea typeface="微软雅黑" panose="020B0503020204020204" charset="-122"/>
                <a:cs typeface="Times New Roman" panose="02020603050405020304" pitchFamily="18" charset="0"/>
                <a:sym typeface="+mn-ea"/>
              </a:rPr>
              <a:t>δ</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 = 2.7, 2H,s </a:t>
            </a:r>
            <a:r>
              <a:rPr lang="en-US" altLang="zh-CN" sz="2400" dirty="0">
                <a:solidFill>
                  <a:schemeClr val="tx1"/>
                </a:solidFill>
                <a:latin typeface="Times New Roman" panose="02020603050405020304" pitchFamily="18" charset="0"/>
                <a:ea typeface="微软雅黑" panose="020B0503020204020204" charset="-122"/>
                <a:cs typeface="Times New Roman" panose="02020603050405020304" pitchFamily="18" charset="0"/>
              </a:rPr>
              <a:t>   </a:t>
            </a:r>
            <a:r>
              <a:rPr lang="en-US" altLang="zh-CN" sz="2400" u="sng" dirty="0">
                <a:solidFill>
                  <a:schemeClr val="tx1"/>
                </a:solidFill>
                <a:latin typeface="Times New Roman" panose="02020603050405020304" pitchFamily="18" charset="0"/>
                <a:ea typeface="微软雅黑" panose="020B0503020204020204" charset="-122"/>
                <a:cs typeface="Times New Roman" panose="02020603050405020304" pitchFamily="18" charset="0"/>
              </a:rPr>
              <a:t> CH</a:t>
            </a:r>
            <a:r>
              <a:rPr lang="en-US" altLang="zh-CN" sz="2400" baseline="-25000" dirty="0">
                <a:solidFill>
                  <a:schemeClr val="tx1"/>
                </a:solidFill>
                <a:latin typeface="Times New Roman" panose="02020603050405020304" pitchFamily="18" charset="0"/>
                <a:ea typeface="微软雅黑" panose="020B0503020204020204" charset="-122"/>
                <a:cs typeface="Times New Roman" panose="02020603050405020304" pitchFamily="18" charset="0"/>
              </a:rPr>
              <a:t>3</a:t>
            </a:r>
            <a:r>
              <a:rPr lang="en-US" altLang="zh-CN" sz="2400" dirty="0">
                <a:solidFill>
                  <a:schemeClr val="tx1"/>
                </a:solidFill>
                <a:latin typeface="Times New Roman" panose="02020603050405020304" pitchFamily="18" charset="0"/>
                <a:ea typeface="微软雅黑" panose="020B0503020204020204" charset="-122"/>
                <a:cs typeface="Times New Roman" panose="02020603050405020304" pitchFamily="18" charset="0"/>
              </a:rPr>
              <a:t>CO</a:t>
            </a:r>
            <a:r>
              <a:rPr lang="en-US" altLang="zh-CN" sz="2400" u="sng" dirty="0">
                <a:latin typeface="Times New Roman" panose="02020603050405020304" pitchFamily="18" charset="0"/>
                <a:ea typeface="微软雅黑" panose="020B0503020204020204" charset="-122"/>
                <a:cs typeface="Times New Roman" panose="02020603050405020304" pitchFamily="18" charset="0"/>
                <a:sym typeface="+mn-ea"/>
              </a:rPr>
              <a:t>CH</a:t>
            </a:r>
            <a:r>
              <a:rPr lang="en-US" altLang="zh-CN" sz="2400" baseline="-25000" dirty="0">
                <a:latin typeface="Times New Roman" panose="02020603050405020304" pitchFamily="18" charset="0"/>
                <a:ea typeface="微软雅黑" panose="020B0503020204020204" charset="-122"/>
                <a:cs typeface="Times New Roman" panose="02020603050405020304" pitchFamily="18" charset="0"/>
                <a:sym typeface="+mn-ea"/>
              </a:rPr>
              <a:t>2</a:t>
            </a:r>
            <a:endParaRPr lang="en-US" altLang="zh-CN" sz="2400" dirty="0">
              <a:solidFill>
                <a:schemeClr val="tx1"/>
              </a:solidFill>
              <a:latin typeface="Times New Roman" panose="02020603050405020304" pitchFamily="18" charset="0"/>
              <a:ea typeface="微软雅黑" panose="020B0503020204020204" charset="-122"/>
              <a:cs typeface="Times New Roman" panose="02020603050405020304" pitchFamily="18" charset="0"/>
            </a:endParaRPr>
          </a:p>
          <a:p>
            <a:pPr>
              <a:lnSpc>
                <a:spcPct val="130000"/>
              </a:lnSpc>
            </a:pPr>
            <a:r>
              <a:rPr lang="en-US" altLang="zh-CN" sz="2400" i="1" dirty="0">
                <a:solidFill>
                  <a:schemeClr val="tx1"/>
                </a:solidFill>
                <a:latin typeface="Times New Roman" panose="02020603050405020304" pitchFamily="18" charset="0"/>
                <a:ea typeface="微软雅黑" panose="020B0503020204020204" charset="-122"/>
                <a:cs typeface="Times New Roman" panose="02020603050405020304" pitchFamily="18" charset="0"/>
              </a:rPr>
              <a:t>               </a:t>
            </a:r>
            <a:r>
              <a:rPr lang="en-US" altLang="zh-CN" sz="2400" i="1" dirty="0" smtClean="0">
                <a:solidFill>
                  <a:schemeClr val="tx1"/>
                </a:solidFill>
                <a:latin typeface="Times New Roman" panose="02020603050405020304" pitchFamily="18" charset="0"/>
                <a:ea typeface="微软雅黑" panose="020B0503020204020204" charset="-122"/>
                <a:cs typeface="Times New Roman" panose="02020603050405020304" pitchFamily="18" charset="0"/>
              </a:rPr>
              <a:t>    </a:t>
            </a:r>
            <a:r>
              <a:rPr lang="en-US" altLang="zh-CN" sz="2400" i="1" dirty="0">
                <a:solidFill>
                  <a:schemeClr val="tx1"/>
                </a:solidFill>
                <a:latin typeface="Times New Roman" panose="02020603050405020304" pitchFamily="18" charset="0"/>
                <a:ea typeface="微软雅黑" panose="020B0503020204020204" charset="-122"/>
                <a:cs typeface="Times New Roman" panose="02020603050405020304" pitchFamily="18" charset="0"/>
              </a:rPr>
              <a:t>δ</a:t>
            </a:r>
            <a:r>
              <a:rPr lang="en-US" altLang="zh-CN" sz="2400" dirty="0">
                <a:solidFill>
                  <a:schemeClr val="tx1"/>
                </a:solidFill>
                <a:latin typeface="Times New Roman" panose="02020603050405020304" pitchFamily="18" charset="0"/>
                <a:ea typeface="微软雅黑" panose="020B0503020204020204" charset="-122"/>
                <a:cs typeface="Times New Roman" panose="02020603050405020304" pitchFamily="18" charset="0"/>
              </a:rPr>
              <a:t> = 1.1</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  6H, s   </a:t>
            </a:r>
            <a:r>
              <a:rPr lang="en-US" altLang="zh-CN" sz="2400" u="sng" dirty="0">
                <a:latin typeface="Times New Roman" panose="02020603050405020304" pitchFamily="18" charset="0"/>
                <a:ea typeface="微软雅黑" panose="020B0503020204020204" charset="-122"/>
                <a:cs typeface="Times New Roman" panose="02020603050405020304" pitchFamily="18" charset="0"/>
                <a:sym typeface="+mn-ea"/>
              </a:rPr>
              <a:t> 2CH</a:t>
            </a:r>
            <a:r>
              <a:rPr lang="en-US" altLang="zh-CN" sz="2400" baseline="-25000" dirty="0">
                <a:latin typeface="Times New Roman" panose="02020603050405020304" pitchFamily="18" charset="0"/>
                <a:ea typeface="微软雅黑" panose="020B0503020204020204" charset="-122"/>
                <a:cs typeface="Times New Roman" panose="02020603050405020304" pitchFamily="18" charset="0"/>
                <a:sym typeface="+mn-ea"/>
              </a:rPr>
              <a:t>3</a:t>
            </a:r>
            <a:r>
              <a:rPr lang="zh-CN" altLang="en-US" sz="2400" dirty="0">
                <a:latin typeface="Times New Roman" panose="02020603050405020304" pitchFamily="18" charset="0"/>
                <a:ea typeface="微软雅黑" panose="020B0503020204020204" charset="-122"/>
                <a:cs typeface="Times New Roman" panose="02020603050405020304" pitchFamily="18" charset="0"/>
                <a:sym typeface="+mn-ea"/>
              </a:rPr>
              <a:t>（两个环境相同的甲基）</a:t>
            </a:r>
            <a:endParaRPr lang="zh-CN" altLang="en-US" sz="2400" dirty="0">
              <a:solidFill>
                <a:srgbClr val="FF0066"/>
              </a:solidFill>
              <a:latin typeface="Times New Roman" panose="02020603050405020304" pitchFamily="18" charset="0"/>
              <a:ea typeface="微软雅黑" panose="020B0503020204020204" charset="-122"/>
              <a:cs typeface="Times New Roman" panose="02020603050405020304" pitchFamily="18" charset="0"/>
              <a:sym typeface="+mn-ea"/>
            </a:endParaRPr>
          </a:p>
        </p:txBody>
      </p:sp>
      <p:sp>
        <p:nvSpPr>
          <p:cNvPr id="34820" name="Rectangle 6"/>
          <p:cNvSpPr/>
          <p:nvPr/>
        </p:nvSpPr>
        <p:spPr>
          <a:xfrm>
            <a:off x="541370" y="520895"/>
            <a:ext cx="7834196" cy="572464"/>
          </a:xfrm>
          <a:prstGeom prst="rect">
            <a:avLst/>
          </a:prstGeom>
          <a:noFill/>
          <a:ln w="9525">
            <a:noFill/>
          </a:ln>
        </p:spPr>
        <p:txBody>
          <a:bodyPr wrap="none" anchor="t">
            <a:spAutoFit/>
          </a:bodyPr>
          <a:lstStyle/>
          <a:p>
            <a:pPr algn="l">
              <a:lnSpc>
                <a:spcPct val="130000"/>
              </a:lnSpc>
            </a:pPr>
            <a:r>
              <a:rPr lang="en-US" altLang="zh-CN" sz="2400" b="1" dirty="0">
                <a:solidFill>
                  <a:srgbClr val="0070C0"/>
                </a:solidFill>
                <a:latin typeface="Times New Roman" panose="02020603050405020304" pitchFamily="18" charset="0"/>
                <a:ea typeface="微软雅黑" panose="020B0503020204020204" charset="-122"/>
                <a:cs typeface="Times New Roman" panose="02020603050405020304" pitchFamily="18" charset="0"/>
                <a:sym typeface="+mn-ea"/>
              </a:rPr>
              <a:t>IR</a:t>
            </a:r>
            <a:r>
              <a:rPr lang="zh-CN" altLang="en-US" sz="2400" b="1" dirty="0">
                <a:solidFill>
                  <a:srgbClr val="0070C0"/>
                </a:solidFill>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400" b="1" dirty="0">
                <a:latin typeface="Times New Roman" panose="02020603050405020304" pitchFamily="18" charset="0"/>
                <a:ea typeface="微软雅黑" panose="020B0503020204020204" charset="-122"/>
                <a:cs typeface="Times New Roman" panose="02020603050405020304" pitchFamily="18" charset="0"/>
                <a:sym typeface="+mn-ea"/>
              </a:rPr>
              <a:t>1710cm</a:t>
            </a:r>
            <a:r>
              <a:rPr lang="en-US" altLang="zh-CN" sz="2400" b="1" baseline="30000" dirty="0">
                <a:latin typeface="Times New Roman" panose="02020603050405020304" pitchFamily="18" charset="0"/>
                <a:ea typeface="微软雅黑" panose="020B0503020204020204" charset="-122"/>
                <a:cs typeface="Times New Roman" panose="02020603050405020304" pitchFamily="18" charset="0"/>
                <a:sym typeface="+mn-ea"/>
              </a:rPr>
              <a:t>-1</a:t>
            </a:r>
            <a:r>
              <a:rPr lang="en-US" altLang="zh-CN" sz="2400" b="1" dirty="0">
                <a:latin typeface="Times New Roman" panose="02020603050405020304" pitchFamily="18" charset="0"/>
                <a:ea typeface="微软雅黑" panose="020B0503020204020204" charset="-122"/>
                <a:cs typeface="Times New Roman" panose="02020603050405020304" pitchFamily="18" charset="0"/>
                <a:sym typeface="+mn-ea"/>
              </a:rPr>
              <a:t>(s)</a:t>
            </a:r>
            <a:r>
              <a:rPr lang="en-US" altLang="zh-CN" sz="2400" b="1" baseline="30000" dirty="0">
                <a:solidFill>
                  <a:srgbClr val="0070C0"/>
                </a:solidFill>
                <a:latin typeface="Times New Roman" panose="02020603050405020304" pitchFamily="18" charset="0"/>
                <a:ea typeface="微软雅黑" panose="020B0503020204020204" charset="-122"/>
                <a:cs typeface="Times New Roman" panose="02020603050405020304" pitchFamily="18" charset="0"/>
                <a:sym typeface="+mn-ea"/>
              </a:rPr>
              <a:t> </a:t>
            </a:r>
            <a:r>
              <a:rPr lang="en-US" altLang="zh-CN" sz="2400" b="1" dirty="0">
                <a:solidFill>
                  <a:srgbClr val="0070C0"/>
                </a:solidFill>
                <a:latin typeface="Times New Roman" panose="02020603050405020304" pitchFamily="18" charset="0"/>
                <a:ea typeface="微软雅黑" panose="020B0503020204020204" charset="-122"/>
                <a:cs typeface="Times New Roman" panose="02020603050405020304" pitchFamily="18" charset="0"/>
                <a:sym typeface="+mn-ea"/>
              </a:rPr>
              <a:t>  </a:t>
            </a:r>
            <a:r>
              <a:rPr lang="en-US" altLang="zh-CN" sz="2400" b="1" baseline="30000" dirty="0">
                <a:solidFill>
                  <a:srgbClr val="0070C0"/>
                </a:solidFill>
                <a:latin typeface="Times New Roman" panose="02020603050405020304" pitchFamily="18" charset="0"/>
                <a:ea typeface="微软雅黑" panose="020B0503020204020204" charset="-122"/>
                <a:cs typeface="Times New Roman" panose="02020603050405020304" pitchFamily="18" charset="0"/>
                <a:sym typeface="+mn-ea"/>
              </a:rPr>
              <a:t>13</a:t>
            </a:r>
            <a:r>
              <a:rPr lang="en-US" altLang="zh-CN" sz="2400" b="1" dirty="0">
                <a:solidFill>
                  <a:srgbClr val="0070C0"/>
                </a:solidFill>
                <a:latin typeface="Times New Roman" panose="02020603050405020304" pitchFamily="18" charset="0"/>
                <a:ea typeface="微软雅黑" panose="020B0503020204020204" charset="-122"/>
                <a:cs typeface="Times New Roman" panose="02020603050405020304" pitchFamily="18" charset="0"/>
                <a:sym typeface="+mn-ea"/>
              </a:rPr>
              <a:t>C NMR: </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δ=204   </a:t>
            </a:r>
            <a:r>
              <a:rPr lang="zh-CN" altLang="en-US" sz="2400" dirty="0">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400" dirty="0" smtClean="0">
                <a:latin typeface="Times New Roman" panose="02020603050405020304" pitchFamily="18" charset="0"/>
                <a:ea typeface="微软雅黑" panose="020B0503020204020204" charset="-122"/>
                <a:cs typeface="Times New Roman" panose="02020603050405020304" pitchFamily="18" charset="0"/>
                <a:sym typeface="+mn-ea"/>
              </a:rPr>
              <a:t>C=O(</a:t>
            </a:r>
            <a:r>
              <a:rPr lang="zh-CN" altLang="en-US" sz="2400" dirty="0" smtClean="0">
                <a:latin typeface="Times New Roman" panose="02020603050405020304" pitchFamily="18" charset="0"/>
                <a:ea typeface="微软雅黑" panose="020B0503020204020204" charset="-122"/>
                <a:cs typeface="Times New Roman" panose="02020603050405020304" pitchFamily="18" charset="0"/>
                <a:sym typeface="+mn-ea"/>
              </a:rPr>
              <a:t>醛或酮</a:t>
            </a:r>
            <a:r>
              <a:rPr lang="zh-CN" altLang="en-US" sz="2400" dirty="0">
                <a:latin typeface="Times New Roman" panose="02020603050405020304" pitchFamily="18" charset="0"/>
                <a:ea typeface="微软雅黑" panose="020B0503020204020204" charset="-122"/>
                <a:cs typeface="Times New Roman" panose="02020603050405020304" pitchFamily="18" charset="0"/>
                <a:sym typeface="+mn-ea"/>
              </a:rPr>
              <a:t>羰基）</a:t>
            </a:r>
            <a:endParaRPr lang="en-US" altLang="zh-CN" sz="2400" dirty="0">
              <a:latin typeface="微软雅黑" panose="020B0503020204020204" charset="-122"/>
              <a:ea typeface="微软雅黑" panose="020B0503020204020204" charset="-122"/>
              <a:cs typeface="微软雅黑" panose="020B0503020204020204" charset="-122"/>
            </a:endParaRPr>
          </a:p>
        </p:txBody>
      </p:sp>
      <p:sp>
        <p:nvSpPr>
          <p:cNvPr id="34822" name="Rectangle 9"/>
          <p:cNvSpPr/>
          <p:nvPr/>
        </p:nvSpPr>
        <p:spPr>
          <a:xfrm>
            <a:off x="102236" y="-4762"/>
            <a:ext cx="5184775" cy="525657"/>
          </a:xfrm>
          <a:prstGeom prst="rect">
            <a:avLst/>
          </a:prstGeom>
          <a:noFill/>
          <a:ln w="9525">
            <a:noFill/>
          </a:ln>
        </p:spPr>
        <p:txBody>
          <a:bodyPr wrap="square" anchor="t">
            <a:spAutoFit/>
          </a:bodyPr>
          <a:lstStyle/>
          <a:p>
            <a:pPr>
              <a:lnSpc>
                <a:spcPct val="130000"/>
              </a:lnSpc>
            </a:pPr>
            <a:r>
              <a:rPr lang="en-US" altLang="zh-CN" sz="2400" b="1" dirty="0" smtClean="0">
                <a:solidFill>
                  <a:srgbClr val="C00000"/>
                </a:solidFill>
                <a:latin typeface="微软雅黑" panose="020B0503020204020204" charset="-122"/>
                <a:ea typeface="微软雅黑" panose="020B0503020204020204" charset="-122"/>
                <a:cs typeface="微软雅黑" panose="020B0503020204020204" charset="-122"/>
              </a:rPr>
              <a:t>3</a:t>
            </a:r>
            <a:r>
              <a:rPr lang="zh-CN" altLang="en-US" sz="2400" b="1" dirty="0" smtClean="0">
                <a:solidFill>
                  <a:srgbClr val="C00000"/>
                </a:solidFill>
                <a:latin typeface="微软雅黑" panose="020B0503020204020204" charset="-122"/>
                <a:ea typeface="微软雅黑" panose="020B0503020204020204" charset="-122"/>
                <a:cs typeface="微软雅黑" panose="020B0503020204020204" charset="-122"/>
              </a:rPr>
              <a:t>）</a:t>
            </a:r>
            <a:r>
              <a:rPr lang="en-US" altLang="zh-CN" sz="2400" b="1" dirty="0" smtClean="0">
                <a:solidFill>
                  <a:srgbClr val="C00000"/>
                </a:solidFill>
                <a:latin typeface="微软雅黑" panose="020B0503020204020204" charset="-122"/>
                <a:ea typeface="微软雅黑" panose="020B0503020204020204" charset="-122"/>
                <a:cs typeface="微软雅黑" panose="020B0503020204020204" charset="-122"/>
              </a:rPr>
              <a:t> </a:t>
            </a:r>
            <a:r>
              <a:rPr lang="zh-CN" altLang="en-US" sz="2400" b="1" dirty="0">
                <a:solidFill>
                  <a:srgbClr val="C00000"/>
                </a:solidFill>
                <a:latin typeface="微软雅黑" panose="020B0503020204020204" charset="-122"/>
                <a:ea typeface="微软雅黑" panose="020B0503020204020204" charset="-122"/>
                <a:cs typeface="微软雅黑" panose="020B0503020204020204" charset="-122"/>
              </a:rPr>
              <a:t>推测结构单元</a:t>
            </a:r>
          </a:p>
        </p:txBody>
      </p:sp>
      <p:sp>
        <p:nvSpPr>
          <p:cNvPr id="2" name="Rectangle 6"/>
          <p:cNvSpPr/>
          <p:nvPr/>
        </p:nvSpPr>
        <p:spPr>
          <a:xfrm>
            <a:off x="611824" y="2783206"/>
            <a:ext cx="7174230" cy="572464"/>
          </a:xfrm>
          <a:prstGeom prst="rect">
            <a:avLst/>
          </a:prstGeom>
          <a:noFill/>
          <a:ln w="9525">
            <a:noFill/>
          </a:ln>
        </p:spPr>
        <p:txBody>
          <a:bodyPr wrap="square" anchor="t">
            <a:spAutoFit/>
          </a:bodyPr>
          <a:lstStyle/>
          <a:p>
            <a:pPr algn="l">
              <a:lnSpc>
                <a:spcPct val="130000"/>
              </a:lnSpc>
            </a:pPr>
            <a:r>
              <a:rPr lang="zh-CN" altLang="en-US" sz="2400" b="1" dirty="0">
                <a:solidFill>
                  <a:srgbClr val="0070C0"/>
                </a:solidFill>
                <a:latin typeface="微软雅黑" panose="020B0503020204020204" charset="-122"/>
                <a:ea typeface="微软雅黑" panose="020B0503020204020204" charset="-122"/>
                <a:cs typeface="微软雅黑" panose="020B0503020204020204" charset="-122"/>
              </a:rPr>
              <a:t>结构单元</a:t>
            </a:r>
            <a:r>
              <a:rPr lang="zh-CN" altLang="en-US" sz="2400" b="1" i="1" dirty="0">
                <a:solidFill>
                  <a:srgbClr val="0070C0"/>
                </a:solidFill>
                <a:latin typeface="微软雅黑" panose="020B0503020204020204" charset="-122"/>
                <a:ea typeface="微软雅黑" panose="020B0503020204020204" charset="-122"/>
                <a:cs typeface="微软雅黑" panose="020B0503020204020204" charset="-122"/>
              </a:rPr>
              <a:t>：</a:t>
            </a:r>
            <a:r>
              <a:rPr lang="zh-CN" altLang="en-US" sz="2400" b="1" i="1" dirty="0">
                <a:solidFill>
                  <a:srgbClr val="0070C0"/>
                </a:solidFill>
                <a:latin typeface="Times New Roman" panose="02020603050405020304" pitchFamily="18" charset="0"/>
                <a:ea typeface="微软雅黑" panose="020B0503020204020204" charset="-122"/>
                <a:cs typeface="Times New Roman" panose="02020603050405020304" pitchFamily="18" charset="0"/>
              </a:rPr>
              <a:t> </a:t>
            </a:r>
            <a:r>
              <a:rPr lang="en-US" altLang="zh-CN" sz="2400" u="sng" dirty="0">
                <a:latin typeface="Times New Roman" panose="02020603050405020304" pitchFamily="18" charset="0"/>
                <a:ea typeface="微软雅黑" panose="020B0503020204020204" charset="-122"/>
                <a:cs typeface="Times New Roman" panose="02020603050405020304" pitchFamily="18" charset="0"/>
                <a:sym typeface="+mn-ea"/>
              </a:rPr>
              <a:t>CH</a:t>
            </a:r>
            <a:r>
              <a:rPr lang="en-US" altLang="zh-CN" sz="2400" baseline="-25000" dirty="0">
                <a:latin typeface="Times New Roman" panose="02020603050405020304" pitchFamily="18" charset="0"/>
                <a:ea typeface="微软雅黑" panose="020B0503020204020204" charset="-122"/>
                <a:cs typeface="Times New Roman" panose="02020603050405020304" pitchFamily="18" charset="0"/>
                <a:sym typeface="+mn-ea"/>
              </a:rPr>
              <a:t>3</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O</a:t>
            </a:r>
            <a:r>
              <a:rPr lang="zh-CN" altLang="en-US" sz="2400" dirty="0">
                <a:latin typeface="Times New Roman" panose="02020603050405020304" pitchFamily="18" charset="0"/>
                <a:ea typeface="微软雅黑" panose="020B0503020204020204" charset="-122"/>
                <a:cs typeface="Times New Roman" panose="02020603050405020304" pitchFamily="18" charset="0"/>
                <a:sym typeface="+mn-ea"/>
              </a:rPr>
              <a:t>，</a:t>
            </a:r>
            <a:r>
              <a:rPr lang="en-US" altLang="zh-CN" sz="2400" u="sng" dirty="0">
                <a:latin typeface="Times New Roman" panose="02020603050405020304" pitchFamily="18" charset="0"/>
                <a:ea typeface="微软雅黑" panose="020B0503020204020204" charset="-122"/>
                <a:cs typeface="Times New Roman" panose="02020603050405020304" pitchFamily="18" charset="0"/>
                <a:sym typeface="+mn-ea"/>
              </a:rPr>
              <a:t>CH</a:t>
            </a:r>
            <a:r>
              <a:rPr lang="en-US" altLang="zh-CN" sz="2400" baseline="-25000" dirty="0">
                <a:latin typeface="Times New Roman" panose="02020603050405020304" pitchFamily="18" charset="0"/>
                <a:ea typeface="微软雅黑" panose="020B0503020204020204" charset="-122"/>
                <a:cs typeface="Times New Roman" panose="02020603050405020304" pitchFamily="18" charset="0"/>
                <a:sym typeface="+mn-ea"/>
              </a:rPr>
              <a:t>3</a:t>
            </a:r>
            <a:r>
              <a:rPr lang="en-US" altLang="zh-CN" sz="2400" dirty="0">
                <a:latin typeface="Times New Roman" panose="02020603050405020304" pitchFamily="18" charset="0"/>
                <a:ea typeface="微软雅黑" panose="020B0503020204020204" charset="-122"/>
                <a:cs typeface="Times New Roman" panose="02020603050405020304" pitchFamily="18" charset="0"/>
                <a:sym typeface="+mn-ea"/>
              </a:rPr>
              <a:t>CO</a:t>
            </a:r>
            <a:r>
              <a:rPr lang="en-US" altLang="zh-CN" sz="2400" u="sng" dirty="0">
                <a:latin typeface="Times New Roman" panose="02020603050405020304" pitchFamily="18" charset="0"/>
                <a:ea typeface="微软雅黑" panose="020B0503020204020204" charset="-122"/>
                <a:cs typeface="Times New Roman" panose="02020603050405020304" pitchFamily="18" charset="0"/>
                <a:sym typeface="+mn-ea"/>
              </a:rPr>
              <a:t>CH</a:t>
            </a:r>
            <a:r>
              <a:rPr lang="en-US" altLang="zh-CN" sz="2400" baseline="-25000" dirty="0">
                <a:latin typeface="Times New Roman" panose="02020603050405020304" pitchFamily="18" charset="0"/>
                <a:ea typeface="微软雅黑" panose="020B0503020204020204" charset="-122"/>
                <a:cs typeface="Times New Roman" panose="02020603050405020304" pitchFamily="18" charset="0"/>
                <a:sym typeface="+mn-ea"/>
              </a:rPr>
              <a:t>2</a:t>
            </a:r>
            <a:r>
              <a:rPr lang="en-US" altLang="zh-CN" sz="2400" dirty="0">
                <a:solidFill>
                  <a:srgbClr val="000099"/>
                </a:solidFill>
                <a:latin typeface="Times New Roman" panose="02020603050405020304" pitchFamily="18" charset="0"/>
                <a:ea typeface="微软雅黑" panose="020B0503020204020204" charset="-122"/>
                <a:cs typeface="Times New Roman" panose="02020603050405020304" pitchFamily="18" charset="0"/>
              </a:rPr>
              <a:t>,  </a:t>
            </a:r>
            <a:r>
              <a:rPr lang="en-US" altLang="zh-CN" sz="2400" dirty="0">
                <a:solidFill>
                  <a:schemeClr val="tx1"/>
                </a:solidFill>
                <a:latin typeface="Times New Roman" panose="02020603050405020304" pitchFamily="18" charset="0"/>
                <a:ea typeface="微软雅黑" panose="020B0503020204020204" charset="-122"/>
                <a:cs typeface="Times New Roman" panose="02020603050405020304" pitchFamily="18" charset="0"/>
              </a:rPr>
              <a:t>C</a:t>
            </a:r>
            <a:r>
              <a:rPr lang="zh-CN" altLang="en-US" sz="2400" dirty="0">
                <a:solidFill>
                  <a:srgbClr val="000099"/>
                </a:solidFill>
                <a:latin typeface="Times New Roman" panose="02020603050405020304" pitchFamily="18" charset="0"/>
                <a:ea typeface="微软雅黑" panose="020B0503020204020204" charset="-122"/>
                <a:cs typeface="Times New Roman" panose="02020603050405020304" pitchFamily="18" charset="0"/>
              </a:rPr>
              <a:t>，</a:t>
            </a:r>
            <a:r>
              <a:rPr lang="en-US" altLang="zh-CN" sz="2400" dirty="0">
                <a:solidFill>
                  <a:srgbClr val="000099"/>
                </a:solidFill>
                <a:latin typeface="Times New Roman" panose="02020603050405020304" pitchFamily="18" charset="0"/>
                <a:ea typeface="微软雅黑" panose="020B0503020204020204" charset="-122"/>
                <a:cs typeface="Times New Roman" panose="02020603050405020304" pitchFamily="18" charset="0"/>
                <a:sym typeface="+mn-ea"/>
              </a:rPr>
              <a:t> 2</a:t>
            </a:r>
            <a:r>
              <a:rPr lang="en-US" altLang="zh-CN" sz="2400" u="sng" dirty="0">
                <a:latin typeface="Times New Roman" panose="02020603050405020304" pitchFamily="18" charset="0"/>
                <a:ea typeface="微软雅黑" panose="020B0503020204020204" charset="-122"/>
                <a:cs typeface="Times New Roman" panose="02020603050405020304" pitchFamily="18" charset="0"/>
                <a:sym typeface="+mn-ea"/>
              </a:rPr>
              <a:t>CH</a:t>
            </a:r>
            <a:r>
              <a:rPr lang="en-US" altLang="zh-CN" sz="2400" baseline="-25000" dirty="0">
                <a:latin typeface="Times New Roman" panose="02020603050405020304" pitchFamily="18" charset="0"/>
                <a:ea typeface="微软雅黑" panose="020B0503020204020204" charset="-122"/>
                <a:cs typeface="Times New Roman" panose="02020603050405020304" pitchFamily="18" charset="0"/>
                <a:sym typeface="+mn-ea"/>
              </a:rPr>
              <a:t>3</a:t>
            </a:r>
            <a:r>
              <a:rPr lang="en-US" altLang="zh-CN" sz="2400" dirty="0">
                <a:solidFill>
                  <a:srgbClr val="000099"/>
                </a:solidFill>
                <a:latin typeface="Times New Roman" panose="02020603050405020304" pitchFamily="18" charset="0"/>
                <a:ea typeface="微软雅黑" panose="020B0503020204020204" charset="-122"/>
                <a:cs typeface="Times New Roman" panose="02020603050405020304" pitchFamily="18" charset="0"/>
                <a:sym typeface="+mn-ea"/>
              </a:rPr>
              <a:t>,</a:t>
            </a:r>
            <a:endParaRPr lang="en-US" altLang="zh-CN" sz="2400" dirty="0">
              <a:solidFill>
                <a:srgbClr val="000099"/>
              </a:solidFill>
              <a:latin typeface="Times New Roman" panose="02020603050405020304" pitchFamily="18" charset="0"/>
              <a:ea typeface="微软雅黑" panose="020B0503020204020204" charset="-122"/>
              <a:cs typeface="Times New Roman" panose="02020603050405020304" pitchFamily="18" charset="0"/>
            </a:endParaRPr>
          </a:p>
        </p:txBody>
      </p:sp>
      <p:graphicFrame>
        <p:nvGraphicFramePr>
          <p:cNvPr id="39938" name="Object 9"/>
          <p:cNvGraphicFramePr>
            <a:graphicFrameLocks noChangeAspect="1"/>
          </p:cNvGraphicFramePr>
          <p:nvPr>
            <p:extLst>
              <p:ext uri="{D42A27DB-BD31-4B8C-83A1-F6EECF244321}">
                <p14:modId xmlns:p14="http://schemas.microsoft.com/office/powerpoint/2010/main" val="689506485"/>
              </p:ext>
            </p:extLst>
          </p:nvPr>
        </p:nvGraphicFramePr>
        <p:xfrm>
          <a:off x="2123728" y="3904827"/>
          <a:ext cx="3559175" cy="978218"/>
        </p:xfrm>
        <a:graphic>
          <a:graphicData uri="http://schemas.openxmlformats.org/presentationml/2006/ole">
            <mc:AlternateContent xmlns:mc="http://schemas.openxmlformats.org/markup-compatibility/2006">
              <mc:Choice xmlns:v="urn:schemas-microsoft-com:vml" Requires="v">
                <p:oleObj spid="_x0000_s7246" r:id="rId4" imgW="1496695" imgH="547370" progId="ChemDraw.Document.6.0">
                  <p:embed/>
                </p:oleObj>
              </mc:Choice>
              <mc:Fallback>
                <p:oleObj r:id="rId4" imgW="1496695" imgH="547370" progId="ChemDraw.Document.6.0">
                  <p:embed/>
                  <p:pic>
                    <p:nvPicPr>
                      <p:cNvPr id="0" name="图片 3080"/>
                      <p:cNvPicPr/>
                      <p:nvPr/>
                    </p:nvPicPr>
                    <p:blipFill>
                      <a:blip r:embed="rId5"/>
                      <a:stretch>
                        <a:fillRect/>
                      </a:stretch>
                    </p:blipFill>
                    <p:spPr>
                      <a:xfrm>
                        <a:off x="2123728" y="3904827"/>
                        <a:ext cx="3559175" cy="978218"/>
                      </a:xfrm>
                      <a:prstGeom prst="rect">
                        <a:avLst/>
                      </a:prstGeom>
                      <a:noFill/>
                      <a:ln w="38100">
                        <a:noFill/>
                        <a:miter/>
                      </a:ln>
                    </p:spPr>
                  </p:pic>
                </p:oleObj>
              </mc:Fallback>
            </mc:AlternateContent>
          </a:graphicData>
        </a:graphic>
      </p:graphicFrame>
      <p:sp>
        <p:nvSpPr>
          <p:cNvPr id="9" name="Rectangle 9"/>
          <p:cNvSpPr/>
          <p:nvPr/>
        </p:nvSpPr>
        <p:spPr>
          <a:xfrm>
            <a:off x="6424142" y="2806706"/>
            <a:ext cx="2723823" cy="525465"/>
          </a:xfrm>
          <a:prstGeom prst="rect">
            <a:avLst/>
          </a:prstGeom>
          <a:noFill/>
          <a:ln w="9525">
            <a:noFill/>
          </a:ln>
        </p:spPr>
        <p:txBody>
          <a:bodyPr wrap="none" anchor="t">
            <a:spAutoFit/>
          </a:bodyPr>
          <a:lstStyle/>
          <a:p>
            <a:pPr>
              <a:lnSpc>
                <a:spcPct val="130000"/>
              </a:lnSpc>
            </a:pPr>
            <a:r>
              <a:rPr lang="zh-CN" altLang="en-US" sz="2400" b="1" dirty="0" smtClean="0">
                <a:solidFill>
                  <a:srgbClr val="C00000"/>
                </a:solidFill>
                <a:latin typeface="Times New Roman" panose="02020603050405020304" pitchFamily="18" charset="0"/>
                <a:ea typeface="微软雅黑" panose="020B0503020204020204" charset="-122"/>
                <a:cs typeface="Times New Roman" panose="02020603050405020304" pitchFamily="18" charset="0"/>
              </a:rPr>
              <a:t> 剩余结构单元：</a:t>
            </a:r>
            <a:r>
              <a:rPr lang="zh-CN" altLang="en-US" sz="2400" dirty="0" smtClean="0">
                <a:latin typeface="Times New Roman" panose="02020603050405020304" pitchFamily="18" charset="0"/>
                <a:ea typeface="微软雅黑" panose="020B0503020204020204" charset="-122"/>
                <a:cs typeface="Times New Roman" panose="02020603050405020304" pitchFamily="18" charset="0"/>
              </a:rPr>
              <a:t>无</a:t>
            </a:r>
            <a:endParaRPr lang="en-US" altLang="zh-CN" sz="2400" dirty="0">
              <a:latin typeface="Times New Roman" panose="02020603050405020304" pitchFamily="18" charset="0"/>
              <a:ea typeface="微软雅黑" panose="020B0503020204020204"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8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9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7" grpId="0"/>
      <p:bldP spid="34817" grpId="1"/>
      <p:bldP spid="34820" grpId="1"/>
      <p:bldP spid="2" grpId="1"/>
      <p:bldP spid="9" grpId="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9939" name="Object 11"/>
          <p:cNvGraphicFramePr>
            <a:graphicFrameLocks noChangeAspect="1"/>
          </p:cNvGraphicFramePr>
          <p:nvPr>
            <p:extLst>
              <p:ext uri="{D42A27DB-BD31-4B8C-83A1-F6EECF244321}">
                <p14:modId xmlns:p14="http://schemas.microsoft.com/office/powerpoint/2010/main" val="2778872986"/>
              </p:ext>
            </p:extLst>
          </p:nvPr>
        </p:nvGraphicFramePr>
        <p:xfrm>
          <a:off x="899592" y="805289"/>
          <a:ext cx="5407011" cy="3360044"/>
        </p:xfrm>
        <a:graphic>
          <a:graphicData uri="http://schemas.openxmlformats.org/presentationml/2006/ole">
            <mc:AlternateContent xmlns:mc="http://schemas.openxmlformats.org/markup-compatibility/2006">
              <mc:Choice xmlns:v="urn:schemas-microsoft-com:vml" Requires="v">
                <p:oleObj spid="_x0000_s8281" r:id="rId4" imgW="4255135" imgH="3524885" progId="ChemDraw.Document.6.0">
                  <p:embed/>
                </p:oleObj>
              </mc:Choice>
              <mc:Fallback>
                <p:oleObj r:id="rId4" imgW="4255135" imgH="3524885" progId="ChemDraw.Document.6.0">
                  <p:embed/>
                  <p:pic>
                    <p:nvPicPr>
                      <p:cNvPr id="0" name="图片 3081"/>
                      <p:cNvPicPr/>
                      <p:nvPr/>
                    </p:nvPicPr>
                    <p:blipFill>
                      <a:blip r:embed="rId5"/>
                      <a:stretch>
                        <a:fillRect/>
                      </a:stretch>
                    </p:blipFill>
                    <p:spPr>
                      <a:xfrm>
                        <a:off x="899592" y="805289"/>
                        <a:ext cx="5407011" cy="3360044"/>
                      </a:xfrm>
                      <a:prstGeom prst="rect">
                        <a:avLst/>
                      </a:prstGeom>
                      <a:solidFill>
                        <a:srgbClr val="FFCCCC"/>
                      </a:solidFill>
                      <a:ln w="38100">
                        <a:noFill/>
                        <a:miter/>
                      </a:ln>
                    </p:spPr>
                  </p:pic>
                </p:oleObj>
              </mc:Fallback>
            </mc:AlternateContent>
          </a:graphicData>
        </a:graphic>
      </p:graphicFrame>
      <p:sp>
        <p:nvSpPr>
          <p:cNvPr id="35841" name="Rectangle 5"/>
          <p:cNvSpPr/>
          <p:nvPr/>
        </p:nvSpPr>
        <p:spPr>
          <a:xfrm>
            <a:off x="105410" y="119539"/>
            <a:ext cx="3026430" cy="525657"/>
          </a:xfrm>
          <a:prstGeom prst="rect">
            <a:avLst/>
          </a:prstGeom>
          <a:noFill/>
          <a:ln w="9525">
            <a:noFill/>
          </a:ln>
        </p:spPr>
        <p:txBody>
          <a:bodyPr wrap="square" anchor="t">
            <a:spAutoFit/>
          </a:bodyPr>
          <a:lstStyle/>
          <a:p>
            <a:pPr>
              <a:lnSpc>
                <a:spcPct val="130000"/>
              </a:lnSpc>
            </a:pPr>
            <a:r>
              <a:rPr lang="en-US" altLang="zh-CN" sz="2400" b="1" dirty="0" smtClean="0">
                <a:solidFill>
                  <a:srgbClr val="C00000"/>
                </a:solidFill>
                <a:latin typeface="微软雅黑" panose="020B0503020204020204" charset="-122"/>
                <a:ea typeface="微软雅黑" panose="020B0503020204020204" charset="-122"/>
              </a:rPr>
              <a:t>5</a:t>
            </a:r>
            <a:r>
              <a:rPr lang="zh-CN" altLang="en-US" sz="2400" b="1" dirty="0" smtClean="0">
                <a:solidFill>
                  <a:srgbClr val="C00000"/>
                </a:solidFill>
                <a:latin typeface="微软雅黑" panose="020B0503020204020204" charset="-122"/>
                <a:ea typeface="微软雅黑" panose="020B0503020204020204" charset="-122"/>
              </a:rPr>
              <a:t>）</a:t>
            </a:r>
            <a:r>
              <a:rPr lang="en-US" altLang="zh-CN" sz="2400" b="1" dirty="0" smtClean="0">
                <a:solidFill>
                  <a:srgbClr val="C00000"/>
                </a:solidFill>
                <a:latin typeface="微软雅黑" panose="020B0503020204020204" charset="-122"/>
                <a:ea typeface="微软雅黑" panose="020B0503020204020204" charset="-122"/>
                <a:cs typeface="微软雅黑" panose="020B0503020204020204" charset="-122"/>
              </a:rPr>
              <a:t> </a:t>
            </a:r>
            <a:r>
              <a:rPr lang="zh-CN" altLang="en-US" sz="2400" b="1" dirty="0">
                <a:solidFill>
                  <a:srgbClr val="C00000"/>
                </a:solidFill>
                <a:latin typeface="微软雅黑" panose="020B0503020204020204" charset="-122"/>
                <a:ea typeface="微软雅黑" panose="020B0503020204020204" charset="-122"/>
                <a:cs typeface="微软雅黑" panose="020B0503020204020204" charset="-122"/>
              </a:rPr>
              <a:t>验证结构</a:t>
            </a:r>
            <a:endParaRPr lang="en-US" altLang="zh-CN" sz="2400" b="1" dirty="0">
              <a:solidFill>
                <a:srgbClr val="C00000"/>
              </a:solidFill>
              <a:latin typeface="微软雅黑" panose="020B0503020204020204" charset="-122"/>
              <a:ea typeface="微软雅黑" panose="020B0503020204020204" charset="-122"/>
              <a:cs typeface="微软雅黑" panose="020B0503020204020204" charset="-122"/>
            </a:endParaRPr>
          </a:p>
        </p:txBody>
      </p:sp>
      <p:sp>
        <p:nvSpPr>
          <p:cNvPr id="35843" name="Rectangle 8"/>
          <p:cNvSpPr/>
          <p:nvPr/>
        </p:nvSpPr>
        <p:spPr>
          <a:xfrm>
            <a:off x="111852" y="1203598"/>
            <a:ext cx="492443" cy="1569660"/>
          </a:xfrm>
          <a:prstGeom prst="rect">
            <a:avLst/>
          </a:prstGeom>
          <a:noFill/>
          <a:ln w="9525">
            <a:noFill/>
          </a:ln>
        </p:spPr>
        <p:txBody>
          <a:bodyPr wrap="none" anchor="t">
            <a:spAutoFit/>
          </a:bodyPr>
          <a:lstStyle/>
          <a:p>
            <a:r>
              <a:rPr lang="zh-CN" altLang="en-US" sz="2400" b="1" dirty="0">
                <a:solidFill>
                  <a:srgbClr val="000099"/>
                </a:solidFill>
                <a:latin typeface="微软雅黑" panose="020B0503020204020204" charset="-122"/>
                <a:ea typeface="微软雅黑" panose="020B0503020204020204" charset="-122"/>
              </a:rPr>
              <a:t>质</a:t>
            </a:r>
          </a:p>
          <a:p>
            <a:r>
              <a:rPr lang="zh-CN" altLang="en-US" sz="2400" b="1" dirty="0">
                <a:solidFill>
                  <a:srgbClr val="000099"/>
                </a:solidFill>
                <a:latin typeface="微软雅黑" panose="020B0503020204020204" charset="-122"/>
                <a:ea typeface="微软雅黑" panose="020B0503020204020204" charset="-122"/>
              </a:rPr>
              <a:t>谱</a:t>
            </a:r>
          </a:p>
          <a:p>
            <a:r>
              <a:rPr lang="zh-CN" altLang="en-US" sz="2400" b="1" dirty="0">
                <a:solidFill>
                  <a:srgbClr val="000099"/>
                </a:solidFill>
                <a:latin typeface="微软雅黑" panose="020B0503020204020204" charset="-122"/>
                <a:ea typeface="微软雅黑" panose="020B0503020204020204" charset="-122"/>
              </a:rPr>
              <a:t>裂</a:t>
            </a:r>
          </a:p>
          <a:p>
            <a:r>
              <a:rPr lang="zh-CN" altLang="en-US" sz="2400" b="1" dirty="0">
                <a:solidFill>
                  <a:srgbClr val="000099"/>
                </a:solidFill>
                <a:latin typeface="微软雅黑" panose="020B0503020204020204" charset="-122"/>
                <a:ea typeface="微软雅黑" panose="020B0503020204020204" charset="-122"/>
              </a:rPr>
              <a:t>解</a:t>
            </a:r>
          </a:p>
        </p:txBody>
      </p:sp>
      <p:pic>
        <p:nvPicPr>
          <p:cNvPr id="5" name="Picture 5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72200" y="33704"/>
            <a:ext cx="2589816" cy="1569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5220072" y="90453"/>
            <a:ext cx="3402806" cy="1856184"/>
          </a:xfrm>
        </p:spPr>
      </p:pic>
      <p:pic>
        <p:nvPicPr>
          <p:cNvPr id="13315"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528" y="155171"/>
            <a:ext cx="3381375" cy="1827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316287"/>
            <a:ext cx="4707731" cy="1303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7"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68157" y="2139702"/>
            <a:ext cx="4106636" cy="172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8" name="文本框 1"/>
          <p:cNvSpPr txBox="1">
            <a:spLocks noChangeArrowheads="1"/>
          </p:cNvSpPr>
          <p:nvPr/>
        </p:nvSpPr>
        <p:spPr bwMode="auto">
          <a:xfrm>
            <a:off x="1403648" y="4515966"/>
            <a:ext cx="58340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800" dirty="0"/>
              <a:t>从高场到低场氢原子数目比</a:t>
            </a:r>
            <a:r>
              <a:rPr lang="en-US" altLang="zh-CN" sz="1800" dirty="0"/>
              <a:t>6</a:t>
            </a:r>
            <a:r>
              <a:rPr lang="zh-CN" altLang="en-US" sz="1800" dirty="0"/>
              <a:t>：</a:t>
            </a:r>
            <a:r>
              <a:rPr lang="en-US" altLang="zh-CN" sz="1800" dirty="0"/>
              <a:t>2</a:t>
            </a:r>
            <a:r>
              <a:rPr lang="zh-CN" altLang="en-US" sz="1800" dirty="0"/>
              <a:t>：</a:t>
            </a:r>
            <a:r>
              <a:rPr lang="en-US" altLang="zh-CN" sz="1800" dirty="0"/>
              <a:t>4</a:t>
            </a:r>
            <a:r>
              <a:rPr lang="zh-CN" altLang="en-US" sz="1800" dirty="0"/>
              <a:t>：</a:t>
            </a:r>
            <a:r>
              <a:rPr lang="en-US" altLang="zh-CN" sz="1800" dirty="0"/>
              <a:t>1</a:t>
            </a:r>
            <a:endParaRPr lang="zh-CN" altLang="en-US" sz="1800" dirty="0"/>
          </a:p>
        </p:txBody>
      </p:sp>
    </p:spTree>
    <p:extLst>
      <p:ext uri="{BB962C8B-B14F-4D97-AF65-F5344CB8AC3E}">
        <p14:creationId xmlns:p14="http://schemas.microsoft.com/office/powerpoint/2010/main" val="15381856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4300" y="195263"/>
            <a:ext cx="1835944" cy="6298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39" name="Rectangle 7"/>
          <p:cNvSpPr>
            <a:spLocks noChangeArrowheads="1"/>
          </p:cNvSpPr>
          <p:nvPr/>
        </p:nvSpPr>
        <p:spPr bwMode="auto">
          <a:xfrm>
            <a:off x="1439466" y="357188"/>
            <a:ext cx="264556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rgbClr val="000099"/>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rgbClr val="000099"/>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rgbClr val="000099"/>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rgbClr val="000099"/>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rgbClr val="000099"/>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rgbClr val="000099"/>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rgbClr val="000099"/>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rgbClr val="000099"/>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rgbClr val="000099"/>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800" b="1">
                <a:solidFill>
                  <a:srgbClr val="FF0000"/>
                </a:solidFill>
              </a:rPr>
              <a:t>答案及质谱裂解过程：</a:t>
            </a:r>
          </a:p>
        </p:txBody>
      </p:sp>
      <p:graphicFrame>
        <p:nvGraphicFramePr>
          <p:cNvPr id="14340" name="Object 9"/>
          <p:cNvGraphicFramePr>
            <a:graphicFrameLocks noChangeAspect="1"/>
          </p:cNvGraphicFramePr>
          <p:nvPr/>
        </p:nvGraphicFramePr>
        <p:xfrm>
          <a:off x="2033588" y="951310"/>
          <a:ext cx="5509022" cy="3952875"/>
        </p:xfrm>
        <a:graphic>
          <a:graphicData uri="http://schemas.openxmlformats.org/presentationml/2006/ole">
            <mc:AlternateContent xmlns:mc="http://schemas.openxmlformats.org/markup-compatibility/2006">
              <mc:Choice xmlns:v="urn:schemas-microsoft-com:vml" Requires="v">
                <p:oleObj spid="_x0000_s12290" name="CS ChemDraw Drawing" r:id="rId4" imgW="5327904" imgH="3823716" progId="ChemDraw.Document.6.0">
                  <p:embed/>
                </p:oleObj>
              </mc:Choice>
              <mc:Fallback>
                <p:oleObj name="CS ChemDraw Drawing" r:id="rId4" imgW="5327904" imgH="3823716" progId="ChemDraw.Document.6.0">
                  <p:embed/>
                  <p:pic>
                    <p:nvPicPr>
                      <p:cNvPr id="1434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33588" y="951310"/>
                        <a:ext cx="5509022" cy="3952875"/>
                      </a:xfrm>
                      <a:prstGeom prst="rect">
                        <a:avLst/>
                      </a:prstGeom>
                      <a:solidFill>
                        <a:srgbClr val="FFCCCC"/>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69639612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19700" y="54769"/>
            <a:ext cx="3011091"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3" name="Picture 14"/>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1143000" y="0"/>
            <a:ext cx="3910013" cy="1547813"/>
          </a:xfrm>
          <a:noFill/>
          <a:extLst>
            <a:ext uri="{909E8E84-426E-40DD-AFC4-6F175D3DCCD1}">
              <a14:hiddenFill xmlns:a14="http://schemas.microsoft.com/office/drawing/2010/main">
                <a:solidFill>
                  <a:srgbClr val="FFFFFF"/>
                </a:solidFill>
              </a14:hiddenFill>
            </a:ext>
          </a:extLst>
        </p:spPr>
      </p:pic>
      <p:pic>
        <p:nvPicPr>
          <p:cNvPr id="1536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7541" y="1600201"/>
            <a:ext cx="3775472" cy="1641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5"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43025" y="3328988"/>
            <a:ext cx="5178029" cy="183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120529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386" name="Object 4"/>
          <p:cNvGraphicFramePr>
            <a:graphicFrameLocks noChangeAspect="1"/>
          </p:cNvGraphicFramePr>
          <p:nvPr/>
        </p:nvGraphicFramePr>
        <p:xfrm>
          <a:off x="3977879" y="303610"/>
          <a:ext cx="2915840" cy="513159"/>
        </p:xfrm>
        <a:graphic>
          <a:graphicData uri="http://schemas.openxmlformats.org/presentationml/2006/ole">
            <mc:AlternateContent xmlns:mc="http://schemas.openxmlformats.org/markup-compatibility/2006">
              <mc:Choice xmlns:v="urn:schemas-microsoft-com:vml" Requires="v">
                <p:oleObj spid="_x0000_s13314" name="CS ChemDraw Drawing" r:id="rId3" imgW="2114835" imgH="374280" progId="ChemDraw.Document.6.0">
                  <p:embed/>
                </p:oleObj>
              </mc:Choice>
              <mc:Fallback>
                <p:oleObj name="CS ChemDraw Drawing" r:id="rId3" imgW="2114835" imgH="374280" progId="ChemDraw.Document.6.0">
                  <p:embed/>
                  <p:pic>
                    <p:nvPicPr>
                      <p:cNvPr id="1638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77879" y="303610"/>
                        <a:ext cx="2915840" cy="5131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387" name="Rectangle 5"/>
          <p:cNvSpPr>
            <a:spLocks noChangeArrowheads="1"/>
          </p:cNvSpPr>
          <p:nvPr/>
        </p:nvSpPr>
        <p:spPr bwMode="auto">
          <a:xfrm>
            <a:off x="1494235" y="411956"/>
            <a:ext cx="264556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rgbClr val="000099"/>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rgbClr val="000099"/>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rgbClr val="000099"/>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rgbClr val="000099"/>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rgbClr val="000099"/>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rgbClr val="000099"/>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rgbClr val="000099"/>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rgbClr val="000099"/>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rgbClr val="000099"/>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800" b="1">
                <a:solidFill>
                  <a:srgbClr val="FF0000"/>
                </a:solidFill>
              </a:rPr>
              <a:t>答案及质谱裂解过程：</a:t>
            </a:r>
          </a:p>
        </p:txBody>
      </p:sp>
      <p:graphicFrame>
        <p:nvGraphicFramePr>
          <p:cNvPr id="16388" name="Object 6"/>
          <p:cNvGraphicFramePr>
            <a:graphicFrameLocks noChangeAspect="1"/>
          </p:cNvGraphicFramePr>
          <p:nvPr/>
        </p:nvGraphicFramePr>
        <p:xfrm>
          <a:off x="1547813" y="1113235"/>
          <a:ext cx="6265069" cy="3461147"/>
        </p:xfrm>
        <a:graphic>
          <a:graphicData uri="http://schemas.openxmlformats.org/presentationml/2006/ole">
            <mc:AlternateContent xmlns:mc="http://schemas.openxmlformats.org/markup-compatibility/2006">
              <mc:Choice xmlns:v="urn:schemas-microsoft-com:vml" Requires="v">
                <p:oleObj spid="_x0000_s13315" name="CS ChemDraw Drawing" r:id="rId5" imgW="5466588" imgH="3020568" progId="ChemDraw.Document.6.0">
                  <p:embed/>
                </p:oleObj>
              </mc:Choice>
              <mc:Fallback>
                <p:oleObj name="CS ChemDraw Drawing" r:id="rId5" imgW="5466588" imgH="3020568" progId="ChemDraw.Document.6.0">
                  <p:embed/>
                  <p:pic>
                    <p:nvPicPr>
                      <p:cNvPr id="16388"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47813" y="1113235"/>
                        <a:ext cx="6265069" cy="3461147"/>
                      </a:xfrm>
                      <a:prstGeom prst="rect">
                        <a:avLst/>
                      </a:prstGeom>
                      <a:solidFill>
                        <a:srgbClr val="FFCCCC"/>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90851014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2" name="Rectangle 4"/>
          <p:cNvSpPr>
            <a:spLocks noChangeArrowheads="1"/>
          </p:cNvSpPr>
          <p:nvPr/>
        </p:nvSpPr>
        <p:spPr bwMode="auto">
          <a:xfrm>
            <a:off x="1191817" y="71437"/>
            <a:ext cx="627095"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2100" b="1" dirty="0">
                <a:solidFill>
                  <a:srgbClr val="FF0000"/>
                </a:solidFill>
                <a:effectLst>
                  <a:outerShdw blurRad="38100" dist="38100" dir="2700000" algn="tl">
                    <a:srgbClr val="000000"/>
                  </a:outerShdw>
                </a:effectLst>
                <a:ea typeface="宋体" charset="-122"/>
              </a:rPr>
              <a:t>例</a:t>
            </a:r>
            <a:r>
              <a:rPr lang="en-US" altLang="zh-CN" sz="2100" b="1" dirty="0">
                <a:solidFill>
                  <a:srgbClr val="FF0000"/>
                </a:solidFill>
                <a:effectLst>
                  <a:outerShdw blurRad="38100" dist="38100" dir="2700000" algn="tl">
                    <a:srgbClr val="000000"/>
                  </a:outerShdw>
                </a:effectLst>
                <a:ea typeface="宋体" charset="-122"/>
              </a:rPr>
              <a:t>4</a:t>
            </a:r>
          </a:p>
        </p:txBody>
      </p:sp>
      <p:pic>
        <p:nvPicPr>
          <p:cNvPr id="17411"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0378" y="0"/>
            <a:ext cx="2965847"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41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20378" y="1637110"/>
            <a:ext cx="3398045" cy="1620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34666" y="3268266"/>
            <a:ext cx="5594747" cy="15120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4"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25579" y="657225"/>
            <a:ext cx="3248025" cy="1960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55180236"/>
      </p:ext>
    </p:extLst>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4" descr="习题7-2-黑"/>
          <p:cNvPicPr>
            <a:picLocks noChangeAspect="1" noChangeArrowheads="1"/>
          </p:cNvPicPr>
          <p:nvPr/>
        </p:nvPicPr>
        <p:blipFill>
          <a:blip r:embed="rId2" cstate="print">
            <a:extLst>
              <a:ext uri="{28A0092B-C50C-407E-A947-70E740481C1C}">
                <a14:useLocalDpi xmlns:a14="http://schemas.microsoft.com/office/drawing/2010/main" val="0"/>
              </a:ext>
            </a:extLst>
          </a:blip>
          <a:srcRect l="7181" t="31282" r="36929" b="51416"/>
          <a:stretch>
            <a:fillRect/>
          </a:stretch>
        </p:blipFill>
        <p:spPr bwMode="auto">
          <a:xfrm>
            <a:off x="2519363" y="-10716"/>
            <a:ext cx="3780235" cy="1584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95362" name="Rectangle 2"/>
          <p:cNvSpPr>
            <a:spLocks noGrp="1" noChangeArrowheads="1"/>
          </p:cNvSpPr>
          <p:nvPr>
            <p:ph type="title" idx="4294967295"/>
          </p:nvPr>
        </p:nvSpPr>
        <p:spPr>
          <a:xfrm>
            <a:off x="971550" y="571500"/>
            <a:ext cx="1771650" cy="2114550"/>
          </a:xfrm>
        </p:spPr>
        <p:txBody>
          <a:bodyPr anchorCtr="1"/>
          <a:lstStyle/>
          <a:p>
            <a:pPr eaLnBrk="1" hangingPunct="1">
              <a:defRPr/>
            </a:pPr>
            <a:r>
              <a:rPr lang="zh-CN" altLang="en-US" sz="2400">
                <a:solidFill>
                  <a:srgbClr val="FF0000"/>
                </a:solidFill>
                <a:effectLst>
                  <a:outerShdw blurRad="38100" dist="38100" dir="2700000" algn="tl">
                    <a:srgbClr val="000000"/>
                  </a:outerShdw>
                </a:effectLst>
              </a:rPr>
              <a:t>质</a:t>
            </a:r>
            <a:br>
              <a:rPr lang="zh-CN" altLang="en-US" sz="2400">
                <a:solidFill>
                  <a:srgbClr val="FF0000"/>
                </a:solidFill>
                <a:effectLst>
                  <a:outerShdw blurRad="38100" dist="38100" dir="2700000" algn="tl">
                    <a:srgbClr val="000000"/>
                  </a:outerShdw>
                </a:effectLst>
              </a:rPr>
            </a:br>
            <a:r>
              <a:rPr lang="zh-CN" altLang="en-US" sz="2400">
                <a:solidFill>
                  <a:srgbClr val="FF0000"/>
                </a:solidFill>
                <a:effectLst>
                  <a:outerShdw blurRad="38100" dist="38100" dir="2700000" algn="tl">
                    <a:srgbClr val="000000"/>
                  </a:outerShdw>
                </a:effectLst>
              </a:rPr>
              <a:t>谱</a:t>
            </a:r>
            <a:br>
              <a:rPr lang="zh-CN" altLang="en-US" sz="2400">
                <a:solidFill>
                  <a:srgbClr val="FF0000"/>
                </a:solidFill>
                <a:effectLst>
                  <a:outerShdw blurRad="38100" dist="38100" dir="2700000" algn="tl">
                    <a:srgbClr val="000000"/>
                  </a:outerShdw>
                </a:effectLst>
              </a:rPr>
            </a:br>
            <a:r>
              <a:rPr lang="zh-CN" altLang="en-US" sz="2400">
                <a:solidFill>
                  <a:srgbClr val="FF0000"/>
                </a:solidFill>
                <a:effectLst>
                  <a:outerShdw blurRad="38100" dist="38100" dir="2700000" algn="tl">
                    <a:srgbClr val="000000"/>
                  </a:outerShdw>
                </a:effectLst>
              </a:rPr>
              <a:t>裂</a:t>
            </a:r>
            <a:br>
              <a:rPr lang="zh-CN" altLang="en-US" sz="2400">
                <a:solidFill>
                  <a:srgbClr val="FF0000"/>
                </a:solidFill>
                <a:effectLst>
                  <a:outerShdw blurRad="38100" dist="38100" dir="2700000" algn="tl">
                    <a:srgbClr val="000000"/>
                  </a:outerShdw>
                </a:effectLst>
              </a:rPr>
            </a:br>
            <a:r>
              <a:rPr lang="zh-CN" altLang="en-US" sz="2400">
                <a:solidFill>
                  <a:srgbClr val="FF0000"/>
                </a:solidFill>
                <a:effectLst>
                  <a:outerShdw blurRad="38100" dist="38100" dir="2700000" algn="tl">
                    <a:srgbClr val="000000"/>
                  </a:outerShdw>
                </a:effectLst>
              </a:rPr>
              <a:t>解</a:t>
            </a:r>
          </a:p>
        </p:txBody>
      </p:sp>
      <p:pic>
        <p:nvPicPr>
          <p:cNvPr id="18436"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7710" y="1843087"/>
            <a:ext cx="3757613" cy="330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86990886"/>
      </p:ext>
    </p:extLst>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0"/>
            <a:ext cx="3267075" cy="1634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5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44617" y="1191"/>
            <a:ext cx="3402806" cy="1908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1634729"/>
            <a:ext cx="3590925" cy="2158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1"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44617" y="3057525"/>
            <a:ext cx="3402806" cy="208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9151613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6160" y="195263"/>
            <a:ext cx="5940028" cy="4774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0701834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矩形 1"/>
          <p:cNvSpPr>
            <a:spLocks noChangeArrowheads="1"/>
          </p:cNvSpPr>
          <p:nvPr/>
        </p:nvSpPr>
        <p:spPr bwMode="auto">
          <a:xfrm>
            <a:off x="1143000" y="141685"/>
            <a:ext cx="67770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rgbClr val="000099"/>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rgbClr val="000099"/>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rgbClr val="000099"/>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rgbClr val="000099"/>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rgbClr val="000099"/>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rgbClr val="000099"/>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rgbClr val="000099"/>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rgbClr val="000099"/>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rgbClr val="000099"/>
                </a:solidFill>
                <a:latin typeface="Times New Roman" panose="02020603050405020304" pitchFamily="18" charset="0"/>
                <a:ea typeface="宋体" panose="02010600030101010101" pitchFamily="2" charset="-122"/>
              </a:defRPr>
            </a:lvl9pPr>
          </a:lstStyle>
          <a:p>
            <a:pPr>
              <a:spcBef>
                <a:spcPct val="0"/>
              </a:spcBef>
              <a:buFontTx/>
              <a:buNone/>
            </a:pPr>
            <a:r>
              <a:rPr lang="zh-CN" altLang="zh-CN" sz="1800">
                <a:solidFill>
                  <a:schemeClr val="tx1"/>
                </a:solidFill>
              </a:rPr>
              <a:t>某化合物分子式</a:t>
            </a:r>
            <a:r>
              <a:rPr lang="en-US" altLang="zh-CN" sz="1800">
                <a:solidFill>
                  <a:schemeClr val="tx1"/>
                </a:solidFill>
              </a:rPr>
              <a:t>C</a:t>
            </a:r>
            <a:r>
              <a:rPr lang="en-US" altLang="zh-CN" sz="1800" baseline="-25000">
                <a:solidFill>
                  <a:schemeClr val="tx1"/>
                </a:solidFill>
              </a:rPr>
              <a:t>7</a:t>
            </a:r>
            <a:r>
              <a:rPr lang="en-US" altLang="zh-CN" sz="1800">
                <a:solidFill>
                  <a:schemeClr val="tx1"/>
                </a:solidFill>
              </a:rPr>
              <a:t>H</a:t>
            </a:r>
            <a:r>
              <a:rPr lang="en-US" altLang="zh-CN" sz="1800" baseline="-25000">
                <a:solidFill>
                  <a:schemeClr val="tx1"/>
                </a:solidFill>
              </a:rPr>
              <a:t>17</a:t>
            </a:r>
            <a:r>
              <a:rPr lang="en-US" altLang="zh-CN" sz="1800">
                <a:solidFill>
                  <a:schemeClr val="tx1"/>
                </a:solidFill>
              </a:rPr>
              <a:t>NO</a:t>
            </a:r>
            <a:r>
              <a:rPr lang="zh-CN" altLang="zh-CN" sz="1800">
                <a:solidFill>
                  <a:schemeClr val="tx1"/>
                </a:solidFill>
              </a:rPr>
              <a:t>，根据谱图确定其结构，并说明依据。</a:t>
            </a:r>
            <a:endParaRPr lang="zh-CN" altLang="en-US" sz="1800">
              <a:solidFill>
                <a:schemeClr val="tx1"/>
              </a:solidFill>
            </a:endParaRPr>
          </a:p>
        </p:txBody>
      </p:sp>
      <p:pic>
        <p:nvPicPr>
          <p:cNvPr id="21507"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43000" y="627460"/>
            <a:ext cx="2939654" cy="12882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21508"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18423" y="848916"/>
            <a:ext cx="3239690" cy="17014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21509"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43000" y="2031207"/>
            <a:ext cx="3290888" cy="151209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21510" name="Picture 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631531" y="2950369"/>
            <a:ext cx="3300413" cy="17073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Tree>
    <p:extLst>
      <p:ext uri="{BB962C8B-B14F-4D97-AF65-F5344CB8AC3E}">
        <p14:creationId xmlns:p14="http://schemas.microsoft.com/office/powerpoint/2010/main" val="33698896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矩形 1"/>
          <p:cNvSpPr>
            <a:spLocks noChangeArrowheads="1"/>
          </p:cNvSpPr>
          <p:nvPr/>
        </p:nvSpPr>
        <p:spPr bwMode="auto">
          <a:xfrm>
            <a:off x="1439466" y="25004"/>
            <a:ext cx="648057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rgbClr val="000099"/>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rgbClr val="000099"/>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rgbClr val="000099"/>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rgbClr val="000099"/>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rgbClr val="000099"/>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rgbClr val="000099"/>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rgbClr val="000099"/>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rgbClr val="000099"/>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rgbClr val="000099"/>
                </a:solidFill>
                <a:latin typeface="Times New Roman" panose="02020603050405020304" pitchFamily="18" charset="0"/>
                <a:ea typeface="宋体" panose="02010600030101010101" pitchFamily="2" charset="-122"/>
              </a:defRPr>
            </a:lvl9pPr>
          </a:lstStyle>
          <a:p>
            <a:pPr>
              <a:spcBef>
                <a:spcPct val="0"/>
              </a:spcBef>
              <a:buFontTx/>
              <a:buNone/>
            </a:pPr>
            <a:r>
              <a:rPr lang="zh-CN" altLang="zh-CN" sz="1800">
                <a:solidFill>
                  <a:schemeClr val="tx1"/>
                </a:solidFill>
              </a:rPr>
              <a:t>根据如下谱图确定含氧化合物（</a:t>
            </a:r>
            <a:r>
              <a:rPr lang="en-US" altLang="zh-CN" sz="1800">
                <a:solidFill>
                  <a:schemeClr val="tx1"/>
                </a:solidFill>
              </a:rPr>
              <a:t>M=178</a:t>
            </a:r>
            <a:r>
              <a:rPr lang="zh-CN" altLang="zh-CN" sz="1800">
                <a:solidFill>
                  <a:schemeClr val="tx1"/>
                </a:solidFill>
              </a:rPr>
              <a:t>）结构，并说明依据。</a:t>
            </a:r>
            <a:endParaRPr lang="zh-CN" altLang="en-US" sz="1800">
              <a:solidFill>
                <a:schemeClr val="tx1"/>
              </a:solidFill>
            </a:endParaRPr>
          </a:p>
        </p:txBody>
      </p:sp>
      <p:pic>
        <p:nvPicPr>
          <p:cNvPr id="2253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1809" y="627460"/>
            <a:ext cx="3955257" cy="1177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2"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0144" y="1924051"/>
            <a:ext cx="3955256" cy="1440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3"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23963" y="3219451"/>
            <a:ext cx="3955256" cy="1726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4"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04198" y="2356247"/>
            <a:ext cx="2915840" cy="174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030151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图片 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43000" y="1"/>
            <a:ext cx="2996804" cy="1545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5" name="图片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64806" y="0"/>
            <a:ext cx="3949304" cy="1620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6" name="图片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23963" y="1869282"/>
            <a:ext cx="4104085" cy="17597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7" name="图片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24300" y="3629025"/>
            <a:ext cx="3948113" cy="151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162887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86916"/>
            <a:ext cx="3590925" cy="1475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79" name="图片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9669" y="1610916"/>
            <a:ext cx="3954066" cy="1491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0" name="图片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90975" y="1594247"/>
            <a:ext cx="3948113" cy="157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1" name="图片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85023" y="3381375"/>
            <a:ext cx="3954065" cy="1418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2846882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图片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3253979"/>
            <a:ext cx="3949304" cy="183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3" name="图片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68404" y="2160985"/>
            <a:ext cx="3665934" cy="2010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4" name="图片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45744" y="86916"/>
            <a:ext cx="3955256" cy="2082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5" name="图片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3001" y="95250"/>
            <a:ext cx="3955256" cy="2065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6701371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主题3">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暗香扑面">
      <a:fillStyleLst>
        <a:solidFill>
          <a:schemeClr val="phClr"/>
        </a:solidFill>
        <a:gradFill rotWithShape="1">
          <a:gsLst>
            <a:gs pos="0">
              <a:schemeClr val="phClr">
                <a:tint val="98000"/>
                <a:satMod val="220000"/>
              </a:schemeClr>
            </a:gs>
            <a:gs pos="31000">
              <a:schemeClr val="phClr">
                <a:tint val="30000"/>
                <a:satMod val="150000"/>
              </a:schemeClr>
            </a:gs>
            <a:gs pos="91000">
              <a:schemeClr val="phClr">
                <a:tint val="96000"/>
              </a:schemeClr>
            </a:gs>
          </a:gsLst>
          <a:path path="circle">
            <a:fillToRect l="50000" t="150000" r="50000"/>
          </a:path>
        </a:gradFill>
        <a:blipFill>
          <a:blip xmlns:r="http://schemas.openxmlformats.org/officeDocument/2006/relationships" r:embed="rId1">
            <a:duotone>
              <a:schemeClr val="phClr">
                <a:shade val="28000"/>
                <a:satMod val="100000"/>
              </a:schemeClr>
              <a:schemeClr val="phClr">
                <a:tint val="100000"/>
                <a:satMod val="200000"/>
              </a:schemeClr>
            </a:duotone>
          </a:blip>
          <a:tile tx="0" ty="0" sx="80000" sy="80000" flip="none" algn="tl"/>
        </a:blipFill>
      </a:fillStyleLst>
      <a:lnStyleLst>
        <a:ln w="12700" cap="flat" cmpd="sng" algn="ctr">
          <a:solidFill>
            <a:schemeClr val="phClr"/>
          </a:solidFill>
          <a:prstDash val="solid"/>
        </a:ln>
        <a:ln w="25400" cap="flat" cmpd="sng" algn="ctr">
          <a:solidFill>
            <a:schemeClr val="phClr"/>
          </a:solidFill>
          <a:prstDash val="solid"/>
        </a:ln>
        <a:ln w="38100" cap="flat" cmpd="dbl" algn="ctr">
          <a:solidFill>
            <a:schemeClr val="phClr"/>
          </a:solidFill>
          <a:prstDash val="solid"/>
        </a:ln>
      </a:lnStyleLst>
      <a:effectStyleLst>
        <a:effectStyle>
          <a:effectLst>
            <a:glow rad="63500">
              <a:schemeClr val="phClr">
                <a:alpha val="45000"/>
                <a:satMod val="110000"/>
              </a:schemeClr>
            </a:glow>
          </a:effectLst>
        </a:effectStyle>
        <a:effectStyle>
          <a:effectLst>
            <a:outerShdw blurRad="34925" dist="31750" dir="5400000" algn="tl" rotWithShape="0">
              <a:srgbClr val="000000">
                <a:alpha val="50000"/>
              </a:srgbClr>
            </a:outerShdw>
          </a:effectLst>
          <a:scene3d>
            <a:camera prst="orthographicFront">
              <a:rot lat="0" lon="0" rev="0"/>
            </a:camera>
            <a:lightRig rig="flood" dir="t">
              <a:rot lat="0" lon="0" rev="5400000"/>
            </a:lightRig>
          </a:scene3d>
          <a:sp3d contourW="9525" prstMaterial="dkEdge">
            <a:bevelT w="12000" h="24150"/>
            <a:contourClr>
              <a:schemeClr val="phClr">
                <a:satMod val="110000"/>
              </a:schemeClr>
            </a:contourClr>
          </a:sp3d>
        </a:effectStyle>
        <a:effectStyle>
          <a:effectLst>
            <a:outerShdw blurRad="50800" dist="31750" dir="5400000" algn="tl" rotWithShape="0">
              <a:srgbClr val="000000">
                <a:alpha val="50000"/>
              </a:srgbClr>
            </a:outerShdw>
          </a:effectLst>
          <a:scene3d>
            <a:camera prst="orthographicFront">
              <a:rot lat="0" lon="0" rev="0"/>
            </a:camera>
            <a:lightRig rig="flood" dir="t">
              <a:rot lat="0" lon="0" rev="5400000"/>
            </a:lightRig>
          </a:scene3d>
          <a:sp3d contourW="18700" prstMaterial="dkEdge">
            <a:bevelT w="44450" h="80600"/>
            <a:contourClr>
              <a:schemeClr val="phClr">
                <a:satMod val="11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主题3">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暗香扑面">
      <a:fillStyleLst>
        <a:solidFill>
          <a:schemeClr val="phClr"/>
        </a:solidFill>
        <a:gradFill rotWithShape="1">
          <a:gsLst>
            <a:gs pos="0">
              <a:schemeClr val="phClr">
                <a:tint val="98000"/>
                <a:satMod val="220000"/>
              </a:schemeClr>
            </a:gs>
            <a:gs pos="31000">
              <a:schemeClr val="phClr">
                <a:tint val="30000"/>
                <a:satMod val="150000"/>
              </a:schemeClr>
            </a:gs>
            <a:gs pos="91000">
              <a:schemeClr val="phClr">
                <a:tint val="96000"/>
              </a:schemeClr>
            </a:gs>
          </a:gsLst>
          <a:path path="circle">
            <a:fillToRect l="50000" t="150000" r="50000"/>
          </a:path>
        </a:gradFill>
        <a:blipFill>
          <a:blip xmlns:r="http://schemas.openxmlformats.org/officeDocument/2006/relationships" r:embed="rId1">
            <a:duotone>
              <a:schemeClr val="phClr">
                <a:shade val="28000"/>
                <a:satMod val="100000"/>
              </a:schemeClr>
              <a:schemeClr val="phClr">
                <a:tint val="100000"/>
                <a:satMod val="200000"/>
              </a:schemeClr>
            </a:duotone>
          </a:blip>
          <a:tile tx="0" ty="0" sx="80000" sy="80000" flip="none" algn="tl"/>
        </a:blipFill>
      </a:fillStyleLst>
      <a:lnStyleLst>
        <a:ln w="12700" cap="flat" cmpd="sng" algn="ctr">
          <a:solidFill>
            <a:schemeClr val="phClr"/>
          </a:solidFill>
          <a:prstDash val="solid"/>
        </a:ln>
        <a:ln w="25400" cap="flat" cmpd="sng" algn="ctr">
          <a:solidFill>
            <a:schemeClr val="phClr"/>
          </a:solidFill>
          <a:prstDash val="solid"/>
        </a:ln>
        <a:ln w="38100" cap="flat" cmpd="dbl" algn="ctr">
          <a:solidFill>
            <a:schemeClr val="phClr"/>
          </a:solidFill>
          <a:prstDash val="solid"/>
        </a:ln>
      </a:lnStyleLst>
      <a:effectStyleLst>
        <a:effectStyle>
          <a:effectLst>
            <a:glow rad="63500">
              <a:schemeClr val="phClr">
                <a:alpha val="45000"/>
                <a:satMod val="110000"/>
              </a:schemeClr>
            </a:glow>
          </a:effectLst>
        </a:effectStyle>
        <a:effectStyle>
          <a:effectLst>
            <a:outerShdw blurRad="34925" dist="31750" dir="5400000" algn="tl" rotWithShape="0">
              <a:srgbClr val="000000">
                <a:alpha val="50000"/>
              </a:srgbClr>
            </a:outerShdw>
          </a:effectLst>
          <a:scene3d>
            <a:camera prst="orthographicFront">
              <a:rot lat="0" lon="0" rev="0"/>
            </a:camera>
            <a:lightRig rig="flood" dir="t">
              <a:rot lat="0" lon="0" rev="5400000"/>
            </a:lightRig>
          </a:scene3d>
          <a:sp3d contourW="9525" prstMaterial="dkEdge">
            <a:bevelT w="12000" h="24150"/>
            <a:contourClr>
              <a:schemeClr val="phClr">
                <a:satMod val="110000"/>
              </a:schemeClr>
            </a:contourClr>
          </a:sp3d>
        </a:effectStyle>
        <a:effectStyle>
          <a:effectLst>
            <a:outerShdw blurRad="50800" dist="31750" dir="5400000" algn="tl" rotWithShape="0">
              <a:srgbClr val="000000">
                <a:alpha val="50000"/>
              </a:srgbClr>
            </a:outerShdw>
          </a:effectLst>
          <a:scene3d>
            <a:camera prst="orthographicFront">
              <a:rot lat="0" lon="0" rev="0"/>
            </a:camera>
            <a:lightRig rig="flood" dir="t">
              <a:rot lat="0" lon="0" rev="5400000"/>
            </a:lightRig>
          </a:scene3d>
          <a:sp3d contourW="18700" prstMaterial="dkEdge">
            <a:bevelT w="44450" h="80600"/>
            <a:contourClr>
              <a:schemeClr val="phClr">
                <a:satMod val="11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主题3">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暗香扑面">
      <a:fillStyleLst>
        <a:solidFill>
          <a:schemeClr val="phClr"/>
        </a:solidFill>
        <a:gradFill rotWithShape="1">
          <a:gsLst>
            <a:gs pos="0">
              <a:schemeClr val="phClr">
                <a:tint val="98000"/>
                <a:satMod val="220000"/>
              </a:schemeClr>
            </a:gs>
            <a:gs pos="31000">
              <a:schemeClr val="phClr">
                <a:tint val="30000"/>
                <a:satMod val="150000"/>
              </a:schemeClr>
            </a:gs>
            <a:gs pos="91000">
              <a:schemeClr val="phClr">
                <a:tint val="96000"/>
              </a:schemeClr>
            </a:gs>
          </a:gsLst>
          <a:path path="circle">
            <a:fillToRect l="50000" t="150000" r="50000"/>
          </a:path>
        </a:gradFill>
        <a:blipFill>
          <a:blip xmlns:r="http://schemas.openxmlformats.org/officeDocument/2006/relationships" r:embed="rId1">
            <a:duotone>
              <a:schemeClr val="phClr">
                <a:shade val="28000"/>
                <a:satMod val="100000"/>
              </a:schemeClr>
              <a:schemeClr val="phClr">
                <a:tint val="100000"/>
                <a:satMod val="200000"/>
              </a:schemeClr>
            </a:duotone>
          </a:blip>
          <a:tile tx="0" ty="0" sx="80000" sy="80000" flip="none" algn="tl"/>
        </a:blipFill>
      </a:fillStyleLst>
      <a:lnStyleLst>
        <a:ln w="12700" cap="flat" cmpd="sng" algn="ctr">
          <a:solidFill>
            <a:schemeClr val="phClr"/>
          </a:solidFill>
          <a:prstDash val="solid"/>
        </a:ln>
        <a:ln w="25400" cap="flat" cmpd="sng" algn="ctr">
          <a:solidFill>
            <a:schemeClr val="phClr"/>
          </a:solidFill>
          <a:prstDash val="solid"/>
        </a:ln>
        <a:ln w="38100" cap="flat" cmpd="dbl" algn="ctr">
          <a:solidFill>
            <a:schemeClr val="phClr"/>
          </a:solidFill>
          <a:prstDash val="solid"/>
        </a:ln>
      </a:lnStyleLst>
      <a:effectStyleLst>
        <a:effectStyle>
          <a:effectLst>
            <a:glow rad="63500">
              <a:schemeClr val="phClr">
                <a:alpha val="45000"/>
                <a:satMod val="110000"/>
              </a:schemeClr>
            </a:glow>
          </a:effectLst>
        </a:effectStyle>
        <a:effectStyle>
          <a:effectLst>
            <a:outerShdw blurRad="34925" dist="31750" dir="5400000" algn="tl" rotWithShape="0">
              <a:srgbClr val="000000">
                <a:alpha val="50000"/>
              </a:srgbClr>
            </a:outerShdw>
          </a:effectLst>
          <a:scene3d>
            <a:camera prst="orthographicFront">
              <a:rot lat="0" lon="0" rev="0"/>
            </a:camera>
            <a:lightRig rig="flood" dir="t">
              <a:rot lat="0" lon="0" rev="5400000"/>
            </a:lightRig>
          </a:scene3d>
          <a:sp3d contourW="9525" prstMaterial="dkEdge">
            <a:bevelT w="12000" h="24150"/>
            <a:contourClr>
              <a:schemeClr val="phClr">
                <a:satMod val="110000"/>
              </a:schemeClr>
            </a:contourClr>
          </a:sp3d>
        </a:effectStyle>
        <a:effectStyle>
          <a:effectLst>
            <a:outerShdw blurRad="50800" dist="31750" dir="5400000" algn="tl" rotWithShape="0">
              <a:srgbClr val="000000">
                <a:alpha val="50000"/>
              </a:srgbClr>
            </a:outerShdw>
          </a:effectLst>
          <a:scene3d>
            <a:camera prst="orthographicFront">
              <a:rot lat="0" lon="0" rev="0"/>
            </a:camera>
            <a:lightRig rig="flood" dir="t">
              <a:rot lat="0" lon="0" rev="5400000"/>
            </a:lightRig>
          </a:scene3d>
          <a:sp3d contourW="18700" prstMaterial="dkEdge">
            <a:bevelT w="44450" h="80600"/>
            <a:contourClr>
              <a:schemeClr val="phClr">
                <a:satMod val="11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主题3</Template>
  <TotalTime>1042</TotalTime>
  <Words>2124</Words>
  <Application>Microsoft Office PowerPoint</Application>
  <PresentationFormat>全屏显示(16:9)</PresentationFormat>
  <Paragraphs>217</Paragraphs>
  <Slides>39</Slides>
  <Notes>26</Notes>
  <HiddenSlides>0</HiddenSlides>
  <MMClips>0</MMClips>
  <ScaleCrop>false</ScaleCrop>
  <HeadingPairs>
    <vt:vector size="8" baseType="variant">
      <vt:variant>
        <vt:lpstr>已用的字体</vt:lpstr>
      </vt:variant>
      <vt:variant>
        <vt:i4>9</vt:i4>
      </vt:variant>
      <vt:variant>
        <vt:lpstr>主题</vt:lpstr>
      </vt:variant>
      <vt:variant>
        <vt:i4>3</vt:i4>
      </vt:variant>
      <vt:variant>
        <vt:lpstr>嵌入 OLE 服务器</vt:lpstr>
      </vt:variant>
      <vt:variant>
        <vt:i4>4</vt:i4>
      </vt:variant>
      <vt:variant>
        <vt:lpstr>幻灯片标题</vt:lpstr>
      </vt:variant>
      <vt:variant>
        <vt:i4>39</vt:i4>
      </vt:variant>
    </vt:vector>
  </HeadingPairs>
  <TitlesOfParts>
    <vt:vector size="55" baseType="lpstr">
      <vt:lpstr>楷体_GB2312</vt:lpstr>
      <vt:lpstr>宋体</vt:lpstr>
      <vt:lpstr>微软雅黑</vt:lpstr>
      <vt:lpstr>Arial</vt:lpstr>
      <vt:lpstr>Calibri</vt:lpstr>
      <vt:lpstr>Comic Sans MS</vt:lpstr>
      <vt:lpstr>Tahoma</vt:lpstr>
      <vt:lpstr>Times New Roman</vt:lpstr>
      <vt:lpstr>Wingdings</vt:lpstr>
      <vt:lpstr>主题3</vt:lpstr>
      <vt:lpstr>1_主题3</vt:lpstr>
      <vt:lpstr>2_主题3</vt:lpstr>
      <vt:lpstr>Bitmap Image</vt:lpstr>
      <vt:lpstr>ChemDraw.Document.6.0</vt:lpstr>
      <vt:lpstr>图像.文件</vt:lpstr>
      <vt:lpstr>CS ChemDraw Drawing</vt:lpstr>
      <vt:lpstr>第六章 有机波谱综合解析</vt:lpstr>
      <vt:lpstr>PowerPoint 演示文稿</vt:lpstr>
      <vt:lpstr>有机波谱综合解析</vt:lpstr>
      <vt:lpstr>1.有机波谱综合解析的一般步骤</vt:lpstr>
      <vt:lpstr>综合利用各谱学方法提供的信息确定分子式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质 谱 裂 解</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sss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有机波谱综合解析</dc:title>
  <dc:creator>LeeHome</dc:creator>
  <cp:lastModifiedBy>Windows 用户</cp:lastModifiedBy>
  <cp:revision>164</cp:revision>
  <dcterms:created xsi:type="dcterms:W3CDTF">2011-06-06T12:30:00Z</dcterms:created>
  <dcterms:modified xsi:type="dcterms:W3CDTF">2021-12-19T08:14:57Z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2052-11.1.0.8976</vt:lpwstr>
  </property>
</Properties>
</file>