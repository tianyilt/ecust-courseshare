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56" r:id="rId3"/>
    <p:sldId id="277" r:id="rId4"/>
    <p:sldId id="342" r:id="rId5"/>
    <p:sldId id="330" r:id="rId6"/>
    <p:sldId id="259" r:id="rId7"/>
    <p:sldId id="258" r:id="rId8"/>
    <p:sldId id="337" r:id="rId9"/>
    <p:sldId id="336" r:id="rId10"/>
    <p:sldId id="338" r:id="rId11"/>
    <p:sldId id="339" r:id="rId12"/>
    <p:sldId id="275" r:id="rId13"/>
    <p:sldId id="298" r:id="rId14"/>
    <p:sldId id="299" r:id="rId15"/>
    <p:sldId id="308" r:id="rId16"/>
    <p:sldId id="343" r:id="rId17"/>
    <p:sldId id="309" r:id="rId18"/>
    <p:sldId id="302" r:id="rId19"/>
    <p:sldId id="303" r:id="rId20"/>
    <p:sldId id="304" r:id="rId21"/>
    <p:sldId id="305" r:id="rId22"/>
    <p:sldId id="340" r:id="rId23"/>
    <p:sldId id="307" r:id="rId24"/>
    <p:sldId id="300" r:id="rId25"/>
    <p:sldId id="301" r:id="rId26"/>
    <p:sldId id="311" r:id="rId27"/>
    <p:sldId id="312" r:id="rId28"/>
    <p:sldId id="313" r:id="rId29"/>
    <p:sldId id="314" r:id="rId30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00FFFF"/>
    <a:srgbClr val="84CBC5"/>
    <a:srgbClr val="1BE40C"/>
    <a:srgbClr val="46014E"/>
    <a:srgbClr val="F8D35E"/>
    <a:srgbClr val="29B9A6"/>
    <a:srgbClr val="F47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37" autoAdjust="0"/>
  </p:normalViewPr>
  <p:slideViewPr>
    <p:cSldViewPr snapToGrid="0">
      <p:cViewPr varScale="1">
        <p:scale>
          <a:sx n="80" d="100"/>
          <a:sy n="80" d="100"/>
        </p:scale>
        <p:origin x="80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E0D6FD-D473-4C49-AC29-C656D8F2CC17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48E23484-2EE9-4252-BC95-BCA4EDE75928}">
      <dgm:prSet phldrT="[文本]" custT="1"/>
      <dgm:spPr/>
      <dgm:t>
        <a:bodyPr/>
        <a:lstStyle/>
        <a:p>
          <a:r>
            <a:rPr lang="zh-CN" altLang="en-US" sz="3200" dirty="0"/>
            <a:t>问题分析</a:t>
          </a:r>
          <a:endParaRPr lang="en-US" altLang="zh-CN" sz="3200" dirty="0"/>
        </a:p>
      </dgm:t>
    </dgm:pt>
    <dgm:pt modelId="{50CC1C75-674C-42ED-B6D4-35A512C70B61}" type="parTrans" cxnId="{1253B8F9-1E5A-4237-9DC0-C9A9337BBA53}">
      <dgm:prSet/>
      <dgm:spPr/>
      <dgm:t>
        <a:bodyPr/>
        <a:lstStyle/>
        <a:p>
          <a:endParaRPr lang="zh-CN" altLang="en-US" sz="3200"/>
        </a:p>
      </dgm:t>
    </dgm:pt>
    <dgm:pt modelId="{1ED89FE6-1D88-423F-BBA9-5A3EC026D9D2}" type="sibTrans" cxnId="{1253B8F9-1E5A-4237-9DC0-C9A9337BBA53}">
      <dgm:prSet custT="1"/>
      <dgm:spPr>
        <a:solidFill>
          <a:srgbClr val="FFFF00"/>
        </a:solidFill>
      </dgm:spPr>
      <dgm:t>
        <a:bodyPr/>
        <a:lstStyle/>
        <a:p>
          <a:endParaRPr lang="zh-CN" altLang="en-US" sz="3200"/>
        </a:p>
      </dgm:t>
    </dgm:pt>
    <dgm:pt modelId="{2471DEDE-82C0-4729-ACDA-0A576E260CA1}">
      <dgm:prSet phldrT="[文本]" custT="1"/>
      <dgm:spPr/>
      <dgm:t>
        <a:bodyPr/>
        <a:lstStyle/>
        <a:p>
          <a:r>
            <a:rPr lang="zh-CN" altLang="en-US" sz="3200" dirty="0"/>
            <a:t>算法设计</a:t>
          </a:r>
        </a:p>
      </dgm:t>
    </dgm:pt>
    <dgm:pt modelId="{68220C97-4938-4B22-A58E-809BA70DF91F}" type="parTrans" cxnId="{9A83DB73-2D84-44E1-950F-99B45A9B5D56}">
      <dgm:prSet/>
      <dgm:spPr/>
      <dgm:t>
        <a:bodyPr/>
        <a:lstStyle/>
        <a:p>
          <a:endParaRPr lang="zh-CN" altLang="en-US" sz="3200"/>
        </a:p>
      </dgm:t>
    </dgm:pt>
    <dgm:pt modelId="{B89D3BCA-C7FA-44DD-B4DB-851825C61FE0}" type="sibTrans" cxnId="{9A83DB73-2D84-44E1-950F-99B45A9B5D56}">
      <dgm:prSet custT="1"/>
      <dgm:spPr>
        <a:solidFill>
          <a:srgbClr val="FFFF00"/>
        </a:solidFill>
      </dgm:spPr>
      <dgm:t>
        <a:bodyPr/>
        <a:lstStyle/>
        <a:p>
          <a:endParaRPr lang="zh-CN" altLang="en-US" sz="3200"/>
        </a:p>
      </dgm:t>
    </dgm:pt>
    <dgm:pt modelId="{AC4EFC32-C52C-4FFB-881F-1F5293C77695}">
      <dgm:prSet phldrT="[文本]" custT="1"/>
      <dgm:spPr/>
      <dgm:t>
        <a:bodyPr/>
        <a:lstStyle/>
        <a:p>
          <a:r>
            <a:rPr lang="zh-CN" altLang="en-US" sz="3200" dirty="0"/>
            <a:t>程序编写</a:t>
          </a:r>
        </a:p>
      </dgm:t>
    </dgm:pt>
    <dgm:pt modelId="{DD528AF2-0F93-46C0-B494-EE3488B40595}" type="parTrans" cxnId="{1C52A309-BBBC-4D2D-AEB5-71E5C899198D}">
      <dgm:prSet/>
      <dgm:spPr/>
      <dgm:t>
        <a:bodyPr/>
        <a:lstStyle/>
        <a:p>
          <a:endParaRPr lang="zh-CN" altLang="en-US" sz="3200"/>
        </a:p>
      </dgm:t>
    </dgm:pt>
    <dgm:pt modelId="{5ED49567-71BD-40AF-A48A-154A326A434A}" type="sibTrans" cxnId="{1C52A309-BBBC-4D2D-AEB5-71E5C899198D}">
      <dgm:prSet custT="1"/>
      <dgm:spPr>
        <a:solidFill>
          <a:srgbClr val="FFFF00"/>
        </a:solidFill>
      </dgm:spPr>
      <dgm:t>
        <a:bodyPr/>
        <a:lstStyle/>
        <a:p>
          <a:endParaRPr lang="zh-CN" altLang="en-US" sz="3200" dirty="0"/>
        </a:p>
      </dgm:t>
    </dgm:pt>
    <dgm:pt modelId="{F421C259-5189-49DA-AAC2-3522DED55CE2}">
      <dgm:prSet custT="1"/>
      <dgm:spPr/>
      <dgm:t>
        <a:bodyPr/>
        <a:lstStyle/>
        <a:p>
          <a:r>
            <a:rPr lang="zh-CN" altLang="en-US" sz="3200" dirty="0"/>
            <a:t>运行测试</a:t>
          </a:r>
          <a:endParaRPr lang="en-US" altLang="zh-CN" sz="3200" dirty="0"/>
        </a:p>
      </dgm:t>
    </dgm:pt>
    <dgm:pt modelId="{CB45C55C-71A9-4F7B-B35A-651E8D0A450D}" type="parTrans" cxnId="{AD911786-8DD1-4989-923E-8054A658D4CD}">
      <dgm:prSet/>
      <dgm:spPr/>
      <dgm:t>
        <a:bodyPr/>
        <a:lstStyle/>
        <a:p>
          <a:endParaRPr lang="zh-CN" altLang="en-US" sz="3200"/>
        </a:p>
      </dgm:t>
    </dgm:pt>
    <dgm:pt modelId="{A398F18A-ED3F-4938-8AC1-497B98F4A18D}" type="sibTrans" cxnId="{AD911786-8DD1-4989-923E-8054A658D4CD}">
      <dgm:prSet/>
      <dgm:spPr/>
      <dgm:t>
        <a:bodyPr/>
        <a:lstStyle/>
        <a:p>
          <a:endParaRPr lang="zh-CN" altLang="en-US" sz="3200"/>
        </a:p>
      </dgm:t>
    </dgm:pt>
    <dgm:pt modelId="{3A74C512-0629-4EA1-937D-1C072B94F3C7}" type="pres">
      <dgm:prSet presAssocID="{85E0D6FD-D473-4C49-AC29-C656D8F2CC17}" presName="Name0" presStyleCnt="0">
        <dgm:presLayoutVars>
          <dgm:dir/>
          <dgm:resizeHandles val="exact"/>
        </dgm:presLayoutVars>
      </dgm:prSet>
      <dgm:spPr/>
    </dgm:pt>
    <dgm:pt modelId="{8482919A-8D07-4C5A-B39A-64C99A7E5AF4}" type="pres">
      <dgm:prSet presAssocID="{48E23484-2EE9-4252-BC95-BCA4EDE75928}" presName="node" presStyleLbl="node1" presStyleIdx="0" presStyleCnt="4">
        <dgm:presLayoutVars>
          <dgm:bulletEnabled val="1"/>
        </dgm:presLayoutVars>
      </dgm:prSet>
      <dgm:spPr/>
    </dgm:pt>
    <dgm:pt modelId="{7D50BFA8-3565-4055-925A-0097ABC9E3B1}" type="pres">
      <dgm:prSet presAssocID="{1ED89FE6-1D88-423F-BBA9-5A3EC026D9D2}" presName="sibTrans" presStyleLbl="sibTrans2D1" presStyleIdx="0" presStyleCnt="3"/>
      <dgm:spPr/>
    </dgm:pt>
    <dgm:pt modelId="{29474059-37A6-48D4-A075-D6C18E44EDD4}" type="pres">
      <dgm:prSet presAssocID="{1ED89FE6-1D88-423F-BBA9-5A3EC026D9D2}" presName="connectorText" presStyleLbl="sibTrans2D1" presStyleIdx="0" presStyleCnt="3"/>
      <dgm:spPr/>
    </dgm:pt>
    <dgm:pt modelId="{F55388E9-6720-44B8-A4B9-5DBCA0691239}" type="pres">
      <dgm:prSet presAssocID="{2471DEDE-82C0-4729-ACDA-0A576E260CA1}" presName="node" presStyleLbl="node1" presStyleIdx="1" presStyleCnt="4" custLinFactNeighborX="-1805">
        <dgm:presLayoutVars>
          <dgm:bulletEnabled val="1"/>
        </dgm:presLayoutVars>
      </dgm:prSet>
      <dgm:spPr/>
    </dgm:pt>
    <dgm:pt modelId="{3A567497-4FD9-48E8-B24C-252023E66AA2}" type="pres">
      <dgm:prSet presAssocID="{B89D3BCA-C7FA-44DD-B4DB-851825C61FE0}" presName="sibTrans" presStyleLbl="sibTrans2D1" presStyleIdx="1" presStyleCnt="3"/>
      <dgm:spPr/>
    </dgm:pt>
    <dgm:pt modelId="{5CD26369-EFB3-4007-B561-DAAB4E8A2D8A}" type="pres">
      <dgm:prSet presAssocID="{B89D3BCA-C7FA-44DD-B4DB-851825C61FE0}" presName="connectorText" presStyleLbl="sibTrans2D1" presStyleIdx="1" presStyleCnt="3"/>
      <dgm:spPr/>
    </dgm:pt>
    <dgm:pt modelId="{391F2137-D003-4DD8-A69E-00A639F8CDCC}" type="pres">
      <dgm:prSet presAssocID="{AC4EFC32-C52C-4FFB-881F-1F5293C77695}" presName="node" presStyleLbl="node1" presStyleIdx="2" presStyleCnt="4">
        <dgm:presLayoutVars>
          <dgm:bulletEnabled val="1"/>
        </dgm:presLayoutVars>
      </dgm:prSet>
      <dgm:spPr/>
    </dgm:pt>
    <dgm:pt modelId="{F9D45B5A-41DB-4AA8-9B0C-F100339374FA}" type="pres">
      <dgm:prSet presAssocID="{5ED49567-71BD-40AF-A48A-154A326A434A}" presName="sibTrans" presStyleLbl="sibTrans2D1" presStyleIdx="2" presStyleCnt="3"/>
      <dgm:spPr/>
    </dgm:pt>
    <dgm:pt modelId="{11CA2E3B-825E-4B41-96BB-DBEAE03FEFE0}" type="pres">
      <dgm:prSet presAssocID="{5ED49567-71BD-40AF-A48A-154A326A434A}" presName="connectorText" presStyleLbl="sibTrans2D1" presStyleIdx="2" presStyleCnt="3"/>
      <dgm:spPr/>
    </dgm:pt>
    <dgm:pt modelId="{EE16D421-17E1-43FF-B18A-6EE0D264F8BD}" type="pres">
      <dgm:prSet presAssocID="{F421C259-5189-49DA-AAC2-3522DED55CE2}" presName="node" presStyleLbl="node1" presStyleIdx="3" presStyleCnt="4" custScaleX="98898">
        <dgm:presLayoutVars>
          <dgm:bulletEnabled val="1"/>
        </dgm:presLayoutVars>
      </dgm:prSet>
      <dgm:spPr/>
    </dgm:pt>
  </dgm:ptLst>
  <dgm:cxnLst>
    <dgm:cxn modelId="{1C52A309-BBBC-4D2D-AEB5-71E5C899198D}" srcId="{85E0D6FD-D473-4C49-AC29-C656D8F2CC17}" destId="{AC4EFC32-C52C-4FFB-881F-1F5293C77695}" srcOrd="2" destOrd="0" parTransId="{DD528AF2-0F93-46C0-B494-EE3488B40595}" sibTransId="{5ED49567-71BD-40AF-A48A-154A326A434A}"/>
    <dgm:cxn modelId="{98BD9424-70C1-4B60-B40B-CD3E765A59A3}" type="presOf" srcId="{85E0D6FD-D473-4C49-AC29-C656D8F2CC17}" destId="{3A74C512-0629-4EA1-937D-1C072B94F3C7}" srcOrd="0" destOrd="0" presId="urn:microsoft.com/office/officeart/2005/8/layout/process1"/>
    <dgm:cxn modelId="{1639AC2A-8B82-4A94-A617-9D122CD55206}" type="presOf" srcId="{F421C259-5189-49DA-AAC2-3522DED55CE2}" destId="{EE16D421-17E1-43FF-B18A-6EE0D264F8BD}" srcOrd="0" destOrd="0" presId="urn:microsoft.com/office/officeart/2005/8/layout/process1"/>
    <dgm:cxn modelId="{46D3905E-5A36-488E-AD4E-4D80EF540C75}" type="presOf" srcId="{5ED49567-71BD-40AF-A48A-154A326A434A}" destId="{F9D45B5A-41DB-4AA8-9B0C-F100339374FA}" srcOrd="0" destOrd="0" presId="urn:microsoft.com/office/officeart/2005/8/layout/process1"/>
    <dgm:cxn modelId="{4DEC7469-3251-436A-88F9-A8B7EC774FFC}" type="presOf" srcId="{AC4EFC32-C52C-4FFB-881F-1F5293C77695}" destId="{391F2137-D003-4DD8-A69E-00A639F8CDCC}" srcOrd="0" destOrd="0" presId="urn:microsoft.com/office/officeart/2005/8/layout/process1"/>
    <dgm:cxn modelId="{9A83DB73-2D84-44E1-950F-99B45A9B5D56}" srcId="{85E0D6FD-D473-4C49-AC29-C656D8F2CC17}" destId="{2471DEDE-82C0-4729-ACDA-0A576E260CA1}" srcOrd="1" destOrd="0" parTransId="{68220C97-4938-4B22-A58E-809BA70DF91F}" sibTransId="{B89D3BCA-C7FA-44DD-B4DB-851825C61FE0}"/>
    <dgm:cxn modelId="{AD911786-8DD1-4989-923E-8054A658D4CD}" srcId="{85E0D6FD-D473-4C49-AC29-C656D8F2CC17}" destId="{F421C259-5189-49DA-AAC2-3522DED55CE2}" srcOrd="3" destOrd="0" parTransId="{CB45C55C-71A9-4F7B-B35A-651E8D0A450D}" sibTransId="{A398F18A-ED3F-4938-8AC1-497B98F4A18D}"/>
    <dgm:cxn modelId="{F3076797-6B5B-45D3-8BD5-BCD419DDBED4}" type="presOf" srcId="{B89D3BCA-C7FA-44DD-B4DB-851825C61FE0}" destId="{3A567497-4FD9-48E8-B24C-252023E66AA2}" srcOrd="0" destOrd="0" presId="urn:microsoft.com/office/officeart/2005/8/layout/process1"/>
    <dgm:cxn modelId="{31ABF5B5-18A7-491B-A03E-DC27A172579B}" type="presOf" srcId="{5ED49567-71BD-40AF-A48A-154A326A434A}" destId="{11CA2E3B-825E-4B41-96BB-DBEAE03FEFE0}" srcOrd="1" destOrd="0" presId="urn:microsoft.com/office/officeart/2005/8/layout/process1"/>
    <dgm:cxn modelId="{AD127DD3-249F-4BC0-B21F-524D5923E74D}" type="presOf" srcId="{2471DEDE-82C0-4729-ACDA-0A576E260CA1}" destId="{F55388E9-6720-44B8-A4B9-5DBCA0691239}" srcOrd="0" destOrd="0" presId="urn:microsoft.com/office/officeart/2005/8/layout/process1"/>
    <dgm:cxn modelId="{73EB00D5-4800-4963-BA7C-00FAB196A1D7}" type="presOf" srcId="{B89D3BCA-C7FA-44DD-B4DB-851825C61FE0}" destId="{5CD26369-EFB3-4007-B561-DAAB4E8A2D8A}" srcOrd="1" destOrd="0" presId="urn:microsoft.com/office/officeart/2005/8/layout/process1"/>
    <dgm:cxn modelId="{5B18B6D8-7078-4DB1-BED0-7CDB02C430FA}" type="presOf" srcId="{1ED89FE6-1D88-423F-BBA9-5A3EC026D9D2}" destId="{7D50BFA8-3565-4055-925A-0097ABC9E3B1}" srcOrd="0" destOrd="0" presId="urn:microsoft.com/office/officeart/2005/8/layout/process1"/>
    <dgm:cxn modelId="{850DDEEB-1E4D-4E86-A73F-941004F4D3D0}" type="presOf" srcId="{48E23484-2EE9-4252-BC95-BCA4EDE75928}" destId="{8482919A-8D07-4C5A-B39A-64C99A7E5AF4}" srcOrd="0" destOrd="0" presId="urn:microsoft.com/office/officeart/2005/8/layout/process1"/>
    <dgm:cxn modelId="{6EE353F9-FB02-4BFF-8E65-0C5B78BAF1B1}" type="presOf" srcId="{1ED89FE6-1D88-423F-BBA9-5A3EC026D9D2}" destId="{29474059-37A6-48D4-A075-D6C18E44EDD4}" srcOrd="1" destOrd="0" presId="urn:microsoft.com/office/officeart/2005/8/layout/process1"/>
    <dgm:cxn modelId="{1253B8F9-1E5A-4237-9DC0-C9A9337BBA53}" srcId="{85E0D6FD-D473-4C49-AC29-C656D8F2CC17}" destId="{48E23484-2EE9-4252-BC95-BCA4EDE75928}" srcOrd="0" destOrd="0" parTransId="{50CC1C75-674C-42ED-B6D4-35A512C70B61}" sibTransId="{1ED89FE6-1D88-423F-BBA9-5A3EC026D9D2}"/>
    <dgm:cxn modelId="{2ECD92BF-DF23-43D6-97EC-6F9213F99CF1}" type="presParOf" srcId="{3A74C512-0629-4EA1-937D-1C072B94F3C7}" destId="{8482919A-8D07-4C5A-B39A-64C99A7E5AF4}" srcOrd="0" destOrd="0" presId="urn:microsoft.com/office/officeart/2005/8/layout/process1"/>
    <dgm:cxn modelId="{3512081B-EEEE-4FBE-88D5-8514A48B6CB4}" type="presParOf" srcId="{3A74C512-0629-4EA1-937D-1C072B94F3C7}" destId="{7D50BFA8-3565-4055-925A-0097ABC9E3B1}" srcOrd="1" destOrd="0" presId="urn:microsoft.com/office/officeart/2005/8/layout/process1"/>
    <dgm:cxn modelId="{D0A0CBE1-C890-4657-86EF-9CE3C58B1F0B}" type="presParOf" srcId="{7D50BFA8-3565-4055-925A-0097ABC9E3B1}" destId="{29474059-37A6-48D4-A075-D6C18E44EDD4}" srcOrd="0" destOrd="0" presId="urn:microsoft.com/office/officeart/2005/8/layout/process1"/>
    <dgm:cxn modelId="{CD2EE5EB-9870-4570-B1DE-D97787F2B7AE}" type="presParOf" srcId="{3A74C512-0629-4EA1-937D-1C072B94F3C7}" destId="{F55388E9-6720-44B8-A4B9-5DBCA0691239}" srcOrd="2" destOrd="0" presId="urn:microsoft.com/office/officeart/2005/8/layout/process1"/>
    <dgm:cxn modelId="{0D9BD233-3659-4771-B481-864F3B225C43}" type="presParOf" srcId="{3A74C512-0629-4EA1-937D-1C072B94F3C7}" destId="{3A567497-4FD9-48E8-B24C-252023E66AA2}" srcOrd="3" destOrd="0" presId="urn:microsoft.com/office/officeart/2005/8/layout/process1"/>
    <dgm:cxn modelId="{53D15FC0-6C1C-41DF-B941-E2D2C412D543}" type="presParOf" srcId="{3A567497-4FD9-48E8-B24C-252023E66AA2}" destId="{5CD26369-EFB3-4007-B561-DAAB4E8A2D8A}" srcOrd="0" destOrd="0" presId="urn:microsoft.com/office/officeart/2005/8/layout/process1"/>
    <dgm:cxn modelId="{E975EA01-87AA-43E0-A34B-960C14646E4E}" type="presParOf" srcId="{3A74C512-0629-4EA1-937D-1C072B94F3C7}" destId="{391F2137-D003-4DD8-A69E-00A639F8CDCC}" srcOrd="4" destOrd="0" presId="urn:microsoft.com/office/officeart/2005/8/layout/process1"/>
    <dgm:cxn modelId="{420634DC-4E44-485B-A537-C117B12C1FDC}" type="presParOf" srcId="{3A74C512-0629-4EA1-937D-1C072B94F3C7}" destId="{F9D45B5A-41DB-4AA8-9B0C-F100339374FA}" srcOrd="5" destOrd="0" presId="urn:microsoft.com/office/officeart/2005/8/layout/process1"/>
    <dgm:cxn modelId="{5CF490CA-DB6A-4929-9A3B-CB21CB396CF4}" type="presParOf" srcId="{F9D45B5A-41DB-4AA8-9B0C-F100339374FA}" destId="{11CA2E3B-825E-4B41-96BB-DBEAE03FEFE0}" srcOrd="0" destOrd="0" presId="urn:microsoft.com/office/officeart/2005/8/layout/process1"/>
    <dgm:cxn modelId="{F17EB82B-1928-4AC5-A0F0-F75E2A2BFAB3}" type="presParOf" srcId="{3A74C512-0629-4EA1-937D-1C072B94F3C7}" destId="{EE16D421-17E1-43FF-B18A-6EE0D264F8BD}" srcOrd="6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F0681D-2556-4314-979F-82DA60149BE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8F7687E-6F74-47F8-8B32-C610EA2EAAAC}">
      <dgm:prSet custT="1"/>
      <dgm:spPr>
        <a:solidFill>
          <a:srgbClr val="FFCCCC"/>
        </a:solidFill>
      </dgm:spPr>
      <dgm:t>
        <a:bodyPr anchor="t"/>
        <a:lstStyle/>
        <a:p>
          <a:r>
            <a: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  <a:endParaRPr lang="en-US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FC0F19-2C07-48DD-ACCB-81F513722284}" type="parTrans" cxnId="{F00A19C2-E832-410F-A6E3-3279B07DAE0B}">
      <dgm:prSet/>
      <dgm:spPr/>
      <dgm:t>
        <a:bodyPr/>
        <a:lstStyle/>
        <a:p>
          <a:endParaRPr lang="zh-CN" altLang="en-US"/>
        </a:p>
      </dgm:t>
    </dgm:pt>
    <dgm:pt modelId="{FBAD94C7-B756-487F-9A10-4C0F710F4288}" type="sibTrans" cxnId="{F00A19C2-E832-410F-A6E3-3279B07DAE0B}">
      <dgm:prSet/>
      <dgm:spPr/>
      <dgm:t>
        <a:bodyPr/>
        <a:lstStyle/>
        <a:p>
          <a:endParaRPr lang="zh-CN" altLang="en-US"/>
        </a:p>
      </dgm:t>
    </dgm:pt>
    <dgm:pt modelId="{2AC5C355-E87C-490B-A875-DA450A61B039}">
      <dgm:prSet custT="1"/>
      <dgm:spPr>
        <a:solidFill>
          <a:srgbClr val="1BE40C"/>
        </a:solidFill>
      </dgm:spPr>
      <dgm:t>
        <a:bodyPr anchor="t"/>
        <a:lstStyle/>
        <a:p>
          <a:r>
            <a: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  <a:endParaRPr lang="zh-CN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F48863E-F42A-49DD-9894-853016D30810}" type="parTrans" cxnId="{3FE25474-0D25-4A04-B1AF-12FF9593FA62}">
      <dgm:prSet/>
      <dgm:spPr/>
      <dgm:t>
        <a:bodyPr/>
        <a:lstStyle/>
        <a:p>
          <a:endParaRPr lang="zh-CN" altLang="en-US"/>
        </a:p>
      </dgm:t>
    </dgm:pt>
    <dgm:pt modelId="{2AE86645-5715-466E-91F2-63526B8411CB}" type="sibTrans" cxnId="{3FE25474-0D25-4A04-B1AF-12FF9593FA62}">
      <dgm:prSet/>
      <dgm:spPr/>
      <dgm:t>
        <a:bodyPr/>
        <a:lstStyle/>
        <a:p>
          <a:endParaRPr lang="zh-CN" altLang="en-US"/>
        </a:p>
      </dgm:t>
    </dgm:pt>
    <dgm:pt modelId="{024920A2-1320-4C93-B383-01AB076D770C}">
      <dgm:prSet custT="1"/>
      <dgm:spPr>
        <a:solidFill>
          <a:srgbClr val="FFC000"/>
        </a:solidFill>
      </dgm:spPr>
      <dgm:t>
        <a:bodyPr anchor="t"/>
        <a:lstStyle/>
        <a:p>
          <a:r>
            <a: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  <a:endParaRPr lang="zh-CN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076EAEF-845B-424B-B05B-67FE36056F07}" type="parTrans" cxnId="{62942DB8-BB18-4E1E-BE56-A5129F6322BC}">
      <dgm:prSet/>
      <dgm:spPr/>
      <dgm:t>
        <a:bodyPr/>
        <a:lstStyle/>
        <a:p>
          <a:endParaRPr lang="zh-CN" altLang="en-US"/>
        </a:p>
      </dgm:t>
    </dgm:pt>
    <dgm:pt modelId="{C6D5E23D-E369-4AA5-B796-D4257FE3145D}" type="sibTrans" cxnId="{62942DB8-BB18-4E1E-BE56-A5129F6322BC}">
      <dgm:prSet/>
      <dgm:spPr/>
      <dgm:t>
        <a:bodyPr/>
        <a:lstStyle/>
        <a:p>
          <a:endParaRPr lang="zh-CN" altLang="en-US"/>
        </a:p>
      </dgm:t>
    </dgm:pt>
    <dgm:pt modelId="{1201EB44-E16A-4065-8147-959A17D62BCD}">
      <dgm:prSet custT="1"/>
      <dgm:spPr>
        <a:solidFill>
          <a:srgbClr val="84CBC5"/>
        </a:solidFill>
      </dgm:spPr>
      <dgm:t>
        <a:bodyPr anchor="t"/>
        <a:lstStyle/>
        <a:p>
          <a:r>
            <a: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</a:t>
          </a:r>
          <a:endParaRPr lang="zh-CN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4E7CB1-D376-4A8F-9C3E-0A4799A6CCDD}" type="parTrans" cxnId="{EF158D9F-A9DD-408F-97C2-7EC674AA166B}">
      <dgm:prSet/>
      <dgm:spPr/>
      <dgm:t>
        <a:bodyPr/>
        <a:lstStyle/>
        <a:p>
          <a:endParaRPr lang="zh-CN" altLang="en-US"/>
        </a:p>
      </dgm:t>
    </dgm:pt>
    <dgm:pt modelId="{2114A6A2-6D07-4405-9767-5F0BF0B2529D}" type="sibTrans" cxnId="{EF158D9F-A9DD-408F-97C2-7EC674AA166B}">
      <dgm:prSet/>
      <dgm:spPr/>
      <dgm:t>
        <a:bodyPr/>
        <a:lstStyle/>
        <a:p>
          <a:endParaRPr lang="zh-CN" altLang="en-US"/>
        </a:p>
      </dgm:t>
    </dgm:pt>
    <dgm:pt modelId="{9FFE41B6-FF60-4BCD-A403-664C4A770224}">
      <dgm:prSet custT="1"/>
      <dgm:spPr>
        <a:solidFill>
          <a:schemeClr val="accent2"/>
        </a:solidFill>
      </dgm:spPr>
      <dgm:t>
        <a:bodyPr anchor="t"/>
        <a:lstStyle/>
        <a:p>
          <a:r>
            <a: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</a:t>
          </a:r>
          <a:endParaRPr lang="zh-CN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5387A5E-A277-43E3-975F-E8818B58CE5E}" type="parTrans" cxnId="{41AE5077-3E29-4409-BF55-F556B0CC1782}">
      <dgm:prSet/>
      <dgm:spPr/>
      <dgm:t>
        <a:bodyPr/>
        <a:lstStyle/>
        <a:p>
          <a:endParaRPr lang="zh-CN" altLang="en-US"/>
        </a:p>
      </dgm:t>
    </dgm:pt>
    <dgm:pt modelId="{EE4B2194-0748-4A49-8B98-02D4E8753351}" type="sibTrans" cxnId="{41AE5077-3E29-4409-BF55-F556B0CC1782}">
      <dgm:prSet/>
      <dgm:spPr/>
      <dgm:t>
        <a:bodyPr/>
        <a:lstStyle/>
        <a:p>
          <a:endParaRPr lang="zh-CN" altLang="en-US"/>
        </a:p>
      </dgm:t>
    </dgm:pt>
    <dgm:pt modelId="{6A0DF8F9-0859-4F95-A802-B169CCDA0577}">
      <dgm:prSet custT="1"/>
      <dgm:spPr>
        <a:solidFill>
          <a:srgbClr val="FFCCCC"/>
        </a:solidFill>
      </dgm:spPr>
      <dgm:t>
        <a:bodyPr anchor="t"/>
        <a:lstStyle/>
        <a:p>
          <a:r>
            <a:rPr lang="en-US" altLang="zh-CN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</a:t>
          </a:r>
          <a:endParaRPr lang="zh-CN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9FEB24-BA0E-425C-929E-17CA9CDBBA4B}" type="parTrans" cxnId="{51510064-72D0-4EA0-BD9A-F213C6B2F6B3}">
      <dgm:prSet/>
      <dgm:spPr/>
      <dgm:t>
        <a:bodyPr/>
        <a:lstStyle/>
        <a:p>
          <a:endParaRPr lang="zh-CN" altLang="en-US"/>
        </a:p>
      </dgm:t>
    </dgm:pt>
    <dgm:pt modelId="{A49875F4-3B78-4128-8A3F-EFBC51AFD1CE}" type="sibTrans" cxnId="{51510064-72D0-4EA0-BD9A-F213C6B2F6B3}">
      <dgm:prSet/>
      <dgm:spPr/>
      <dgm:t>
        <a:bodyPr/>
        <a:lstStyle/>
        <a:p>
          <a:endParaRPr lang="zh-CN" altLang="en-US"/>
        </a:p>
      </dgm:t>
    </dgm:pt>
    <dgm:pt modelId="{26019FED-B336-4765-8275-FA70CA59FB4D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>
            <a:buNone/>
          </a:pPr>
          <a:r>
            <a:rPr kumimoji="1" lang="zh-CN" altLang="en-US" sz="2400" b="1" dirty="0"/>
            <a:t>习惯用小写字母，大小写敏感</a:t>
          </a:r>
          <a:endParaRPr lang="zh-CN" altLang="en-US" sz="2400" dirty="0"/>
        </a:p>
      </dgm:t>
    </dgm:pt>
    <dgm:pt modelId="{5CED304B-9049-48A8-B307-CCCB7958E7F8}" type="parTrans" cxnId="{1750268B-1C2A-4680-BC32-E8CF91915280}">
      <dgm:prSet/>
      <dgm:spPr/>
      <dgm:t>
        <a:bodyPr/>
        <a:lstStyle/>
        <a:p>
          <a:endParaRPr lang="zh-CN" altLang="en-US"/>
        </a:p>
      </dgm:t>
    </dgm:pt>
    <dgm:pt modelId="{750734A9-26D4-4492-BBF5-EC69B430A524}" type="sibTrans" cxnId="{1750268B-1C2A-4680-BC32-E8CF91915280}">
      <dgm:prSet/>
      <dgm:spPr/>
      <dgm:t>
        <a:bodyPr/>
        <a:lstStyle/>
        <a:p>
          <a:endParaRPr lang="zh-CN" altLang="en-US"/>
        </a:p>
      </dgm:t>
    </dgm:pt>
    <dgm:pt modelId="{F7170EBD-0EAF-4514-95B7-895F08F38737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>
            <a:buNone/>
          </a:pPr>
          <a:r>
            <a:rPr kumimoji="1" lang="zh-CN" altLang="en-US" sz="2400" b="1" dirty="0"/>
            <a:t>标识符命名尽量“见名知意”</a:t>
          </a:r>
          <a:endParaRPr lang="zh-CN" altLang="en-US" sz="2400" dirty="0"/>
        </a:p>
      </dgm:t>
    </dgm:pt>
    <dgm:pt modelId="{8A422C18-6307-4541-893A-E1816716A0F3}" type="parTrans" cxnId="{D93519B4-F65C-4379-824A-E27E9AC3B7F3}">
      <dgm:prSet/>
      <dgm:spPr/>
      <dgm:t>
        <a:bodyPr/>
        <a:lstStyle/>
        <a:p>
          <a:endParaRPr lang="zh-CN" altLang="en-US"/>
        </a:p>
      </dgm:t>
    </dgm:pt>
    <dgm:pt modelId="{E27F2B95-F614-48E4-A6FE-B54ADCB7B287}" type="sibTrans" cxnId="{D93519B4-F65C-4379-824A-E27E9AC3B7F3}">
      <dgm:prSet/>
      <dgm:spPr/>
      <dgm:t>
        <a:bodyPr/>
        <a:lstStyle/>
        <a:p>
          <a:endParaRPr lang="zh-CN" altLang="en-US"/>
        </a:p>
      </dgm:t>
    </dgm:pt>
    <dgm:pt modelId="{9FB0D4D8-9BF2-491E-B9B6-B3E6A279CAD6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>
            <a:buNone/>
          </a:pPr>
          <a:r>
            <a:rPr kumimoji="1" lang="zh-CN" altLang="en-US" sz="2400" b="1" dirty="0"/>
            <a:t>有足够的空行和空格</a:t>
          </a:r>
          <a:endParaRPr lang="zh-CN" altLang="en-US" sz="2400" dirty="0"/>
        </a:p>
      </dgm:t>
    </dgm:pt>
    <dgm:pt modelId="{063187C7-DFC4-4DE4-8BB7-527B79759708}" type="parTrans" cxnId="{0FB854E0-2D2C-472B-A319-EC91A0C54EC4}">
      <dgm:prSet/>
      <dgm:spPr/>
      <dgm:t>
        <a:bodyPr/>
        <a:lstStyle/>
        <a:p>
          <a:endParaRPr lang="zh-CN" altLang="en-US"/>
        </a:p>
      </dgm:t>
    </dgm:pt>
    <dgm:pt modelId="{70DF8E1F-BED6-4DBB-A5B4-2CFE96A7F28C}" type="sibTrans" cxnId="{0FB854E0-2D2C-472B-A319-EC91A0C54EC4}">
      <dgm:prSet/>
      <dgm:spPr/>
      <dgm:t>
        <a:bodyPr/>
        <a:lstStyle/>
        <a:p>
          <a:endParaRPr lang="zh-CN" altLang="en-US"/>
        </a:p>
      </dgm:t>
    </dgm:pt>
    <dgm:pt modelId="{A28CE731-93C4-4C7F-A2E2-364EBFE03553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>
            <a:buNone/>
          </a:pPr>
          <a:r>
            <a:rPr kumimoji="1" lang="zh-CN" altLang="en-US" sz="2400" b="1" dirty="0"/>
            <a:t>常用锯齿形书写格式</a:t>
          </a:r>
          <a:endParaRPr lang="zh-CN" altLang="en-US" sz="2400" dirty="0"/>
        </a:p>
      </dgm:t>
    </dgm:pt>
    <dgm:pt modelId="{56357BDB-11A3-4B10-8E1A-684215F05628}" type="parTrans" cxnId="{DD8898A5-E3D5-4E77-8B7B-6EADEAB27676}">
      <dgm:prSet/>
      <dgm:spPr/>
      <dgm:t>
        <a:bodyPr/>
        <a:lstStyle/>
        <a:p>
          <a:endParaRPr lang="zh-CN" altLang="en-US"/>
        </a:p>
      </dgm:t>
    </dgm:pt>
    <dgm:pt modelId="{A9D8BDF5-AF96-4270-BF32-DA10540871A1}" type="sibTrans" cxnId="{DD8898A5-E3D5-4E77-8B7B-6EADEAB27676}">
      <dgm:prSet/>
      <dgm:spPr/>
      <dgm:t>
        <a:bodyPr/>
        <a:lstStyle/>
        <a:p>
          <a:endParaRPr lang="zh-CN" altLang="en-US"/>
        </a:p>
      </dgm:t>
    </dgm:pt>
    <dgm:pt modelId="{FD6A6375-81C1-4C66-99B4-BA7DEE476920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>
            <a:buNone/>
          </a:pPr>
          <a:r>
            <a:rPr kumimoji="1" lang="en-US" sz="2400" b="1" dirty="0"/>
            <a:t>{  }</a:t>
          </a:r>
          <a:r>
            <a:rPr kumimoji="1" lang="zh-CN" sz="2400" b="1" dirty="0"/>
            <a:t>对齐</a:t>
          </a:r>
          <a:endParaRPr lang="zh-CN" altLang="en-US" sz="2400" dirty="0"/>
        </a:p>
      </dgm:t>
    </dgm:pt>
    <dgm:pt modelId="{4C596FFF-6E71-43AC-94E6-6D8AC918F147}" type="parTrans" cxnId="{45F36A8C-6A41-4B5F-8715-3192D42B6263}">
      <dgm:prSet/>
      <dgm:spPr/>
      <dgm:t>
        <a:bodyPr/>
        <a:lstStyle/>
        <a:p>
          <a:endParaRPr lang="zh-CN" altLang="en-US"/>
        </a:p>
      </dgm:t>
    </dgm:pt>
    <dgm:pt modelId="{4FCC8CE6-4D91-4752-90F3-C377CF66865B}" type="sibTrans" cxnId="{45F36A8C-6A41-4B5F-8715-3192D42B6263}">
      <dgm:prSet/>
      <dgm:spPr/>
      <dgm:t>
        <a:bodyPr/>
        <a:lstStyle/>
        <a:p>
          <a:endParaRPr lang="zh-CN" altLang="en-US"/>
        </a:p>
      </dgm:t>
    </dgm:pt>
    <dgm:pt modelId="{DB3976D0-6B9B-4F3E-92FC-945E5E2F67B0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>
            <a:buNone/>
          </a:pPr>
          <a:r>
            <a:rPr kumimoji="1" lang="zh-CN" altLang="en-US" sz="2400" b="1" dirty="0"/>
            <a:t>有足够的注释</a:t>
          </a:r>
          <a:endParaRPr lang="zh-CN" altLang="en-US" sz="2400" dirty="0"/>
        </a:p>
      </dgm:t>
    </dgm:pt>
    <dgm:pt modelId="{D7244AD2-ADCE-4F07-8FEF-7927174D9748}" type="parTrans" cxnId="{0E788B68-A801-478F-98F3-CFD4BB46870C}">
      <dgm:prSet/>
      <dgm:spPr/>
      <dgm:t>
        <a:bodyPr/>
        <a:lstStyle/>
        <a:p>
          <a:endParaRPr lang="zh-CN" altLang="en-US"/>
        </a:p>
      </dgm:t>
    </dgm:pt>
    <dgm:pt modelId="{775BDE00-E943-4C08-A790-46576D0B0EE0}" type="sibTrans" cxnId="{0E788B68-A801-478F-98F3-CFD4BB46870C}">
      <dgm:prSet/>
      <dgm:spPr/>
      <dgm:t>
        <a:bodyPr/>
        <a:lstStyle/>
        <a:p>
          <a:endParaRPr lang="zh-CN" altLang="en-US"/>
        </a:p>
      </dgm:t>
    </dgm:pt>
    <dgm:pt modelId="{62C16AFD-D8D2-4D06-8A60-5ACB5AF106D9}" type="pres">
      <dgm:prSet presAssocID="{C4F0681D-2556-4314-979F-82DA60149BEE}" presName="linearFlow" presStyleCnt="0">
        <dgm:presLayoutVars>
          <dgm:dir/>
          <dgm:animLvl val="lvl"/>
          <dgm:resizeHandles val="exact"/>
        </dgm:presLayoutVars>
      </dgm:prSet>
      <dgm:spPr/>
    </dgm:pt>
    <dgm:pt modelId="{96FF03C2-0E18-4E7D-8901-D94A9C8F3EC6}" type="pres">
      <dgm:prSet presAssocID="{F8F7687E-6F74-47F8-8B32-C610EA2EAAAC}" presName="composite" presStyleCnt="0"/>
      <dgm:spPr/>
    </dgm:pt>
    <dgm:pt modelId="{241D1232-1759-44F4-9604-93AD70A65134}" type="pres">
      <dgm:prSet presAssocID="{F8F7687E-6F74-47F8-8B32-C610EA2EAAAC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D9C21F2E-0F1A-4874-A307-5D07300C2432}" type="pres">
      <dgm:prSet presAssocID="{F8F7687E-6F74-47F8-8B32-C610EA2EAAAC}" presName="descendantText" presStyleLbl="alignAcc1" presStyleIdx="0" presStyleCnt="6">
        <dgm:presLayoutVars>
          <dgm:bulletEnabled val="1"/>
        </dgm:presLayoutVars>
      </dgm:prSet>
      <dgm:spPr/>
    </dgm:pt>
    <dgm:pt modelId="{821B46DE-B3FB-4000-84E1-37A39B147BBD}" type="pres">
      <dgm:prSet presAssocID="{FBAD94C7-B756-487F-9A10-4C0F710F4288}" presName="sp" presStyleCnt="0"/>
      <dgm:spPr/>
    </dgm:pt>
    <dgm:pt modelId="{22603BAB-5BF0-4D63-9543-E7D8A09BE2F4}" type="pres">
      <dgm:prSet presAssocID="{2AC5C355-E87C-490B-A875-DA450A61B039}" presName="composite" presStyleCnt="0"/>
      <dgm:spPr/>
    </dgm:pt>
    <dgm:pt modelId="{919CC973-D8E6-499B-8B49-B02D1704E5F7}" type="pres">
      <dgm:prSet presAssocID="{2AC5C355-E87C-490B-A875-DA450A61B039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8EED3D99-E1DE-42DF-883A-3E0ADAB26B23}" type="pres">
      <dgm:prSet presAssocID="{2AC5C355-E87C-490B-A875-DA450A61B039}" presName="descendantText" presStyleLbl="alignAcc1" presStyleIdx="1" presStyleCnt="6">
        <dgm:presLayoutVars>
          <dgm:bulletEnabled val="1"/>
        </dgm:presLayoutVars>
      </dgm:prSet>
      <dgm:spPr/>
    </dgm:pt>
    <dgm:pt modelId="{927F8973-1F96-41B5-A585-E95AEBCC6B15}" type="pres">
      <dgm:prSet presAssocID="{2AE86645-5715-466E-91F2-63526B8411CB}" presName="sp" presStyleCnt="0"/>
      <dgm:spPr/>
    </dgm:pt>
    <dgm:pt modelId="{D013E836-501E-4ECA-924B-0F28A0B4B0E6}" type="pres">
      <dgm:prSet presAssocID="{024920A2-1320-4C93-B383-01AB076D770C}" presName="composite" presStyleCnt="0"/>
      <dgm:spPr/>
    </dgm:pt>
    <dgm:pt modelId="{745BBADE-8AC2-42C7-8D4A-24372C898A77}" type="pres">
      <dgm:prSet presAssocID="{024920A2-1320-4C93-B383-01AB076D770C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F4E912D3-3199-4695-827F-97B9B38AEF0B}" type="pres">
      <dgm:prSet presAssocID="{024920A2-1320-4C93-B383-01AB076D770C}" presName="descendantText" presStyleLbl="alignAcc1" presStyleIdx="2" presStyleCnt="6">
        <dgm:presLayoutVars>
          <dgm:bulletEnabled val="1"/>
        </dgm:presLayoutVars>
      </dgm:prSet>
      <dgm:spPr/>
    </dgm:pt>
    <dgm:pt modelId="{0308D82B-17CB-4F9C-80CC-8D0C84ACCC07}" type="pres">
      <dgm:prSet presAssocID="{C6D5E23D-E369-4AA5-B796-D4257FE3145D}" presName="sp" presStyleCnt="0"/>
      <dgm:spPr/>
    </dgm:pt>
    <dgm:pt modelId="{370676DE-94F7-4B20-953E-E15536C0704C}" type="pres">
      <dgm:prSet presAssocID="{1201EB44-E16A-4065-8147-959A17D62BCD}" presName="composite" presStyleCnt="0"/>
      <dgm:spPr/>
    </dgm:pt>
    <dgm:pt modelId="{91B11906-DFDD-45DC-8B99-5AFD5917DD75}" type="pres">
      <dgm:prSet presAssocID="{1201EB44-E16A-4065-8147-959A17D62BCD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C57B5271-FC23-4420-A5AF-3706917AC55B}" type="pres">
      <dgm:prSet presAssocID="{1201EB44-E16A-4065-8147-959A17D62BCD}" presName="descendantText" presStyleLbl="alignAcc1" presStyleIdx="3" presStyleCnt="6">
        <dgm:presLayoutVars>
          <dgm:bulletEnabled val="1"/>
        </dgm:presLayoutVars>
      </dgm:prSet>
      <dgm:spPr/>
    </dgm:pt>
    <dgm:pt modelId="{DABDE27E-830C-47A5-8295-4EF609DC80E9}" type="pres">
      <dgm:prSet presAssocID="{2114A6A2-6D07-4405-9767-5F0BF0B2529D}" presName="sp" presStyleCnt="0"/>
      <dgm:spPr/>
    </dgm:pt>
    <dgm:pt modelId="{BC4DF5C8-8D4D-47A2-AA0D-DD0A7337E120}" type="pres">
      <dgm:prSet presAssocID="{9FFE41B6-FF60-4BCD-A403-664C4A770224}" presName="composite" presStyleCnt="0"/>
      <dgm:spPr/>
    </dgm:pt>
    <dgm:pt modelId="{551EE310-91DB-4521-B16E-B966F44C940F}" type="pres">
      <dgm:prSet presAssocID="{9FFE41B6-FF60-4BCD-A403-664C4A770224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836FB493-D7DF-439E-8F90-792407195E5C}" type="pres">
      <dgm:prSet presAssocID="{9FFE41B6-FF60-4BCD-A403-664C4A770224}" presName="descendantText" presStyleLbl="alignAcc1" presStyleIdx="4" presStyleCnt="6">
        <dgm:presLayoutVars>
          <dgm:bulletEnabled val="1"/>
        </dgm:presLayoutVars>
      </dgm:prSet>
      <dgm:spPr/>
    </dgm:pt>
    <dgm:pt modelId="{DF1A6F8A-55F4-4A2C-9A62-A35039CF8F4B}" type="pres">
      <dgm:prSet presAssocID="{EE4B2194-0748-4A49-8B98-02D4E8753351}" presName="sp" presStyleCnt="0"/>
      <dgm:spPr/>
    </dgm:pt>
    <dgm:pt modelId="{7D359F20-1AE9-4720-B904-103415AAFB36}" type="pres">
      <dgm:prSet presAssocID="{6A0DF8F9-0859-4F95-A802-B169CCDA0577}" presName="composite" presStyleCnt="0"/>
      <dgm:spPr/>
    </dgm:pt>
    <dgm:pt modelId="{8C039C1A-5A88-4209-9709-0F0D5DD0BCD8}" type="pres">
      <dgm:prSet presAssocID="{6A0DF8F9-0859-4F95-A802-B169CCDA0577}" presName="parentText" presStyleLbl="alignNode1" presStyleIdx="5" presStyleCnt="6" custLinFactNeighborY="0">
        <dgm:presLayoutVars>
          <dgm:chMax val="1"/>
          <dgm:bulletEnabled val="1"/>
        </dgm:presLayoutVars>
      </dgm:prSet>
      <dgm:spPr/>
    </dgm:pt>
    <dgm:pt modelId="{E1FCDB24-2E79-4187-A982-6FE301337D2E}" type="pres">
      <dgm:prSet presAssocID="{6A0DF8F9-0859-4F95-A802-B169CCDA0577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BF54A008-761C-4AAF-BAAC-1A6A4852F361}" type="presOf" srcId="{A28CE731-93C4-4C7F-A2E2-364EBFE03553}" destId="{C57B5271-FC23-4420-A5AF-3706917AC55B}" srcOrd="0" destOrd="0" presId="urn:microsoft.com/office/officeart/2005/8/layout/chevron2"/>
    <dgm:cxn modelId="{0DC6330C-4A49-43FB-979B-61A8A51C28B8}" type="presOf" srcId="{FD6A6375-81C1-4C66-99B4-BA7DEE476920}" destId="{836FB493-D7DF-439E-8F90-792407195E5C}" srcOrd="0" destOrd="0" presId="urn:microsoft.com/office/officeart/2005/8/layout/chevron2"/>
    <dgm:cxn modelId="{DB680D14-8090-4A8F-9706-4F0224AAFB1E}" type="presOf" srcId="{024920A2-1320-4C93-B383-01AB076D770C}" destId="{745BBADE-8AC2-42C7-8D4A-24372C898A77}" srcOrd="0" destOrd="0" presId="urn:microsoft.com/office/officeart/2005/8/layout/chevron2"/>
    <dgm:cxn modelId="{84E2AC20-D404-4F0D-90AF-68BE8749BC2D}" type="presOf" srcId="{F8F7687E-6F74-47F8-8B32-C610EA2EAAAC}" destId="{241D1232-1759-44F4-9604-93AD70A65134}" srcOrd="0" destOrd="0" presId="urn:microsoft.com/office/officeart/2005/8/layout/chevron2"/>
    <dgm:cxn modelId="{0E21E142-E312-4ADE-AA1D-6CE1291BC488}" type="presOf" srcId="{26019FED-B336-4765-8275-FA70CA59FB4D}" destId="{D9C21F2E-0F1A-4874-A307-5D07300C2432}" srcOrd="0" destOrd="0" presId="urn:microsoft.com/office/officeart/2005/8/layout/chevron2"/>
    <dgm:cxn modelId="{51510064-72D0-4EA0-BD9A-F213C6B2F6B3}" srcId="{C4F0681D-2556-4314-979F-82DA60149BEE}" destId="{6A0DF8F9-0859-4F95-A802-B169CCDA0577}" srcOrd="5" destOrd="0" parTransId="{599FEB24-BA0E-425C-929E-17CA9CDBBA4B}" sibTransId="{A49875F4-3B78-4128-8A3F-EFBC51AFD1CE}"/>
    <dgm:cxn modelId="{0E788B68-A801-478F-98F3-CFD4BB46870C}" srcId="{6A0DF8F9-0859-4F95-A802-B169CCDA0577}" destId="{DB3976D0-6B9B-4F3E-92FC-945E5E2F67B0}" srcOrd="0" destOrd="0" parTransId="{D7244AD2-ADCE-4F07-8FEF-7927174D9748}" sibTransId="{775BDE00-E943-4C08-A790-46576D0B0EE0}"/>
    <dgm:cxn modelId="{FCBBA649-C4F8-431D-98E8-5094EDD829F2}" type="presOf" srcId="{9FB0D4D8-9BF2-491E-B9B6-B3E6A279CAD6}" destId="{F4E912D3-3199-4695-827F-97B9B38AEF0B}" srcOrd="0" destOrd="0" presId="urn:microsoft.com/office/officeart/2005/8/layout/chevron2"/>
    <dgm:cxn modelId="{08BF1B6E-6D4D-4FC4-92B4-CFAF48BFCDEA}" type="presOf" srcId="{6A0DF8F9-0859-4F95-A802-B169CCDA0577}" destId="{8C039C1A-5A88-4209-9709-0F0D5DD0BCD8}" srcOrd="0" destOrd="0" presId="urn:microsoft.com/office/officeart/2005/8/layout/chevron2"/>
    <dgm:cxn modelId="{69F93C73-8A33-48B4-A44F-B40522F8B203}" type="presOf" srcId="{1201EB44-E16A-4065-8147-959A17D62BCD}" destId="{91B11906-DFDD-45DC-8B99-5AFD5917DD75}" srcOrd="0" destOrd="0" presId="urn:microsoft.com/office/officeart/2005/8/layout/chevron2"/>
    <dgm:cxn modelId="{3FE25474-0D25-4A04-B1AF-12FF9593FA62}" srcId="{C4F0681D-2556-4314-979F-82DA60149BEE}" destId="{2AC5C355-E87C-490B-A875-DA450A61B039}" srcOrd="1" destOrd="0" parTransId="{BF48863E-F42A-49DD-9894-853016D30810}" sibTransId="{2AE86645-5715-466E-91F2-63526B8411CB}"/>
    <dgm:cxn modelId="{5FEB7854-AAD3-4808-8477-0D7FDB127C9D}" type="presOf" srcId="{C4F0681D-2556-4314-979F-82DA60149BEE}" destId="{62C16AFD-D8D2-4D06-8A60-5ACB5AF106D9}" srcOrd="0" destOrd="0" presId="urn:microsoft.com/office/officeart/2005/8/layout/chevron2"/>
    <dgm:cxn modelId="{7BE18475-A714-4BF2-A788-11120FAFF662}" type="presOf" srcId="{9FFE41B6-FF60-4BCD-A403-664C4A770224}" destId="{551EE310-91DB-4521-B16E-B966F44C940F}" srcOrd="0" destOrd="0" presId="urn:microsoft.com/office/officeart/2005/8/layout/chevron2"/>
    <dgm:cxn modelId="{41AE5077-3E29-4409-BF55-F556B0CC1782}" srcId="{C4F0681D-2556-4314-979F-82DA60149BEE}" destId="{9FFE41B6-FF60-4BCD-A403-664C4A770224}" srcOrd="4" destOrd="0" parTransId="{E5387A5E-A277-43E3-975F-E8818B58CE5E}" sibTransId="{EE4B2194-0748-4A49-8B98-02D4E8753351}"/>
    <dgm:cxn modelId="{1750268B-1C2A-4680-BC32-E8CF91915280}" srcId="{F8F7687E-6F74-47F8-8B32-C610EA2EAAAC}" destId="{26019FED-B336-4765-8275-FA70CA59FB4D}" srcOrd="0" destOrd="0" parTransId="{5CED304B-9049-48A8-B307-CCCB7958E7F8}" sibTransId="{750734A9-26D4-4492-BBF5-EC69B430A524}"/>
    <dgm:cxn modelId="{45F36A8C-6A41-4B5F-8715-3192D42B6263}" srcId="{9FFE41B6-FF60-4BCD-A403-664C4A770224}" destId="{FD6A6375-81C1-4C66-99B4-BA7DEE476920}" srcOrd="0" destOrd="0" parTransId="{4C596FFF-6E71-43AC-94E6-6D8AC918F147}" sibTransId="{4FCC8CE6-4D91-4752-90F3-C377CF66865B}"/>
    <dgm:cxn modelId="{EF158D9F-A9DD-408F-97C2-7EC674AA166B}" srcId="{C4F0681D-2556-4314-979F-82DA60149BEE}" destId="{1201EB44-E16A-4065-8147-959A17D62BCD}" srcOrd="3" destOrd="0" parTransId="{3F4E7CB1-D376-4A8F-9C3E-0A4799A6CCDD}" sibTransId="{2114A6A2-6D07-4405-9767-5F0BF0B2529D}"/>
    <dgm:cxn modelId="{DD8898A5-E3D5-4E77-8B7B-6EADEAB27676}" srcId="{1201EB44-E16A-4065-8147-959A17D62BCD}" destId="{A28CE731-93C4-4C7F-A2E2-364EBFE03553}" srcOrd="0" destOrd="0" parTransId="{56357BDB-11A3-4B10-8E1A-684215F05628}" sibTransId="{A9D8BDF5-AF96-4270-BF32-DA10540871A1}"/>
    <dgm:cxn modelId="{7E7A25A7-AEB2-47AB-9AC0-6DDBCB2355DF}" type="presOf" srcId="{2AC5C355-E87C-490B-A875-DA450A61B039}" destId="{919CC973-D8E6-499B-8B49-B02D1704E5F7}" srcOrd="0" destOrd="0" presId="urn:microsoft.com/office/officeart/2005/8/layout/chevron2"/>
    <dgm:cxn modelId="{FB80C9B3-08DE-47BA-A941-F24296E966AF}" type="presOf" srcId="{DB3976D0-6B9B-4F3E-92FC-945E5E2F67B0}" destId="{E1FCDB24-2E79-4187-A982-6FE301337D2E}" srcOrd="0" destOrd="0" presId="urn:microsoft.com/office/officeart/2005/8/layout/chevron2"/>
    <dgm:cxn modelId="{D93519B4-F65C-4379-824A-E27E9AC3B7F3}" srcId="{2AC5C355-E87C-490B-A875-DA450A61B039}" destId="{F7170EBD-0EAF-4514-95B7-895F08F38737}" srcOrd="0" destOrd="0" parTransId="{8A422C18-6307-4541-893A-E1816716A0F3}" sibTransId="{E27F2B95-F614-48E4-A6FE-B54ADCB7B287}"/>
    <dgm:cxn modelId="{62942DB8-BB18-4E1E-BE56-A5129F6322BC}" srcId="{C4F0681D-2556-4314-979F-82DA60149BEE}" destId="{024920A2-1320-4C93-B383-01AB076D770C}" srcOrd="2" destOrd="0" parTransId="{1076EAEF-845B-424B-B05B-67FE36056F07}" sibTransId="{C6D5E23D-E369-4AA5-B796-D4257FE3145D}"/>
    <dgm:cxn modelId="{B26F8BC1-7D60-4EE0-94D6-47578D77977A}" type="presOf" srcId="{F7170EBD-0EAF-4514-95B7-895F08F38737}" destId="{8EED3D99-E1DE-42DF-883A-3E0ADAB26B23}" srcOrd="0" destOrd="0" presId="urn:microsoft.com/office/officeart/2005/8/layout/chevron2"/>
    <dgm:cxn modelId="{F00A19C2-E832-410F-A6E3-3279B07DAE0B}" srcId="{C4F0681D-2556-4314-979F-82DA60149BEE}" destId="{F8F7687E-6F74-47F8-8B32-C610EA2EAAAC}" srcOrd="0" destOrd="0" parTransId="{B0FC0F19-2C07-48DD-ACCB-81F513722284}" sibTransId="{FBAD94C7-B756-487F-9A10-4C0F710F4288}"/>
    <dgm:cxn modelId="{0FB854E0-2D2C-472B-A319-EC91A0C54EC4}" srcId="{024920A2-1320-4C93-B383-01AB076D770C}" destId="{9FB0D4D8-9BF2-491E-B9B6-B3E6A279CAD6}" srcOrd="0" destOrd="0" parTransId="{063187C7-DFC4-4DE4-8BB7-527B79759708}" sibTransId="{70DF8E1F-BED6-4DBB-A5B4-2CFE96A7F28C}"/>
    <dgm:cxn modelId="{97D4C890-0744-460C-8FB1-FC40854E57A5}" type="presParOf" srcId="{62C16AFD-D8D2-4D06-8A60-5ACB5AF106D9}" destId="{96FF03C2-0E18-4E7D-8901-D94A9C8F3EC6}" srcOrd="0" destOrd="0" presId="urn:microsoft.com/office/officeart/2005/8/layout/chevron2"/>
    <dgm:cxn modelId="{E1DCEFBA-A934-4AAA-9EC4-6E32FA4AD714}" type="presParOf" srcId="{96FF03C2-0E18-4E7D-8901-D94A9C8F3EC6}" destId="{241D1232-1759-44F4-9604-93AD70A65134}" srcOrd="0" destOrd="0" presId="urn:microsoft.com/office/officeart/2005/8/layout/chevron2"/>
    <dgm:cxn modelId="{020FACD6-C601-41C6-A28B-1EA254447B31}" type="presParOf" srcId="{96FF03C2-0E18-4E7D-8901-D94A9C8F3EC6}" destId="{D9C21F2E-0F1A-4874-A307-5D07300C2432}" srcOrd="1" destOrd="0" presId="urn:microsoft.com/office/officeart/2005/8/layout/chevron2"/>
    <dgm:cxn modelId="{1908C617-95D9-41CE-BC4F-54E9925EDC2B}" type="presParOf" srcId="{62C16AFD-D8D2-4D06-8A60-5ACB5AF106D9}" destId="{821B46DE-B3FB-4000-84E1-37A39B147BBD}" srcOrd="1" destOrd="0" presId="urn:microsoft.com/office/officeart/2005/8/layout/chevron2"/>
    <dgm:cxn modelId="{B4D985D7-7747-4EB8-9627-9FDAFDE052A9}" type="presParOf" srcId="{62C16AFD-D8D2-4D06-8A60-5ACB5AF106D9}" destId="{22603BAB-5BF0-4D63-9543-E7D8A09BE2F4}" srcOrd="2" destOrd="0" presId="urn:microsoft.com/office/officeart/2005/8/layout/chevron2"/>
    <dgm:cxn modelId="{A172AF0C-B3D3-4494-A1E4-C318EB93A65A}" type="presParOf" srcId="{22603BAB-5BF0-4D63-9543-E7D8A09BE2F4}" destId="{919CC973-D8E6-499B-8B49-B02D1704E5F7}" srcOrd="0" destOrd="0" presId="urn:microsoft.com/office/officeart/2005/8/layout/chevron2"/>
    <dgm:cxn modelId="{AAFC6845-FD41-4879-83A0-1CAC7B190022}" type="presParOf" srcId="{22603BAB-5BF0-4D63-9543-E7D8A09BE2F4}" destId="{8EED3D99-E1DE-42DF-883A-3E0ADAB26B23}" srcOrd="1" destOrd="0" presId="urn:microsoft.com/office/officeart/2005/8/layout/chevron2"/>
    <dgm:cxn modelId="{70698E50-194B-4A5D-AE5F-2B59F8B5F2DD}" type="presParOf" srcId="{62C16AFD-D8D2-4D06-8A60-5ACB5AF106D9}" destId="{927F8973-1F96-41B5-A585-E95AEBCC6B15}" srcOrd="3" destOrd="0" presId="urn:microsoft.com/office/officeart/2005/8/layout/chevron2"/>
    <dgm:cxn modelId="{65860E7C-3B34-4F62-81FE-FFE3945BD3FA}" type="presParOf" srcId="{62C16AFD-D8D2-4D06-8A60-5ACB5AF106D9}" destId="{D013E836-501E-4ECA-924B-0F28A0B4B0E6}" srcOrd="4" destOrd="0" presId="urn:microsoft.com/office/officeart/2005/8/layout/chevron2"/>
    <dgm:cxn modelId="{92644C3E-D941-4DC5-9934-09D4F48974F2}" type="presParOf" srcId="{D013E836-501E-4ECA-924B-0F28A0B4B0E6}" destId="{745BBADE-8AC2-42C7-8D4A-24372C898A77}" srcOrd="0" destOrd="0" presId="urn:microsoft.com/office/officeart/2005/8/layout/chevron2"/>
    <dgm:cxn modelId="{6F342E95-DA23-47A3-9B5B-DF7EC7635809}" type="presParOf" srcId="{D013E836-501E-4ECA-924B-0F28A0B4B0E6}" destId="{F4E912D3-3199-4695-827F-97B9B38AEF0B}" srcOrd="1" destOrd="0" presId="urn:microsoft.com/office/officeart/2005/8/layout/chevron2"/>
    <dgm:cxn modelId="{3074C3A7-8623-4E78-B397-FFB1B7014DC1}" type="presParOf" srcId="{62C16AFD-D8D2-4D06-8A60-5ACB5AF106D9}" destId="{0308D82B-17CB-4F9C-80CC-8D0C84ACCC07}" srcOrd="5" destOrd="0" presId="urn:microsoft.com/office/officeart/2005/8/layout/chevron2"/>
    <dgm:cxn modelId="{CB8B3FD8-5915-48C5-BEB5-1E873DCE071F}" type="presParOf" srcId="{62C16AFD-D8D2-4D06-8A60-5ACB5AF106D9}" destId="{370676DE-94F7-4B20-953E-E15536C0704C}" srcOrd="6" destOrd="0" presId="urn:microsoft.com/office/officeart/2005/8/layout/chevron2"/>
    <dgm:cxn modelId="{9C075A8F-0E28-4D99-A3FA-F2A37308C4A9}" type="presParOf" srcId="{370676DE-94F7-4B20-953E-E15536C0704C}" destId="{91B11906-DFDD-45DC-8B99-5AFD5917DD75}" srcOrd="0" destOrd="0" presId="urn:microsoft.com/office/officeart/2005/8/layout/chevron2"/>
    <dgm:cxn modelId="{BFDCF168-FA10-4D86-A861-0824EC3528C9}" type="presParOf" srcId="{370676DE-94F7-4B20-953E-E15536C0704C}" destId="{C57B5271-FC23-4420-A5AF-3706917AC55B}" srcOrd="1" destOrd="0" presId="urn:microsoft.com/office/officeart/2005/8/layout/chevron2"/>
    <dgm:cxn modelId="{8E790DC5-31A6-44C8-AC3C-415934FA5F8E}" type="presParOf" srcId="{62C16AFD-D8D2-4D06-8A60-5ACB5AF106D9}" destId="{DABDE27E-830C-47A5-8295-4EF609DC80E9}" srcOrd="7" destOrd="0" presId="urn:microsoft.com/office/officeart/2005/8/layout/chevron2"/>
    <dgm:cxn modelId="{02071195-67A4-4AA1-9583-6DF5065103E3}" type="presParOf" srcId="{62C16AFD-D8D2-4D06-8A60-5ACB5AF106D9}" destId="{BC4DF5C8-8D4D-47A2-AA0D-DD0A7337E120}" srcOrd="8" destOrd="0" presId="urn:microsoft.com/office/officeart/2005/8/layout/chevron2"/>
    <dgm:cxn modelId="{6B6F9CB6-5088-4DA6-8267-D451BCB59EC4}" type="presParOf" srcId="{BC4DF5C8-8D4D-47A2-AA0D-DD0A7337E120}" destId="{551EE310-91DB-4521-B16E-B966F44C940F}" srcOrd="0" destOrd="0" presId="urn:microsoft.com/office/officeart/2005/8/layout/chevron2"/>
    <dgm:cxn modelId="{CB632B8D-2CF2-4738-A24D-7DB941F3FDFB}" type="presParOf" srcId="{BC4DF5C8-8D4D-47A2-AA0D-DD0A7337E120}" destId="{836FB493-D7DF-439E-8F90-792407195E5C}" srcOrd="1" destOrd="0" presId="urn:microsoft.com/office/officeart/2005/8/layout/chevron2"/>
    <dgm:cxn modelId="{EA3A9EA0-3798-49ED-9BC6-A7E0135B62CD}" type="presParOf" srcId="{62C16AFD-D8D2-4D06-8A60-5ACB5AF106D9}" destId="{DF1A6F8A-55F4-4A2C-9A62-A35039CF8F4B}" srcOrd="9" destOrd="0" presId="urn:microsoft.com/office/officeart/2005/8/layout/chevron2"/>
    <dgm:cxn modelId="{974D4969-FACE-45D8-B455-1C77247DC976}" type="presParOf" srcId="{62C16AFD-D8D2-4D06-8A60-5ACB5AF106D9}" destId="{7D359F20-1AE9-4720-B904-103415AAFB36}" srcOrd="10" destOrd="0" presId="urn:microsoft.com/office/officeart/2005/8/layout/chevron2"/>
    <dgm:cxn modelId="{D1C11625-7843-4064-9E8D-28358928051E}" type="presParOf" srcId="{7D359F20-1AE9-4720-B904-103415AAFB36}" destId="{8C039C1A-5A88-4209-9709-0F0D5DD0BCD8}" srcOrd="0" destOrd="0" presId="urn:microsoft.com/office/officeart/2005/8/layout/chevron2"/>
    <dgm:cxn modelId="{624BFD8C-C780-4D2C-A350-B2016DD334F1}" type="presParOf" srcId="{7D359F20-1AE9-4720-B904-103415AAFB36}" destId="{E1FCDB24-2E79-4187-A982-6FE301337D2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2919A-8D07-4C5A-B39A-64C99A7E5AF4}">
      <dsp:nvSpPr>
        <dsp:cNvPr id="0" name=""/>
        <dsp:cNvSpPr/>
      </dsp:nvSpPr>
      <dsp:spPr>
        <a:xfrm>
          <a:off x="1141" y="102873"/>
          <a:ext cx="950695" cy="28520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问题分析</a:t>
          </a:r>
          <a:endParaRPr lang="en-US" altLang="zh-CN" sz="3200" kern="1200" dirty="0"/>
        </a:p>
      </dsp:txBody>
      <dsp:txXfrm>
        <a:off x="28986" y="130718"/>
        <a:ext cx="895005" cy="2796395"/>
      </dsp:txXfrm>
    </dsp:sp>
    <dsp:sp modelId="{7D50BFA8-3565-4055-925A-0097ABC9E3B1}">
      <dsp:nvSpPr>
        <dsp:cNvPr id="0" name=""/>
        <dsp:cNvSpPr/>
      </dsp:nvSpPr>
      <dsp:spPr>
        <a:xfrm>
          <a:off x="1045190" y="1411029"/>
          <a:ext cx="197909" cy="235772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200" kern="1200"/>
        </a:p>
      </dsp:txBody>
      <dsp:txXfrm>
        <a:off x="1045190" y="1458183"/>
        <a:ext cx="138536" cy="141464"/>
      </dsp:txXfrm>
    </dsp:sp>
    <dsp:sp modelId="{F55388E9-6720-44B8-A4B9-5DBCA0691239}">
      <dsp:nvSpPr>
        <dsp:cNvPr id="0" name=""/>
        <dsp:cNvSpPr/>
      </dsp:nvSpPr>
      <dsp:spPr>
        <a:xfrm>
          <a:off x="1325250" y="102873"/>
          <a:ext cx="950695" cy="28520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算法设计</a:t>
          </a:r>
        </a:p>
      </dsp:txBody>
      <dsp:txXfrm>
        <a:off x="1353095" y="130718"/>
        <a:ext cx="895005" cy="2796395"/>
      </dsp:txXfrm>
    </dsp:sp>
    <dsp:sp modelId="{3A567497-4FD9-48E8-B24C-252023E66AA2}">
      <dsp:nvSpPr>
        <dsp:cNvPr id="0" name=""/>
        <dsp:cNvSpPr/>
      </dsp:nvSpPr>
      <dsp:spPr>
        <a:xfrm>
          <a:off x="2372731" y="1411029"/>
          <a:ext cx="205185" cy="235772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200" kern="1200"/>
        </a:p>
      </dsp:txBody>
      <dsp:txXfrm>
        <a:off x="2372731" y="1458183"/>
        <a:ext cx="143630" cy="141464"/>
      </dsp:txXfrm>
    </dsp:sp>
    <dsp:sp modelId="{391F2137-D003-4DD8-A69E-00A639F8CDCC}">
      <dsp:nvSpPr>
        <dsp:cNvPr id="0" name=""/>
        <dsp:cNvSpPr/>
      </dsp:nvSpPr>
      <dsp:spPr>
        <a:xfrm>
          <a:off x="2663088" y="102873"/>
          <a:ext cx="950695" cy="28520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程序编写</a:t>
          </a:r>
        </a:p>
      </dsp:txBody>
      <dsp:txXfrm>
        <a:off x="2690933" y="130718"/>
        <a:ext cx="895005" cy="2796395"/>
      </dsp:txXfrm>
    </dsp:sp>
    <dsp:sp modelId="{F9D45B5A-41DB-4AA8-9B0C-F100339374FA}">
      <dsp:nvSpPr>
        <dsp:cNvPr id="0" name=""/>
        <dsp:cNvSpPr/>
      </dsp:nvSpPr>
      <dsp:spPr>
        <a:xfrm>
          <a:off x="3708853" y="1411029"/>
          <a:ext cx="201547" cy="235772"/>
        </a:xfrm>
        <a:prstGeom prst="rightArrow">
          <a:avLst>
            <a:gd name="adj1" fmla="val 60000"/>
            <a:gd name="adj2" fmla="val 50000"/>
          </a:avLst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200" kern="1200" dirty="0"/>
        </a:p>
      </dsp:txBody>
      <dsp:txXfrm>
        <a:off x="3708853" y="1458183"/>
        <a:ext cx="141083" cy="141464"/>
      </dsp:txXfrm>
    </dsp:sp>
    <dsp:sp modelId="{EE16D421-17E1-43FF-B18A-6EE0D264F8BD}">
      <dsp:nvSpPr>
        <dsp:cNvPr id="0" name=""/>
        <dsp:cNvSpPr/>
      </dsp:nvSpPr>
      <dsp:spPr>
        <a:xfrm>
          <a:off x="3994061" y="102873"/>
          <a:ext cx="940218" cy="28520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运行测试</a:t>
          </a:r>
          <a:endParaRPr lang="en-US" altLang="zh-CN" sz="3200" kern="1200" dirty="0"/>
        </a:p>
      </dsp:txBody>
      <dsp:txXfrm>
        <a:off x="4021599" y="130411"/>
        <a:ext cx="885142" cy="2797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1D1232-1759-44F4-9604-93AD70A65134}">
      <dsp:nvSpPr>
        <dsp:cNvPr id="0" name=""/>
        <dsp:cNvSpPr/>
      </dsp:nvSpPr>
      <dsp:spPr>
        <a:xfrm rot="5400000">
          <a:off x="-103834" y="107288"/>
          <a:ext cx="692227" cy="484559"/>
        </a:xfrm>
        <a:prstGeom prst="chevron">
          <a:avLst/>
        </a:prstGeom>
        <a:solidFill>
          <a:srgbClr val="FFCCCC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  <a:endParaRPr lang="en-US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" y="245734"/>
        <a:ext cx="484559" cy="207668"/>
      </dsp:txXfrm>
    </dsp:sp>
    <dsp:sp modelId="{D9C21F2E-0F1A-4874-A307-5D07300C2432}">
      <dsp:nvSpPr>
        <dsp:cNvPr id="0" name=""/>
        <dsp:cNvSpPr/>
      </dsp:nvSpPr>
      <dsp:spPr>
        <a:xfrm rot="5400000">
          <a:off x="3478635" y="-2990622"/>
          <a:ext cx="450184" cy="6438336"/>
        </a:xfrm>
        <a:prstGeom prst="round2SameRect">
          <a:avLst/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kumimoji="1" lang="zh-CN" altLang="en-US" sz="2400" b="1" kern="1200" dirty="0"/>
            <a:t>习惯用小写字母，大小写敏感</a:t>
          </a:r>
          <a:endParaRPr lang="zh-CN" altLang="en-US" sz="2400" kern="1200" dirty="0"/>
        </a:p>
      </dsp:txBody>
      <dsp:txXfrm rot="-5400000">
        <a:off x="484559" y="25430"/>
        <a:ext cx="6416360" cy="406232"/>
      </dsp:txXfrm>
    </dsp:sp>
    <dsp:sp modelId="{919CC973-D8E6-499B-8B49-B02D1704E5F7}">
      <dsp:nvSpPr>
        <dsp:cNvPr id="0" name=""/>
        <dsp:cNvSpPr/>
      </dsp:nvSpPr>
      <dsp:spPr>
        <a:xfrm rot="5400000">
          <a:off x="-103834" y="697997"/>
          <a:ext cx="692227" cy="484559"/>
        </a:xfrm>
        <a:prstGeom prst="chevron">
          <a:avLst/>
        </a:prstGeom>
        <a:solidFill>
          <a:srgbClr val="1BE40C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  <a:endParaRPr lang="zh-CN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" y="836443"/>
        <a:ext cx="484559" cy="207668"/>
      </dsp:txXfrm>
    </dsp:sp>
    <dsp:sp modelId="{8EED3D99-E1DE-42DF-883A-3E0ADAB26B23}">
      <dsp:nvSpPr>
        <dsp:cNvPr id="0" name=""/>
        <dsp:cNvSpPr/>
      </dsp:nvSpPr>
      <dsp:spPr>
        <a:xfrm rot="5400000">
          <a:off x="3478753" y="-2400030"/>
          <a:ext cx="449947" cy="6438336"/>
        </a:xfrm>
        <a:prstGeom prst="round2SameRect">
          <a:avLst/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kumimoji="1" lang="zh-CN" altLang="en-US" sz="2400" b="1" kern="1200" dirty="0"/>
            <a:t>标识符命名尽量“见名知意”</a:t>
          </a:r>
          <a:endParaRPr lang="zh-CN" altLang="en-US" sz="2400" kern="1200" dirty="0"/>
        </a:p>
      </dsp:txBody>
      <dsp:txXfrm rot="-5400000">
        <a:off x="484559" y="616129"/>
        <a:ext cx="6416371" cy="406017"/>
      </dsp:txXfrm>
    </dsp:sp>
    <dsp:sp modelId="{745BBADE-8AC2-42C7-8D4A-24372C898A77}">
      <dsp:nvSpPr>
        <dsp:cNvPr id="0" name=""/>
        <dsp:cNvSpPr/>
      </dsp:nvSpPr>
      <dsp:spPr>
        <a:xfrm rot="5400000">
          <a:off x="-103834" y="1288707"/>
          <a:ext cx="692227" cy="484559"/>
        </a:xfrm>
        <a:prstGeom prst="chevron">
          <a:avLst/>
        </a:prstGeom>
        <a:solidFill>
          <a:srgbClr val="FFC0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  <a:endParaRPr lang="zh-CN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" y="1427153"/>
        <a:ext cx="484559" cy="207668"/>
      </dsp:txXfrm>
    </dsp:sp>
    <dsp:sp modelId="{F4E912D3-3199-4695-827F-97B9B38AEF0B}">
      <dsp:nvSpPr>
        <dsp:cNvPr id="0" name=""/>
        <dsp:cNvSpPr/>
      </dsp:nvSpPr>
      <dsp:spPr>
        <a:xfrm rot="5400000">
          <a:off x="3478753" y="-1809321"/>
          <a:ext cx="449947" cy="6438336"/>
        </a:xfrm>
        <a:prstGeom prst="round2SameRect">
          <a:avLst/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kumimoji="1" lang="zh-CN" altLang="en-US" sz="2400" b="1" kern="1200" dirty="0"/>
            <a:t>有足够的空行和空格</a:t>
          </a:r>
          <a:endParaRPr lang="zh-CN" altLang="en-US" sz="2400" kern="1200" dirty="0"/>
        </a:p>
      </dsp:txBody>
      <dsp:txXfrm rot="-5400000">
        <a:off x="484559" y="1206838"/>
        <a:ext cx="6416371" cy="406017"/>
      </dsp:txXfrm>
    </dsp:sp>
    <dsp:sp modelId="{91B11906-DFDD-45DC-8B99-5AFD5917DD75}">
      <dsp:nvSpPr>
        <dsp:cNvPr id="0" name=""/>
        <dsp:cNvSpPr/>
      </dsp:nvSpPr>
      <dsp:spPr>
        <a:xfrm rot="5400000">
          <a:off x="-103834" y="1879416"/>
          <a:ext cx="692227" cy="484559"/>
        </a:xfrm>
        <a:prstGeom prst="chevron">
          <a:avLst/>
        </a:prstGeom>
        <a:solidFill>
          <a:srgbClr val="84CBC5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4</a:t>
          </a:r>
          <a:endParaRPr lang="zh-CN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" y="2017862"/>
        <a:ext cx="484559" cy="207668"/>
      </dsp:txXfrm>
    </dsp:sp>
    <dsp:sp modelId="{C57B5271-FC23-4420-A5AF-3706917AC55B}">
      <dsp:nvSpPr>
        <dsp:cNvPr id="0" name=""/>
        <dsp:cNvSpPr/>
      </dsp:nvSpPr>
      <dsp:spPr>
        <a:xfrm rot="5400000">
          <a:off x="3478753" y="-1218611"/>
          <a:ext cx="449947" cy="6438336"/>
        </a:xfrm>
        <a:prstGeom prst="round2SameRect">
          <a:avLst/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kumimoji="1" lang="zh-CN" altLang="en-US" sz="2400" b="1" kern="1200" dirty="0"/>
            <a:t>常用锯齿形书写格式</a:t>
          </a:r>
          <a:endParaRPr lang="zh-CN" altLang="en-US" sz="2400" kern="1200" dirty="0"/>
        </a:p>
      </dsp:txBody>
      <dsp:txXfrm rot="-5400000">
        <a:off x="484559" y="1797548"/>
        <a:ext cx="6416371" cy="406017"/>
      </dsp:txXfrm>
    </dsp:sp>
    <dsp:sp modelId="{551EE310-91DB-4521-B16E-B966F44C940F}">
      <dsp:nvSpPr>
        <dsp:cNvPr id="0" name=""/>
        <dsp:cNvSpPr/>
      </dsp:nvSpPr>
      <dsp:spPr>
        <a:xfrm rot="5400000">
          <a:off x="-103834" y="2470126"/>
          <a:ext cx="692227" cy="484559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</a:t>
          </a:r>
          <a:endParaRPr lang="zh-CN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" y="2608572"/>
        <a:ext cx="484559" cy="207668"/>
      </dsp:txXfrm>
    </dsp:sp>
    <dsp:sp modelId="{836FB493-D7DF-439E-8F90-792407195E5C}">
      <dsp:nvSpPr>
        <dsp:cNvPr id="0" name=""/>
        <dsp:cNvSpPr/>
      </dsp:nvSpPr>
      <dsp:spPr>
        <a:xfrm rot="5400000">
          <a:off x="3478753" y="-627902"/>
          <a:ext cx="449947" cy="6438336"/>
        </a:xfrm>
        <a:prstGeom prst="round2SameRect">
          <a:avLst/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kumimoji="1" lang="en-US" sz="2400" b="1" kern="1200" dirty="0"/>
            <a:t>{  }</a:t>
          </a:r>
          <a:r>
            <a:rPr kumimoji="1" lang="zh-CN" sz="2400" b="1" kern="1200" dirty="0"/>
            <a:t>对齐</a:t>
          </a:r>
          <a:endParaRPr lang="zh-CN" altLang="en-US" sz="2400" kern="1200" dirty="0"/>
        </a:p>
      </dsp:txBody>
      <dsp:txXfrm rot="-5400000">
        <a:off x="484559" y="2388257"/>
        <a:ext cx="6416371" cy="406017"/>
      </dsp:txXfrm>
    </dsp:sp>
    <dsp:sp modelId="{8C039C1A-5A88-4209-9709-0F0D5DD0BCD8}">
      <dsp:nvSpPr>
        <dsp:cNvPr id="0" name=""/>
        <dsp:cNvSpPr/>
      </dsp:nvSpPr>
      <dsp:spPr>
        <a:xfrm rot="5400000">
          <a:off x="-103834" y="3060835"/>
          <a:ext cx="692227" cy="484559"/>
        </a:xfrm>
        <a:prstGeom prst="chevron">
          <a:avLst/>
        </a:prstGeom>
        <a:solidFill>
          <a:srgbClr val="FFCCCC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6</a:t>
          </a:r>
          <a:endParaRPr lang="zh-CN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" y="3199281"/>
        <a:ext cx="484559" cy="207668"/>
      </dsp:txXfrm>
    </dsp:sp>
    <dsp:sp modelId="{E1FCDB24-2E79-4187-A982-6FE301337D2E}">
      <dsp:nvSpPr>
        <dsp:cNvPr id="0" name=""/>
        <dsp:cNvSpPr/>
      </dsp:nvSpPr>
      <dsp:spPr>
        <a:xfrm rot="5400000">
          <a:off x="3478753" y="-37192"/>
          <a:ext cx="449947" cy="6438336"/>
        </a:xfrm>
        <a:prstGeom prst="round2SameRect">
          <a:avLst/>
        </a:prstGeom>
        <a:solidFill>
          <a:srgbClr val="FFFF00">
            <a:alpha val="90000"/>
          </a:srgb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kumimoji="1" lang="zh-CN" altLang="en-US" sz="2400" b="1" kern="1200" dirty="0"/>
            <a:t>有足够的注释</a:t>
          </a:r>
          <a:endParaRPr lang="zh-CN" altLang="en-US" sz="2400" kern="1200" dirty="0"/>
        </a:p>
      </dsp:txBody>
      <dsp:txXfrm rot="-5400000">
        <a:off x="484559" y="2978967"/>
        <a:ext cx="6416371" cy="406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74749-29FE-4FB8-8AA8-A1969D0ECED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48A2-2654-4278-83A4-C36EBFA534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8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1960</a:t>
            </a:r>
            <a:r>
              <a:rPr lang="zh-CN" altLang="en-US" dirty="0"/>
              <a:t>年，主要用于数值计算和某些逻辑处理的一种程序设计诞生了，</a:t>
            </a:r>
            <a:r>
              <a:rPr lang="en-US" altLang="zh-CN" dirty="0"/>
              <a:t>ALGOL 60(Algorithmic Language 60) </a:t>
            </a:r>
            <a:r>
              <a:rPr lang="zh-CN" altLang="en-US" dirty="0"/>
              <a:t>（也称为</a:t>
            </a:r>
            <a:r>
              <a:rPr lang="en-US" altLang="zh-CN" dirty="0"/>
              <a:t>A</a:t>
            </a:r>
            <a:r>
              <a:rPr lang="zh-CN" altLang="en-US" dirty="0"/>
              <a:t>语言） </a:t>
            </a:r>
          </a:p>
          <a:p>
            <a:pPr eaLnBrk="1" hangingPunct="1"/>
            <a:r>
              <a:rPr lang="en-US" altLang="zh-CN" dirty="0"/>
              <a:t>1963</a:t>
            </a:r>
            <a:r>
              <a:rPr lang="zh-CN" altLang="en-US" dirty="0"/>
              <a:t>年，剑桥大学将</a:t>
            </a:r>
            <a:r>
              <a:rPr lang="en-US" altLang="zh-CN" dirty="0"/>
              <a:t>ALGOL 60</a:t>
            </a:r>
            <a:r>
              <a:rPr lang="zh-CN" altLang="en-US" dirty="0"/>
              <a:t>发展成了</a:t>
            </a:r>
            <a:r>
              <a:rPr lang="en-US" altLang="zh-CN" dirty="0"/>
              <a:t>CPL</a:t>
            </a:r>
            <a:r>
              <a:rPr lang="zh-CN" altLang="en-US" dirty="0"/>
              <a:t>语言</a:t>
            </a:r>
            <a:r>
              <a:rPr lang="en-US" altLang="zh-CN" dirty="0"/>
              <a:t>(Combined Programming Language)</a:t>
            </a:r>
          </a:p>
          <a:p>
            <a:pPr eaLnBrk="1" hangingPunct="1"/>
            <a:r>
              <a:rPr lang="en-US" altLang="zh-CN" dirty="0"/>
              <a:t>1969</a:t>
            </a:r>
            <a:r>
              <a:rPr lang="zh-CN" altLang="en-US" dirty="0"/>
              <a:t>年，剑桥大学的</a:t>
            </a:r>
            <a:r>
              <a:rPr lang="en-US" altLang="zh-CN" dirty="0" err="1"/>
              <a:t>M.Richards</a:t>
            </a:r>
            <a:r>
              <a:rPr lang="zh-CN" altLang="en-US" dirty="0"/>
              <a:t>发表了</a:t>
            </a:r>
            <a:r>
              <a:rPr lang="en-US" altLang="zh-CN" dirty="0"/>
              <a:t>BCPL(</a:t>
            </a:r>
            <a:r>
              <a:rPr lang="en-US" altLang="zh-CN" b="1" dirty="0"/>
              <a:t>Basic Combined Programming Language</a:t>
            </a:r>
            <a:r>
              <a:rPr lang="en-US" altLang="zh-CN" dirty="0"/>
              <a:t> )</a:t>
            </a:r>
            <a:r>
              <a:rPr lang="zh-CN" altLang="en-US" dirty="0"/>
              <a:t>语言，对</a:t>
            </a:r>
            <a:r>
              <a:rPr lang="en-US" altLang="zh-CN" dirty="0"/>
              <a:t>CPL</a:t>
            </a:r>
            <a:r>
              <a:rPr lang="zh-CN" altLang="en-US" dirty="0"/>
              <a:t>语言作了改造</a:t>
            </a:r>
          </a:p>
          <a:p>
            <a:pPr eaLnBrk="1" hangingPunct="1"/>
            <a:r>
              <a:rPr lang="en-US" altLang="zh-CN" dirty="0"/>
              <a:t>1970</a:t>
            </a:r>
            <a:r>
              <a:rPr lang="zh-CN" altLang="en-US" dirty="0"/>
              <a:t>年，美国贝尔实验室的</a:t>
            </a:r>
            <a:r>
              <a:rPr lang="en-US" altLang="zh-CN" dirty="0" err="1"/>
              <a:t>k.Thompson</a:t>
            </a:r>
            <a:r>
              <a:rPr lang="zh-CN" altLang="en-US" dirty="0"/>
              <a:t>以</a:t>
            </a:r>
            <a:r>
              <a:rPr lang="en-US" altLang="zh-CN" dirty="0"/>
              <a:t>BCPL</a:t>
            </a:r>
            <a:r>
              <a:rPr lang="zh-CN" altLang="en-US" dirty="0"/>
              <a:t>语言的设计思想为基础，开发了</a:t>
            </a:r>
            <a:r>
              <a:rPr lang="en-US" altLang="zh-CN" dirty="0"/>
              <a:t>B</a:t>
            </a:r>
            <a:r>
              <a:rPr lang="zh-CN" altLang="en-US" dirty="0"/>
              <a:t>语言，意思是将</a:t>
            </a:r>
            <a:r>
              <a:rPr lang="en-US" altLang="zh-CN" dirty="0"/>
              <a:t>CPL</a:t>
            </a:r>
            <a:r>
              <a:rPr lang="zh-CN" altLang="en-US" dirty="0"/>
              <a:t>语言煮干，提炼出它的精华 </a:t>
            </a:r>
          </a:p>
          <a:p>
            <a:pPr eaLnBrk="1" hangingPunct="1"/>
            <a:r>
              <a:rPr lang="en-US" altLang="zh-CN" dirty="0"/>
              <a:t>1972</a:t>
            </a:r>
            <a:r>
              <a:rPr lang="zh-CN" altLang="en-US" dirty="0"/>
              <a:t>年，美国贝尔实验室的</a:t>
            </a:r>
            <a:r>
              <a:rPr lang="en-US" altLang="zh-CN" dirty="0" err="1"/>
              <a:t>D.M.Ritchie</a:t>
            </a: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语言的基础上最终设计出了一种新的语言，他取了</a:t>
            </a:r>
            <a:r>
              <a:rPr lang="en-US" altLang="zh-CN" dirty="0"/>
              <a:t>BCPL</a:t>
            </a:r>
            <a:r>
              <a:rPr lang="zh-CN" altLang="en-US" dirty="0"/>
              <a:t>的第二个字母作为这种语言的名字，这就是</a:t>
            </a:r>
            <a:r>
              <a:rPr lang="en-US" altLang="zh-CN" dirty="0"/>
              <a:t>C</a:t>
            </a:r>
            <a:r>
              <a:rPr lang="zh-CN" altLang="en-US" dirty="0"/>
              <a:t>语言。</a:t>
            </a:r>
            <a:endParaRPr lang="en-US" altLang="zh-CN" dirty="0"/>
          </a:p>
          <a:p>
            <a:pPr eaLnBrk="1" hangingPunct="1"/>
            <a:r>
              <a:rPr lang="en-US" altLang="zh-CN" dirty="0">
                <a:latin typeface="Times New Roman" pitchFamily="18" charset="0"/>
              </a:rPr>
              <a:t>Basic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itchFamily="18" charset="0"/>
              </a:rPr>
              <a:t>Combined Programming Language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694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200" b="1" dirty="0">
                <a:solidFill>
                  <a:srgbClr val="46014E"/>
                </a:solidFill>
              </a:rPr>
              <a:t>1</a:t>
            </a:r>
            <a:r>
              <a:rPr lang="zh-CN" altLang="en-US" sz="1200" b="1" dirty="0">
                <a:solidFill>
                  <a:srgbClr val="46014E"/>
                </a:solidFill>
              </a:rPr>
              <a:t>、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鸡兔同笼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共有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个头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,88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求笼中鸡兔各有多少只？假设都是鸡，那就有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只脚，那么多出的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只脚除以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就是兔子的数量。</a:t>
            </a:r>
            <a:endParaRPr lang="en-US" altLang="zh-CN" sz="1200" b="1" dirty="0">
              <a:solidFill>
                <a:srgbClr val="46014E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200" b="1" dirty="0">
                <a:solidFill>
                  <a:srgbClr val="46014E"/>
                </a:solidFill>
              </a:rPr>
              <a:t>2</a:t>
            </a:r>
            <a:r>
              <a:rPr lang="zh-CN" altLang="en-US" sz="1200" b="1" dirty="0">
                <a:solidFill>
                  <a:srgbClr val="46014E"/>
                </a:solidFill>
              </a:rPr>
              <a:t>、如果一对兔子每月能生一对小兔（一雄一雌），而每对小兔在他们出生后的第三个月里，又能开始生一对小兔，假定在不发生死亡的情況下，由一对出生的小兔开始，</a:t>
            </a:r>
            <a:r>
              <a:rPr lang="en-US" altLang="zh-CN" sz="1200" b="1" dirty="0">
                <a:solidFill>
                  <a:srgbClr val="46014E"/>
                </a:solidFill>
              </a:rPr>
              <a:t>50</a:t>
            </a:r>
            <a:r>
              <a:rPr lang="zh-CN" altLang="en-US" sz="1200" b="1" dirty="0">
                <a:solidFill>
                  <a:srgbClr val="46014E"/>
                </a:solidFill>
              </a:rPr>
              <a:t>个月后会有多少对兔子？ </a:t>
            </a:r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977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问题分析的过程包括</a:t>
            </a:r>
          </a:p>
          <a:p>
            <a:r>
              <a:rPr lang="zh-CN" altLang="en-US" dirty="0"/>
              <a:t>问题的定义</a:t>
            </a:r>
          </a:p>
          <a:p>
            <a:r>
              <a:rPr lang="zh-CN" altLang="en-US" dirty="0"/>
              <a:t>明确解决问题需要考虑的已知信息，和需要达到的目标。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）已知什么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）求什么。</a:t>
            </a:r>
          </a:p>
          <a:p>
            <a:r>
              <a:rPr lang="zh-CN" altLang="en-US" dirty="0"/>
              <a:t>如：已知同笼中鸡兔的头数与脚数，求鸡兔各有多少只</a:t>
            </a:r>
          </a:p>
          <a:p>
            <a:r>
              <a:rPr lang="zh-CN" altLang="en-US" dirty="0"/>
              <a:t>问题的解决方案。</a:t>
            </a:r>
          </a:p>
          <a:p>
            <a:r>
              <a:rPr lang="zh-CN" altLang="en-US" dirty="0"/>
              <a:t>根据已知条件，寻求结果的方法和途径</a:t>
            </a:r>
          </a:p>
          <a:p>
            <a:r>
              <a:rPr lang="zh-CN" altLang="en-US" dirty="0"/>
              <a:t>如：鸡兔同笼问题的“穷举法”</a:t>
            </a:r>
          </a:p>
          <a:p>
            <a:r>
              <a:rPr lang="zh-CN" altLang="en-US" dirty="0"/>
              <a:t>算法：解决问题所需的有限步骤</a:t>
            </a:r>
          </a:p>
          <a:p>
            <a:endParaRPr lang="zh-CN" altLang="en-US" dirty="0"/>
          </a:p>
          <a:p>
            <a:r>
              <a:rPr lang="zh-CN" altLang="en-US" dirty="0"/>
              <a:t>算法设计：就是设计程序执行步骤，这些步骤都应该是明确定义、可以执行的，而且每个步骤的执行顺序是确定的，并且能够在有限步骤内执行完毕。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85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问题分析的过程包括</a:t>
            </a:r>
          </a:p>
          <a:p>
            <a:r>
              <a:rPr lang="zh-CN" altLang="en-US" dirty="0"/>
              <a:t>问题的定义</a:t>
            </a:r>
          </a:p>
          <a:p>
            <a:r>
              <a:rPr lang="zh-CN" altLang="en-US" dirty="0"/>
              <a:t>明确解决问题需要考虑的已知信息，和需要达到的目标。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）已知什么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）求什么。</a:t>
            </a:r>
          </a:p>
          <a:p>
            <a:r>
              <a:rPr lang="zh-CN" altLang="en-US" dirty="0"/>
              <a:t>如：已知同笼中鸡兔的头数与脚数，求鸡兔各有多少只</a:t>
            </a:r>
          </a:p>
          <a:p>
            <a:r>
              <a:rPr lang="zh-CN" altLang="en-US" dirty="0"/>
              <a:t>问题的解决方案。</a:t>
            </a:r>
          </a:p>
          <a:p>
            <a:r>
              <a:rPr lang="zh-CN" altLang="en-US" dirty="0"/>
              <a:t>根据已知条件，寻求结果的方法和途径</a:t>
            </a:r>
          </a:p>
          <a:p>
            <a:r>
              <a:rPr lang="zh-CN" altLang="en-US" dirty="0"/>
              <a:t>如：鸡兔同笼问题的“穷举法”</a:t>
            </a:r>
          </a:p>
          <a:p>
            <a:r>
              <a:rPr lang="zh-CN" altLang="en-US" dirty="0"/>
              <a:t>算法：解决问题所需的有限步骤</a:t>
            </a:r>
          </a:p>
          <a:p>
            <a:endParaRPr lang="zh-CN" altLang="en-US" dirty="0"/>
          </a:p>
          <a:p>
            <a:r>
              <a:rPr lang="zh-CN" altLang="en-US" dirty="0"/>
              <a:t>算法设计：就是设计程序执行步骤，这些步骤都应该是明确定义、可以执行的，而且每个步骤的执行顺序是确定的，并且能够在有限步骤内执行完毕。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792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695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508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C078131D-B84F-433D-A64C-863D8F62289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19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52367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C078131D-B84F-433D-A64C-863D8F62289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20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01037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C078131D-B84F-433D-A64C-863D8F622899}" type="slidenum">
              <a:rPr lang="en-US" altLang="zh-CN" sz="1200" b="0" smtClean="0">
                <a:latin typeface="Times New Roman" pitchFamily="18" charset="0"/>
                <a:ea typeface="宋体" pitchFamily="2" charset="-122"/>
              </a:rPr>
              <a:pPr eaLnBrk="1" hangingPunct="1"/>
              <a:t>22</a:t>
            </a:fld>
            <a:endParaRPr lang="en-US" altLang="zh-CN" sz="12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36846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638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723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7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64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77E75-C713-4186-9248-E9E6D5CF31A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99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51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14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13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26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5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92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0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94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6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842AF-0C01-4B84-B7B5-50978C0FB755}" type="datetime1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932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66">
              <a:defRPr/>
            </a:pPr>
            <a:fld id="{8663DD89-DA72-4956-8961-85B6562EBFB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766">
                <a:defRPr/>
              </a:pPr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66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66">
              <a:defRPr/>
            </a:pPr>
            <a:fld id="{994C8F1E-C324-4ECD-9D66-17513A2AE6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766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65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66">
              <a:defRPr/>
            </a:pPr>
            <a:fld id="{8663DD89-DA72-4956-8961-85B6562EBFB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766">
                <a:defRPr/>
              </a:pPr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66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66">
              <a:defRPr/>
            </a:pPr>
            <a:fld id="{994C8F1E-C324-4ECD-9D66-17513A2AE6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766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76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5B826-6809-49B3-9B4B-177D412235B0}" type="datetimeFigureOut">
              <a:rPr lang="zh-CN" altLang="en-US" smtClean="0"/>
              <a:t>2025/9/19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AD0B5-09AD-499F-88BC-01FCE55CDA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CCD613-7517-461E-BFA4-C0454423CC5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14" y="-136071"/>
            <a:ext cx="9463315" cy="546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9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14" y="-136071"/>
            <a:ext cx="9463315" cy="5462814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66">
              <a:defRPr/>
            </a:pPr>
            <a:fld id="{8663DD89-DA72-4956-8961-85B6562EBFB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766">
                <a:defRPr/>
              </a:pPr>
              <a:t>2025/9/19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66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66">
              <a:defRPr/>
            </a:pPr>
            <a:fld id="{994C8F1E-C324-4ECD-9D66-17513A2AE6B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766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58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xStyles>
    <p:titleStyle>
      <a:lvl1pPr algn="ctr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.xml"/><Relationship Id="rId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27" y="296081"/>
            <a:ext cx="7270549" cy="45513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551" y="124614"/>
            <a:ext cx="1755207" cy="21208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3101"/>
            <a:ext cx="2559336" cy="1930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678370" y="1658833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</a:rPr>
              <a:t>程序设计基础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05238" y="257175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</a:rPr>
              <a:t>信息学院计算机系</a:t>
            </a:r>
            <a:r>
              <a:rPr lang="en-US" altLang="zh-CN" sz="2400" b="1" dirty="0">
                <a:solidFill>
                  <a:schemeClr val="bg1"/>
                </a:solidFill>
              </a:rPr>
              <a:t>—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12023" y="3213867"/>
            <a:ext cx="1210588" cy="422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</a:rPr>
              <a:t>教师：赵敏</a:t>
            </a:r>
          </a:p>
        </p:txBody>
      </p:sp>
    </p:spTree>
    <p:extLst>
      <p:ext uri="{BB962C8B-B14F-4D97-AF65-F5344CB8AC3E}">
        <p14:creationId xmlns:p14="http://schemas.microsoft.com/office/powerpoint/2010/main" val="296837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5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64CB4F88-F885-47C9-99EB-6E19FCC0D61F}"/>
              </a:ext>
            </a:extLst>
          </p:cNvPr>
          <p:cNvGrpSpPr/>
          <p:nvPr/>
        </p:nvGrpSpPr>
        <p:grpSpPr>
          <a:xfrm>
            <a:off x="1112578" y="2890195"/>
            <a:ext cx="6971986" cy="847279"/>
            <a:chOff x="1112576" y="2959203"/>
            <a:chExt cx="5851014" cy="847279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1BBF346-3E8E-44E8-AA52-2C2205EC549B}"/>
                </a:ext>
              </a:extLst>
            </p:cNvPr>
            <p:cNvSpPr/>
            <p:nvPr/>
          </p:nvSpPr>
          <p:spPr>
            <a:xfrm>
              <a:off x="1112576" y="3119453"/>
              <a:ext cx="5851014" cy="6870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endParaRPr lang="zh-CN" altLang="en-US" sz="1012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5B9BF59-61D5-4B9F-B8AB-86AFE0F39E5C}"/>
                </a:ext>
              </a:extLst>
            </p:cNvPr>
            <p:cNvSpPr/>
            <p:nvPr/>
          </p:nvSpPr>
          <p:spPr>
            <a:xfrm>
              <a:off x="1736544" y="2959203"/>
              <a:ext cx="3515183" cy="347562"/>
            </a:xfrm>
            <a:prstGeom prst="rect">
              <a:avLst/>
            </a:prstGeom>
            <a:solidFill>
              <a:srgbClr val="F47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r>
                <a:rPr lang="zh-CN" altLang="en-US" sz="2400" b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期末考试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C961708-B313-42F3-86D5-A33DABF6CAFE}"/>
              </a:ext>
            </a:extLst>
          </p:cNvPr>
          <p:cNvGrpSpPr/>
          <p:nvPr/>
        </p:nvGrpSpPr>
        <p:grpSpPr>
          <a:xfrm>
            <a:off x="1100843" y="3856579"/>
            <a:ext cx="6983721" cy="905183"/>
            <a:chOff x="1100841" y="3925588"/>
            <a:chExt cx="5851014" cy="90518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990BBA8-DF28-46BA-ACD1-F5D3AE67B47B}"/>
                </a:ext>
              </a:extLst>
            </p:cNvPr>
            <p:cNvSpPr/>
            <p:nvPr/>
          </p:nvSpPr>
          <p:spPr>
            <a:xfrm>
              <a:off x="1100841" y="4085840"/>
              <a:ext cx="5851014" cy="7449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endParaRPr lang="zh-CN" altLang="en-US" sz="1012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A478E03-C074-4610-AEC5-9C1462ABD1F3}"/>
                </a:ext>
              </a:extLst>
            </p:cNvPr>
            <p:cNvSpPr/>
            <p:nvPr/>
          </p:nvSpPr>
          <p:spPr>
            <a:xfrm>
              <a:off x="1724809" y="3925588"/>
              <a:ext cx="3515183" cy="34756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r>
                <a:rPr lang="zh-CN" altLang="en-US" sz="2400" b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成绩评定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149BFF3-9FFC-4B1B-8F40-4FA2381DF9BF}"/>
              </a:ext>
            </a:extLst>
          </p:cNvPr>
          <p:cNvGrpSpPr/>
          <p:nvPr/>
        </p:nvGrpSpPr>
        <p:grpSpPr>
          <a:xfrm>
            <a:off x="1086007" y="1848754"/>
            <a:ext cx="6971986" cy="905183"/>
            <a:chOff x="1086005" y="1917762"/>
            <a:chExt cx="5851014" cy="90518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759AAD8-AAD1-4AD2-8203-FCADA44C91E8}"/>
                </a:ext>
              </a:extLst>
            </p:cNvPr>
            <p:cNvSpPr/>
            <p:nvPr/>
          </p:nvSpPr>
          <p:spPr>
            <a:xfrm>
              <a:off x="1086005" y="2078014"/>
              <a:ext cx="5851014" cy="7449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endParaRPr lang="zh-CN" altLang="en-US" sz="1012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84A9DD5-8F47-45CD-8C7C-565C2226A3D4}"/>
                </a:ext>
              </a:extLst>
            </p:cNvPr>
            <p:cNvSpPr/>
            <p:nvPr/>
          </p:nvSpPr>
          <p:spPr>
            <a:xfrm>
              <a:off x="1709973" y="1917762"/>
              <a:ext cx="3515183" cy="347562"/>
            </a:xfrm>
            <a:prstGeom prst="rect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r>
                <a:rPr lang="zh-CN" altLang="en-US" sz="2400" b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课时安排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64C1A2E-CE5D-4236-B075-0F3305D691B0}"/>
              </a:ext>
            </a:extLst>
          </p:cNvPr>
          <p:cNvGrpSpPr/>
          <p:nvPr/>
        </p:nvGrpSpPr>
        <p:grpSpPr>
          <a:xfrm>
            <a:off x="1086007" y="880741"/>
            <a:ext cx="6971986" cy="847279"/>
            <a:chOff x="1086005" y="949748"/>
            <a:chExt cx="5851014" cy="84727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AFBB263-656C-48BE-8C84-67397C7B2CA1}"/>
                </a:ext>
              </a:extLst>
            </p:cNvPr>
            <p:cNvSpPr/>
            <p:nvPr/>
          </p:nvSpPr>
          <p:spPr>
            <a:xfrm>
              <a:off x="1086005" y="1109998"/>
              <a:ext cx="5851014" cy="6870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endParaRPr lang="zh-CN" altLang="en-US" sz="1012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95D5AB9-9D55-4326-B6A5-8A894ABB6B34}"/>
                </a:ext>
              </a:extLst>
            </p:cNvPr>
            <p:cNvSpPr/>
            <p:nvPr/>
          </p:nvSpPr>
          <p:spPr>
            <a:xfrm>
              <a:off x="1709973" y="949748"/>
              <a:ext cx="3515183" cy="347562"/>
            </a:xfrm>
            <a:prstGeom prst="rect">
              <a:avLst/>
            </a:prstGeom>
            <a:solidFill>
              <a:srgbClr val="F8D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/>
              <a:r>
                <a:rPr lang="zh-CN" altLang="en-US" sz="2400" b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选用教材</a:t>
              </a:r>
              <a:endPara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5" name="TextBox 15">
            <a:extLst>
              <a:ext uri="{FF2B5EF4-FFF2-40B4-BE49-F238E27FC236}">
                <a16:creationId xmlns:a16="http://schemas.microsoft.com/office/drawing/2014/main" id="{427D75A7-730F-4373-A6E3-1C857629AB88}"/>
              </a:ext>
            </a:extLst>
          </p:cNvPr>
          <p:cNvSpPr txBox="1"/>
          <p:nvPr/>
        </p:nvSpPr>
        <p:spPr>
          <a:xfrm>
            <a:off x="1262879" y="4234511"/>
            <a:ext cx="6795114" cy="432157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平时成绩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30%</a:t>
            </a:r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，包括章节小测，作业，实验报告，问卷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)+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期末成绩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70%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1BE5DA3D-8EC0-45D2-BE7E-075744A5011E}"/>
              </a:ext>
            </a:extLst>
          </p:cNvPr>
          <p:cNvSpPr txBox="1"/>
          <p:nvPr/>
        </p:nvSpPr>
        <p:spPr>
          <a:xfrm>
            <a:off x="1248043" y="2226686"/>
            <a:ext cx="6809950" cy="432157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56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学时 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理论</a:t>
            </a:r>
            <a:r>
              <a:rPr lang="en-US" altLang="zh-CN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学时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上机</a:t>
            </a:r>
            <a:r>
              <a:rPr lang="en-US" altLang="zh-CN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24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学时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，第</a:t>
            </a:r>
            <a:r>
              <a:rPr lang="en-US" altLang="zh-CN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4-18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周实验课信息楼</a:t>
            </a:r>
            <a:r>
              <a:rPr lang="en-US" altLang="zh-CN" sz="18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215/216</a:t>
            </a:r>
            <a:endParaRPr lang="en-US" altLang="zh-CN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FADDDF96-5881-43BA-8432-2FB70E4AC636}"/>
              </a:ext>
            </a:extLst>
          </p:cNvPr>
          <p:cNvSpPr txBox="1"/>
          <p:nvPr/>
        </p:nvSpPr>
        <p:spPr>
          <a:xfrm>
            <a:off x="1248043" y="1258671"/>
            <a:ext cx="5473064" cy="427028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程序设计方法与技术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—C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语言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第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2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8FC4275-B048-4C4A-8336-4074C04CD364}"/>
              </a:ext>
            </a:extLst>
          </p:cNvPr>
          <p:cNvSpPr txBox="1"/>
          <p:nvPr/>
        </p:nvSpPr>
        <p:spPr>
          <a:xfrm>
            <a:off x="1262879" y="3237755"/>
            <a:ext cx="5473064" cy="469347"/>
          </a:xfrm>
          <a:prstGeom prst="rect">
            <a:avLst/>
          </a:prstGeom>
          <a:noFill/>
        </p:spPr>
        <p:txBody>
          <a:bodyPr wrap="square" lIns="68568" tIns="34284" rIns="68568" bIns="3428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题库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随机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出题，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上机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考核</a:t>
            </a:r>
            <a:endParaRPr lang="zh-CN" altLang="en-US" sz="2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D9BB02-BE9B-4311-878A-9AF7943838A9}"/>
              </a:ext>
            </a:extLst>
          </p:cNvPr>
          <p:cNvSpPr txBox="1"/>
          <p:nvPr/>
        </p:nvSpPr>
        <p:spPr>
          <a:xfrm>
            <a:off x="510659" y="355683"/>
            <a:ext cx="2848398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400" b="1" baseline="0">
                <a:solidFill>
                  <a:srgbClr val="F8D35E"/>
                </a:solidFill>
              </a:defRPr>
            </a:lvl1pPr>
            <a:lvl2pPr indent="0">
              <a:buNone/>
              <a:defRPr sz="1200"/>
            </a:lvl2pPr>
            <a:lvl3pPr indent="0">
              <a:buNone/>
              <a:defRPr sz="1000"/>
            </a:lvl3pPr>
            <a:lvl4pPr indent="0">
              <a:buNone/>
              <a:defRPr sz="900"/>
            </a:lvl4pPr>
            <a:lvl5pPr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pPr defTabSz="685766">
              <a:defRPr/>
            </a:pP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学习与考试安排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6F2735-D47E-4B37-83DC-DEC7F7B349AD}"/>
              </a:ext>
            </a:extLst>
          </p:cNvPr>
          <p:cNvSpPr/>
          <p:nvPr/>
        </p:nvSpPr>
        <p:spPr>
          <a:xfrm>
            <a:off x="322249" y="391786"/>
            <a:ext cx="295275" cy="390068"/>
          </a:xfrm>
          <a:prstGeom prst="rect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>
              <a:defRPr/>
            </a:pPr>
            <a:endParaRPr lang="zh-CN" altLang="en-US" sz="1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87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2" grpId="0"/>
      <p:bldP spid="26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77AFB5D-17D7-4339-98F8-6B52F0ABC21E}"/>
              </a:ext>
            </a:extLst>
          </p:cNvPr>
          <p:cNvGrpSpPr>
            <a:grpSpLocks/>
          </p:cNvGrpSpPr>
          <p:nvPr/>
        </p:nvGrpSpPr>
        <p:grpSpPr bwMode="auto">
          <a:xfrm>
            <a:off x="1061899" y="1019820"/>
            <a:ext cx="1206103" cy="1206476"/>
            <a:chOff x="4163566" y="2270270"/>
            <a:chExt cx="1608256" cy="1608256"/>
          </a:xfrm>
          <a:solidFill>
            <a:schemeClr val="accent2"/>
          </a:solidFill>
        </p:grpSpPr>
        <p:sp>
          <p:nvSpPr>
            <p:cNvPr id="3" name="圆角矩形 50">
              <a:extLst>
                <a:ext uri="{FF2B5EF4-FFF2-40B4-BE49-F238E27FC236}">
                  <a16:creationId xmlns:a16="http://schemas.microsoft.com/office/drawing/2014/main" id="{CD9CEE5B-6768-4391-87CB-0D028BEEB13C}"/>
                </a:ext>
              </a:extLst>
            </p:cNvPr>
            <p:cNvSpPr/>
            <p:nvPr/>
          </p:nvSpPr>
          <p:spPr>
            <a:xfrm>
              <a:off x="4163566" y="2270270"/>
              <a:ext cx="1608256" cy="1608256"/>
            </a:xfrm>
            <a:prstGeom prst="roundRect">
              <a:avLst>
                <a:gd name="adj" fmla="val 82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EBC8FC41-E05E-464F-A58D-D24F72E13591}"/>
                </a:ext>
              </a:extLst>
            </p:cNvPr>
            <p:cNvSpPr/>
            <p:nvPr/>
          </p:nvSpPr>
          <p:spPr>
            <a:xfrm>
              <a:off x="4222307" y="2308373"/>
              <a:ext cx="1490773" cy="1489184"/>
            </a:xfrm>
            <a:prstGeom prst="roundRect">
              <a:avLst>
                <a:gd name="adj" fmla="val 82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60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389C58C-4678-4237-A697-9F341EB6C997}"/>
                </a:ext>
              </a:extLst>
            </p:cNvPr>
            <p:cNvSpPr txBox="1"/>
            <p:nvPr/>
          </p:nvSpPr>
          <p:spPr>
            <a:xfrm>
              <a:off x="4535068" y="2351239"/>
              <a:ext cx="943063" cy="147698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6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C2B64A-3BF3-4854-8C49-263CBFD2820E}"/>
              </a:ext>
            </a:extLst>
          </p:cNvPr>
          <p:cNvGrpSpPr>
            <a:grpSpLocks/>
          </p:cNvGrpSpPr>
          <p:nvPr/>
        </p:nvGrpSpPr>
        <p:grpSpPr bwMode="auto">
          <a:xfrm>
            <a:off x="1061898" y="2742186"/>
            <a:ext cx="1206104" cy="1206476"/>
            <a:chOff x="6052160" y="2270270"/>
            <a:chExt cx="1608256" cy="1608256"/>
          </a:xfrm>
          <a:solidFill>
            <a:schemeClr val="accent1"/>
          </a:solidFill>
        </p:grpSpPr>
        <p:sp>
          <p:nvSpPr>
            <p:cNvPr id="7" name="圆角矩形 51">
              <a:extLst>
                <a:ext uri="{FF2B5EF4-FFF2-40B4-BE49-F238E27FC236}">
                  <a16:creationId xmlns:a16="http://schemas.microsoft.com/office/drawing/2014/main" id="{6BAB5C88-C8E5-44E9-BD95-3CFB293FF206}"/>
                </a:ext>
              </a:extLst>
            </p:cNvPr>
            <p:cNvSpPr/>
            <p:nvPr/>
          </p:nvSpPr>
          <p:spPr>
            <a:xfrm>
              <a:off x="6052160" y="2270270"/>
              <a:ext cx="1608256" cy="1608256"/>
            </a:xfrm>
            <a:prstGeom prst="roundRect">
              <a:avLst>
                <a:gd name="adj" fmla="val 82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圆角矩形 24">
              <a:extLst>
                <a:ext uri="{FF2B5EF4-FFF2-40B4-BE49-F238E27FC236}">
                  <a16:creationId xmlns:a16="http://schemas.microsoft.com/office/drawing/2014/main" id="{248B4447-E20C-4C84-B51E-0555B08BE799}"/>
                </a:ext>
              </a:extLst>
            </p:cNvPr>
            <p:cNvSpPr/>
            <p:nvPr/>
          </p:nvSpPr>
          <p:spPr>
            <a:xfrm>
              <a:off x="6110902" y="2308373"/>
              <a:ext cx="1490771" cy="1489184"/>
            </a:xfrm>
            <a:prstGeom prst="roundRect">
              <a:avLst>
                <a:gd name="adj" fmla="val 82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C49F4DA-C4FA-487F-A132-255563750C5F}"/>
                </a:ext>
              </a:extLst>
            </p:cNvPr>
            <p:cNvSpPr txBox="1"/>
            <p:nvPr/>
          </p:nvSpPr>
          <p:spPr>
            <a:xfrm>
              <a:off x="6156944" y="2341713"/>
              <a:ext cx="943062" cy="147698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6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82B5FCB9-F10B-4CDA-981C-611239FD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881" y="3123324"/>
            <a:ext cx="1693412" cy="377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课程手机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APP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043A86-82AA-4544-AB1B-3A7A3A685836}"/>
              </a:ext>
            </a:extLst>
          </p:cNvPr>
          <p:cNvSpPr txBox="1"/>
          <p:nvPr/>
        </p:nvSpPr>
        <p:spPr>
          <a:xfrm>
            <a:off x="4256760" y="1292986"/>
            <a:ext cx="3096952" cy="50148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http://s.ecust.edu.cn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B3BBAA-81BA-49CE-AC59-FE1CBC5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701" y="1392043"/>
            <a:ext cx="1641965" cy="377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学习网站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97D076B-F239-43A9-8727-83660501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694" y="2742186"/>
            <a:ext cx="1295400" cy="1524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0629A4F-E05E-4837-80D7-BF60CE5417C7}"/>
              </a:ext>
            </a:extLst>
          </p:cNvPr>
          <p:cNvSpPr txBox="1"/>
          <p:nvPr/>
        </p:nvSpPr>
        <p:spPr>
          <a:xfrm>
            <a:off x="510659" y="355683"/>
            <a:ext cx="2848398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400" b="1" baseline="0">
                <a:solidFill>
                  <a:srgbClr val="F8D35E"/>
                </a:solidFill>
              </a:defRPr>
            </a:lvl1pPr>
            <a:lvl2pPr indent="0">
              <a:buNone/>
              <a:defRPr sz="1200"/>
            </a:lvl2pPr>
            <a:lvl3pPr indent="0">
              <a:buNone/>
              <a:defRPr sz="1000"/>
            </a:lvl3pPr>
            <a:lvl4pPr indent="0">
              <a:buNone/>
              <a:defRPr sz="900"/>
            </a:lvl4pPr>
            <a:lvl5pPr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pPr algn="l" defTabSz="685766">
              <a:defRPr/>
            </a:pP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学习与交流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4FD17C-D5D8-443A-A95C-CD420B598D39}"/>
              </a:ext>
            </a:extLst>
          </p:cNvPr>
          <p:cNvSpPr/>
          <p:nvPr/>
        </p:nvSpPr>
        <p:spPr>
          <a:xfrm>
            <a:off x="322249" y="391786"/>
            <a:ext cx="295275" cy="390068"/>
          </a:xfrm>
          <a:prstGeom prst="rect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>
              <a:defRPr/>
            </a:pPr>
            <a:endParaRPr lang="zh-CN" altLang="en-US" sz="1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438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90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90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BE0977B-3FF3-42A2-906C-5A780A50E34B}"/>
              </a:ext>
            </a:extLst>
          </p:cNvPr>
          <p:cNvSpPr txBox="1">
            <a:spLocks/>
          </p:cNvSpPr>
          <p:nvPr/>
        </p:nvSpPr>
        <p:spPr>
          <a:xfrm>
            <a:off x="2710865" y="786557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29B9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A90B8FB-20BB-400B-924E-6AE1A5D1A2F9}"/>
              </a:ext>
            </a:extLst>
          </p:cNvPr>
          <p:cNvSpPr txBox="1">
            <a:spLocks/>
          </p:cNvSpPr>
          <p:nvPr/>
        </p:nvSpPr>
        <p:spPr>
          <a:xfrm>
            <a:off x="4172386" y="786557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F47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1E796-4B3D-435A-AF6D-B66DB3DF4A35}"/>
              </a:ext>
            </a:extLst>
          </p:cNvPr>
          <p:cNvSpPr txBox="1">
            <a:spLocks/>
          </p:cNvSpPr>
          <p:nvPr/>
        </p:nvSpPr>
        <p:spPr>
          <a:xfrm>
            <a:off x="5521038" y="786557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F8D3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15B23D3-0D01-410E-8BE6-4DF8A84D67E7}"/>
              </a:ext>
            </a:extLst>
          </p:cNvPr>
          <p:cNvSpPr txBox="1">
            <a:spLocks/>
          </p:cNvSpPr>
          <p:nvPr/>
        </p:nvSpPr>
        <p:spPr>
          <a:xfrm>
            <a:off x="1632034" y="3046171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F47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CAD1777-58E6-43F6-BD8B-AA96B6EEA580}"/>
              </a:ext>
            </a:extLst>
          </p:cNvPr>
          <p:cNvSpPr txBox="1">
            <a:spLocks/>
          </p:cNvSpPr>
          <p:nvPr/>
        </p:nvSpPr>
        <p:spPr>
          <a:xfrm>
            <a:off x="3082108" y="3046171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F8D3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64106BD-06F5-4632-81D9-5766407C7129}"/>
              </a:ext>
            </a:extLst>
          </p:cNvPr>
          <p:cNvSpPr txBox="1">
            <a:spLocks/>
          </p:cNvSpPr>
          <p:nvPr/>
        </p:nvSpPr>
        <p:spPr>
          <a:xfrm>
            <a:off x="4331002" y="3067793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84CB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FE0DB1C6-358B-4EF9-B6EC-9EFC13DC3A67}"/>
              </a:ext>
            </a:extLst>
          </p:cNvPr>
          <p:cNvCxnSpPr>
            <a:cxnSpLocks/>
          </p:cNvCxnSpPr>
          <p:nvPr/>
        </p:nvCxnSpPr>
        <p:spPr>
          <a:xfrm>
            <a:off x="3189533" y="1045965"/>
            <a:ext cx="810523" cy="0"/>
          </a:xfrm>
          <a:prstGeom prst="line">
            <a:avLst/>
          </a:prstGeom>
          <a:ln w="38100" cap="rnd">
            <a:solidFill>
              <a:srgbClr val="29B9A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34">
            <a:extLst>
              <a:ext uri="{FF2B5EF4-FFF2-40B4-BE49-F238E27FC236}">
                <a16:creationId xmlns:a16="http://schemas.microsoft.com/office/drawing/2014/main" id="{A7B749B6-41F9-467A-915E-E22115F36B2F}"/>
              </a:ext>
            </a:extLst>
          </p:cNvPr>
          <p:cNvCxnSpPr>
            <a:cxnSpLocks/>
          </p:cNvCxnSpPr>
          <p:nvPr/>
        </p:nvCxnSpPr>
        <p:spPr>
          <a:xfrm>
            <a:off x="4608388" y="1045965"/>
            <a:ext cx="783499" cy="0"/>
          </a:xfrm>
          <a:prstGeom prst="line">
            <a:avLst/>
          </a:prstGeom>
          <a:ln w="38100" cap="rnd">
            <a:solidFill>
              <a:srgbClr val="F47264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67">
            <a:extLst>
              <a:ext uri="{FF2B5EF4-FFF2-40B4-BE49-F238E27FC236}">
                <a16:creationId xmlns:a16="http://schemas.microsoft.com/office/drawing/2014/main" id="{1B98B070-E336-45CF-9F01-925F7636DAA7}"/>
              </a:ext>
            </a:extLst>
          </p:cNvPr>
          <p:cNvCxnSpPr>
            <a:cxnSpLocks/>
          </p:cNvCxnSpPr>
          <p:nvPr/>
        </p:nvCxnSpPr>
        <p:spPr>
          <a:xfrm flipH="1" flipV="1">
            <a:off x="3546320" y="3344795"/>
            <a:ext cx="565048" cy="921"/>
          </a:xfrm>
          <a:prstGeom prst="line">
            <a:avLst/>
          </a:prstGeom>
          <a:ln w="38100" cap="rnd">
            <a:solidFill>
              <a:srgbClr val="84CBC5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68">
            <a:extLst>
              <a:ext uri="{FF2B5EF4-FFF2-40B4-BE49-F238E27FC236}">
                <a16:creationId xmlns:a16="http://schemas.microsoft.com/office/drawing/2014/main" id="{44511B1A-D42B-44B5-B16B-E0209464052F}"/>
              </a:ext>
            </a:extLst>
          </p:cNvPr>
          <p:cNvCxnSpPr>
            <a:cxnSpLocks/>
          </p:cNvCxnSpPr>
          <p:nvPr/>
        </p:nvCxnSpPr>
        <p:spPr>
          <a:xfrm flipH="1">
            <a:off x="2079367" y="3324093"/>
            <a:ext cx="809492" cy="0"/>
          </a:xfrm>
          <a:prstGeom prst="line">
            <a:avLst/>
          </a:prstGeom>
          <a:ln w="38100" cap="rnd">
            <a:solidFill>
              <a:srgbClr val="F8D35E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F8C2620-BA71-49AB-8D99-6836238DA7FC}"/>
              </a:ext>
            </a:extLst>
          </p:cNvPr>
          <p:cNvGrpSpPr/>
          <p:nvPr/>
        </p:nvGrpSpPr>
        <p:grpSpPr>
          <a:xfrm>
            <a:off x="323682" y="440340"/>
            <a:ext cx="2384719" cy="390068"/>
            <a:chOff x="-12700" y="587118"/>
            <a:chExt cx="3179624" cy="52009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8A339C8-C82C-42A1-A22A-5A26374B183C}"/>
                </a:ext>
              </a:extLst>
            </p:cNvPr>
            <p:cNvSpPr txBox="1"/>
            <p:nvPr/>
          </p:nvSpPr>
          <p:spPr>
            <a:xfrm>
              <a:off x="310715" y="600938"/>
              <a:ext cx="2856209" cy="49244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sz="5400" b="1" baseline="0">
                  <a:solidFill>
                    <a:srgbClr val="F8D35E"/>
                  </a:solidFill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黑体" pitchFamily="49" charset="-122"/>
                </a:rPr>
                <a:t>授课内容安排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007E9A2-14DB-4671-9FC8-70534541DA4B}"/>
                </a:ext>
              </a:extLst>
            </p:cNvPr>
            <p:cNvSpPr/>
            <p:nvPr/>
          </p:nvSpPr>
          <p:spPr>
            <a:xfrm>
              <a:off x="-12700" y="587118"/>
              <a:ext cx="393700" cy="520091"/>
            </a:xfrm>
            <a:prstGeom prst="rect">
              <a:avLst/>
            </a:prstGeom>
            <a:solidFill>
              <a:srgbClr val="F47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BDB12D21-F961-4FE5-8302-1B6F20BDC5F6}"/>
              </a:ext>
            </a:extLst>
          </p:cNvPr>
          <p:cNvSpPr txBox="1"/>
          <p:nvPr/>
        </p:nvSpPr>
        <p:spPr>
          <a:xfrm>
            <a:off x="2314869" y="1306661"/>
            <a:ext cx="1249687" cy="1177247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程序设计概述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4C5F07-EC46-48E1-B40D-DC3A2A441C4E}"/>
              </a:ext>
            </a:extLst>
          </p:cNvPr>
          <p:cNvSpPr txBox="1"/>
          <p:nvPr/>
        </p:nvSpPr>
        <p:spPr>
          <a:xfrm>
            <a:off x="3674141" y="1306661"/>
            <a:ext cx="1249687" cy="807915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输入输出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94F974-3515-4630-A979-BFB4CD00C4E6}"/>
              </a:ext>
            </a:extLst>
          </p:cNvPr>
          <p:cNvSpPr txBox="1"/>
          <p:nvPr/>
        </p:nvSpPr>
        <p:spPr>
          <a:xfrm>
            <a:off x="5032859" y="1306661"/>
            <a:ext cx="1249687" cy="1177247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顺序结构程序设计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D11331-C326-4BFD-871B-ADD3E46B9802}"/>
              </a:ext>
            </a:extLst>
          </p:cNvPr>
          <p:cNvSpPr txBox="1"/>
          <p:nvPr/>
        </p:nvSpPr>
        <p:spPr>
          <a:xfrm>
            <a:off x="1203669" y="3541698"/>
            <a:ext cx="1057547" cy="684805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lvl="0" algn="ctr"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</a:t>
            </a:r>
            <a:endParaRPr lang="en-US" altLang="zh-C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2430DBA-C789-4B12-AB08-1140195D4C85}"/>
              </a:ext>
            </a:extLst>
          </p:cNvPr>
          <p:cNvSpPr txBox="1"/>
          <p:nvPr/>
        </p:nvSpPr>
        <p:spPr>
          <a:xfrm>
            <a:off x="3873847" y="3541697"/>
            <a:ext cx="1133572" cy="807915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en-US" altLang="zh-C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0E04568-FCDB-4843-86A7-A218FB90E967}"/>
              </a:ext>
            </a:extLst>
          </p:cNvPr>
          <p:cNvSpPr txBox="1"/>
          <p:nvPr/>
        </p:nvSpPr>
        <p:spPr>
          <a:xfrm>
            <a:off x="5383657" y="3582823"/>
            <a:ext cx="934480" cy="807915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</a:t>
            </a:r>
            <a:endParaRPr lang="en-US" altLang="zh-C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A65776C-1DFC-4629-97DA-3202BF51B9B1}"/>
              </a:ext>
            </a:extLst>
          </p:cNvPr>
          <p:cNvSpPr txBox="1">
            <a:spLocks/>
          </p:cNvSpPr>
          <p:nvPr/>
        </p:nvSpPr>
        <p:spPr>
          <a:xfrm>
            <a:off x="6822502" y="809485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F8D3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33" name="Straight Connector 34">
            <a:extLst>
              <a:ext uri="{FF2B5EF4-FFF2-40B4-BE49-F238E27FC236}">
                <a16:creationId xmlns:a16="http://schemas.microsoft.com/office/drawing/2014/main" id="{B15AF120-D0B2-4013-86BD-DBDAAB1BC085}"/>
              </a:ext>
            </a:extLst>
          </p:cNvPr>
          <p:cNvCxnSpPr>
            <a:cxnSpLocks/>
          </p:cNvCxnSpPr>
          <p:nvPr/>
        </p:nvCxnSpPr>
        <p:spPr>
          <a:xfrm>
            <a:off x="5934128" y="1068893"/>
            <a:ext cx="783499" cy="0"/>
          </a:xfrm>
          <a:prstGeom prst="line">
            <a:avLst/>
          </a:prstGeom>
          <a:ln w="38100" cap="rnd">
            <a:solidFill>
              <a:srgbClr val="F47264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D36F8B7-24C6-4AC6-94EC-EA51223A11DF}"/>
              </a:ext>
            </a:extLst>
          </p:cNvPr>
          <p:cNvSpPr txBox="1"/>
          <p:nvPr/>
        </p:nvSpPr>
        <p:spPr>
          <a:xfrm>
            <a:off x="6326231" y="1313405"/>
            <a:ext cx="1249687" cy="1177247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选择结构程序设计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D75F42-9182-40D0-A4AC-6CF84E9FB14F}"/>
              </a:ext>
            </a:extLst>
          </p:cNvPr>
          <p:cNvCxnSpPr>
            <a:cxnSpLocks/>
          </p:cNvCxnSpPr>
          <p:nvPr/>
        </p:nvCxnSpPr>
        <p:spPr>
          <a:xfrm flipH="1">
            <a:off x="4750948" y="3344793"/>
            <a:ext cx="783499" cy="0"/>
          </a:xfrm>
          <a:prstGeom prst="line">
            <a:avLst/>
          </a:prstGeom>
          <a:ln w="38100" cap="rnd">
            <a:solidFill>
              <a:srgbClr val="F47264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B7C38D2-253E-40A4-AD12-371BC9D01B9C}"/>
              </a:ext>
            </a:extLst>
          </p:cNvPr>
          <p:cNvSpPr txBox="1">
            <a:spLocks/>
          </p:cNvSpPr>
          <p:nvPr/>
        </p:nvSpPr>
        <p:spPr>
          <a:xfrm>
            <a:off x="5713386" y="3066445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84CB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51A80DB0-0ECA-45E8-A363-B88FC96D8EFD}"/>
              </a:ext>
            </a:extLst>
          </p:cNvPr>
          <p:cNvSpPr txBox="1">
            <a:spLocks/>
          </p:cNvSpPr>
          <p:nvPr/>
        </p:nvSpPr>
        <p:spPr>
          <a:xfrm>
            <a:off x="7087678" y="3065097"/>
            <a:ext cx="256480" cy="55399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3600" dirty="0">
                <a:solidFill>
                  <a:srgbClr val="84CB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42" name="Straight Connector 34">
            <a:extLst>
              <a:ext uri="{FF2B5EF4-FFF2-40B4-BE49-F238E27FC236}">
                <a16:creationId xmlns:a16="http://schemas.microsoft.com/office/drawing/2014/main" id="{08FFB8FC-B05B-4EFA-B054-4BE442DA1C3D}"/>
              </a:ext>
            </a:extLst>
          </p:cNvPr>
          <p:cNvCxnSpPr>
            <a:cxnSpLocks/>
          </p:cNvCxnSpPr>
          <p:nvPr/>
        </p:nvCxnSpPr>
        <p:spPr>
          <a:xfrm flipH="1">
            <a:off x="6083040" y="3359713"/>
            <a:ext cx="783499" cy="0"/>
          </a:xfrm>
          <a:prstGeom prst="line">
            <a:avLst/>
          </a:prstGeom>
          <a:ln w="38100" cap="rnd">
            <a:solidFill>
              <a:srgbClr val="F47264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7B7FACB-7287-4BDF-820D-7F5051A2D1B2}"/>
              </a:ext>
            </a:extLst>
          </p:cNvPr>
          <p:cNvGrpSpPr/>
          <p:nvPr/>
        </p:nvGrpSpPr>
        <p:grpSpPr>
          <a:xfrm>
            <a:off x="7293442" y="1088472"/>
            <a:ext cx="708919" cy="2282121"/>
            <a:chOff x="7293439" y="1088470"/>
            <a:chExt cx="708919" cy="2282121"/>
          </a:xfrm>
        </p:grpSpPr>
        <p:cxnSp>
          <p:nvCxnSpPr>
            <p:cNvPr id="10" name="Straight Connector 39">
              <a:extLst>
                <a:ext uri="{FF2B5EF4-FFF2-40B4-BE49-F238E27FC236}">
                  <a16:creationId xmlns:a16="http://schemas.microsoft.com/office/drawing/2014/main" id="{AD80D515-8E7F-4DB3-B415-6F3FACC28691}"/>
                </a:ext>
              </a:extLst>
            </p:cNvPr>
            <p:cNvCxnSpPr>
              <a:cxnSpLocks/>
            </p:cNvCxnSpPr>
            <p:nvPr/>
          </p:nvCxnSpPr>
          <p:spPr>
            <a:xfrm>
              <a:off x="7293439" y="1096563"/>
              <a:ext cx="708913" cy="0"/>
            </a:xfrm>
            <a:prstGeom prst="line">
              <a:avLst/>
            </a:prstGeom>
            <a:ln w="38100" cap="rnd">
              <a:solidFill>
                <a:srgbClr val="F8D35E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Elbow Connector 44">
              <a:extLst>
                <a:ext uri="{FF2B5EF4-FFF2-40B4-BE49-F238E27FC236}">
                  <a16:creationId xmlns:a16="http://schemas.microsoft.com/office/drawing/2014/main" id="{94370C34-358B-425F-A932-CADF06FA78A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861297" y="2229530"/>
              <a:ext cx="2282121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8D35E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39">
              <a:extLst>
                <a:ext uri="{FF2B5EF4-FFF2-40B4-BE49-F238E27FC236}">
                  <a16:creationId xmlns:a16="http://schemas.microsoft.com/office/drawing/2014/main" id="{DD4B19AD-4F2A-451A-8E73-4916FE23D6D2}"/>
                </a:ext>
              </a:extLst>
            </p:cNvPr>
            <p:cNvCxnSpPr>
              <a:cxnSpLocks/>
            </p:cNvCxnSpPr>
            <p:nvPr/>
          </p:nvCxnSpPr>
          <p:spPr>
            <a:xfrm>
              <a:off x="7528955" y="3346316"/>
              <a:ext cx="473397" cy="0"/>
            </a:xfrm>
            <a:prstGeom prst="line">
              <a:avLst/>
            </a:prstGeom>
            <a:ln w="38100" cap="rnd">
              <a:solidFill>
                <a:srgbClr val="F8D35E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8D80A72D-BD5C-42DF-8A19-F1A5E49BF010}"/>
              </a:ext>
            </a:extLst>
          </p:cNvPr>
          <p:cNvSpPr/>
          <p:nvPr/>
        </p:nvSpPr>
        <p:spPr>
          <a:xfrm>
            <a:off x="6644948" y="3548945"/>
            <a:ext cx="1249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循环结构程序设计 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5F4E7A6-3B66-4F08-89FA-0FE58835BDF1}"/>
              </a:ext>
            </a:extLst>
          </p:cNvPr>
          <p:cNvSpPr txBox="1"/>
          <p:nvPr/>
        </p:nvSpPr>
        <p:spPr>
          <a:xfrm>
            <a:off x="2659348" y="3548945"/>
            <a:ext cx="1067216" cy="807915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 </a:t>
            </a:r>
            <a:endParaRPr lang="en-US" altLang="zh-CN" sz="20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</a:t>
            </a:r>
            <a:r>
              <a:rPr lang="zh-CN" altLang="en-US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学时</a:t>
            </a:r>
            <a:r>
              <a:rPr lang="en-US" altLang="zh-CN" sz="20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592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7" grpId="0"/>
      <p:bldP spid="19" grpId="0"/>
      <p:bldP spid="20" grpId="0"/>
      <p:bldP spid="23" grpId="0"/>
      <p:bldP spid="25" grpId="0"/>
      <p:bldP spid="26" grpId="0"/>
      <p:bldP spid="32" grpId="0"/>
      <p:bldP spid="34" grpId="0"/>
      <p:bldP spid="40" grpId="0"/>
      <p:bldP spid="41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483369" y="381459"/>
            <a:ext cx="2327560" cy="50783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400" b="1" baseline="0">
                <a:solidFill>
                  <a:srgbClr val="F8D35E"/>
                </a:solidFill>
              </a:defRPr>
            </a:lvl1pPr>
            <a:lvl2pPr indent="0">
              <a:buNone/>
              <a:defRPr sz="1200"/>
            </a:lvl2pPr>
            <a:lvl3pPr indent="0">
              <a:buNone/>
              <a:defRPr sz="1000"/>
            </a:lvl3pPr>
            <a:lvl4pPr indent="0">
              <a:buNone/>
              <a:defRPr sz="900"/>
            </a:lvl4pPr>
            <a:lvl5pPr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pPr defTabSz="685766">
              <a:defRPr/>
            </a:pPr>
            <a:r>
              <a:rPr lang="en-US" altLang="zh-CN" sz="3300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CONTENTS</a:t>
            </a:r>
            <a:endParaRPr lang="zh-CN" altLang="en-US" sz="330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752197" y="889289"/>
            <a:ext cx="378989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/>
          <p:cNvSpPr txBox="1">
            <a:spLocks/>
          </p:cNvSpPr>
          <p:nvPr/>
        </p:nvSpPr>
        <p:spPr>
          <a:xfrm>
            <a:off x="1784272" y="1639455"/>
            <a:ext cx="1227900" cy="132343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685766">
              <a:spcBef>
                <a:spcPct val="20000"/>
              </a:spcBef>
              <a:defRPr/>
            </a:pPr>
            <a:r>
              <a:rPr lang="en-US" sz="8600" dirty="0">
                <a:solidFill>
                  <a:srgbClr val="F8D3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2970609" y="2232393"/>
            <a:ext cx="2915843" cy="561694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 algn="dist" defTabSz="685766"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程序设计概述</a:t>
            </a:r>
            <a:endParaRPr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70612" y="1862591"/>
            <a:ext cx="2211277" cy="438584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>
            <a:defPPr>
              <a:defRPr lang="zh-CN"/>
            </a:defPPr>
            <a:lvl1pPr>
              <a:defRPr sz="6000" b="1" i="1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</a:lstStyle>
          <a:p>
            <a:pPr defTabSz="685766"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One</a:t>
            </a:r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 rot="11891394">
            <a:off x="5912849" y="1721923"/>
            <a:ext cx="2323088" cy="1614099"/>
            <a:chOff x="912737" y="565770"/>
            <a:chExt cx="3097450" cy="2152130"/>
          </a:xfrm>
        </p:grpSpPr>
        <p:sp>
          <p:nvSpPr>
            <p:cNvPr id="60" name="等腰三角形 59"/>
            <p:cNvSpPr/>
            <p:nvPr/>
          </p:nvSpPr>
          <p:spPr>
            <a:xfrm rot="18941696">
              <a:off x="2822785" y="2021207"/>
              <a:ext cx="266912" cy="230096"/>
            </a:xfrm>
            <a:prstGeom prst="triangle">
              <a:avLst/>
            </a:prstGeom>
            <a:solidFill>
              <a:srgbClr val="84C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srgbClr val="FFC20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3678182">
              <a:off x="2802171" y="1181956"/>
              <a:ext cx="397226" cy="342435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srgbClr val="FFC20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2" name="等腰三角形 61"/>
            <p:cNvSpPr/>
            <p:nvPr/>
          </p:nvSpPr>
          <p:spPr>
            <a:xfrm rot="9480000">
              <a:off x="3485946" y="2487804"/>
              <a:ext cx="266912" cy="230096"/>
            </a:xfrm>
            <a:prstGeom prst="triangle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srgbClr val="FFC20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3" name="等腰三角形 62"/>
            <p:cNvSpPr/>
            <p:nvPr/>
          </p:nvSpPr>
          <p:spPr>
            <a:xfrm rot="1020767">
              <a:off x="1218249" y="749218"/>
              <a:ext cx="945160" cy="814792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srgbClr val="FFC20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20767">
              <a:off x="1105528" y="607668"/>
              <a:ext cx="1175902" cy="1013706"/>
            </a:xfrm>
            <a:prstGeom prst="triangle">
              <a:avLst/>
            </a:prstGeom>
            <a:noFill/>
            <a:ln>
              <a:solidFill>
                <a:srgbClr val="FFC2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srgbClr val="FFC20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 rot="18818926">
              <a:off x="912737" y="1383941"/>
              <a:ext cx="114845" cy="114845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 rot="18818926">
              <a:off x="1788997" y="565770"/>
              <a:ext cx="114845" cy="114845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 rot="18818926">
              <a:off x="2041044" y="1708216"/>
              <a:ext cx="114845" cy="114845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66">
                <a:defRPr/>
              </a:pPr>
              <a:endParaRPr lang="zh-CN" altLang="en-US" sz="1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 rot="8977127">
              <a:off x="3563479" y="1987179"/>
              <a:ext cx="446708" cy="334617"/>
              <a:chOff x="2822785" y="1265179"/>
              <a:chExt cx="930073" cy="696693"/>
            </a:xfrm>
          </p:grpSpPr>
          <p:sp>
            <p:nvSpPr>
              <p:cNvPr id="69" name="等腰三角形 68"/>
              <p:cNvSpPr/>
              <p:nvPr/>
            </p:nvSpPr>
            <p:spPr>
              <a:xfrm rot="18941696">
                <a:off x="2822785" y="1265179"/>
                <a:ext cx="266912" cy="230096"/>
              </a:xfrm>
              <a:prstGeom prst="triangle">
                <a:avLst/>
              </a:prstGeom>
              <a:solidFill>
                <a:srgbClr val="84CB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766">
                  <a:defRPr/>
                </a:pPr>
                <a:endParaRPr lang="zh-CN" altLang="en-US" sz="1400">
                  <a:solidFill>
                    <a:srgbClr val="FFC20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9480000">
                <a:off x="3485946" y="1731776"/>
                <a:ext cx="266912" cy="230096"/>
              </a:xfrm>
              <a:prstGeom prst="triangle">
                <a:avLst/>
              </a:prstGeom>
              <a:solidFill>
                <a:srgbClr val="29B9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766">
                  <a:defRPr/>
                </a:pPr>
                <a:endParaRPr lang="zh-CN" altLang="en-US" sz="1400">
                  <a:solidFill>
                    <a:srgbClr val="FFC20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71" name="Straight Connector 13"/>
          <p:cNvCxnSpPr/>
          <p:nvPr/>
        </p:nvCxnSpPr>
        <p:spPr>
          <a:xfrm flipH="1">
            <a:off x="3" y="3082557"/>
            <a:ext cx="4748959" cy="0"/>
          </a:xfrm>
          <a:prstGeom prst="line">
            <a:avLst/>
          </a:prstGeom>
          <a:ln w="19050" cap="sq">
            <a:solidFill>
              <a:srgbClr val="F8D35E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4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483369" y="381459"/>
            <a:ext cx="2327560" cy="507831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400" b="1" baseline="0">
                <a:solidFill>
                  <a:srgbClr val="F8D35E"/>
                </a:solidFill>
              </a:defRPr>
            </a:lvl1pPr>
            <a:lvl2pPr indent="0">
              <a:buNone/>
              <a:defRPr sz="1200"/>
            </a:lvl2pPr>
            <a:lvl3pPr indent="0">
              <a:buNone/>
              <a:defRPr sz="1000"/>
            </a:lvl3pPr>
            <a:lvl4pPr indent="0">
              <a:buNone/>
              <a:defRPr sz="900"/>
            </a:lvl4pPr>
            <a:lvl5pPr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pPr defTabSz="685766">
              <a:defRPr/>
            </a:pPr>
            <a:r>
              <a:rPr lang="en-US" altLang="zh-CN" sz="3300" dirty="0">
                <a:solidFill>
                  <a:prstClr val="white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CONTENTS</a:t>
            </a:r>
            <a:endParaRPr lang="zh-CN" altLang="en-US" sz="330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659731" y="889289"/>
            <a:ext cx="378989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406566" y="860175"/>
            <a:ext cx="1866790" cy="630942"/>
            <a:chOff x="2011113" y="1923375"/>
            <a:chExt cx="2489051" cy="841253"/>
          </a:xfrm>
        </p:grpSpPr>
        <p:sp>
          <p:nvSpPr>
            <p:cNvPr id="2" name="Text Placeholder 3"/>
            <p:cNvSpPr txBox="1">
              <a:spLocks/>
            </p:cNvSpPr>
            <p:nvPr/>
          </p:nvSpPr>
          <p:spPr>
            <a:xfrm>
              <a:off x="2011113" y="1923375"/>
              <a:ext cx="777990" cy="84125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685766">
                <a:spcBef>
                  <a:spcPct val="20000"/>
                </a:spcBef>
                <a:defRPr/>
              </a:pPr>
              <a:r>
                <a:rPr lang="en-US" sz="4100" dirty="0">
                  <a:solidFill>
                    <a:srgbClr val="F8D35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719785" y="1947922"/>
              <a:ext cx="1780379" cy="784831"/>
              <a:chOff x="2948385" y="1921931"/>
              <a:chExt cx="1780379" cy="784831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2948385" y="2214321"/>
                <a:ext cx="1780379" cy="492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 defTabSz="685766">
                  <a:defRPr/>
                </a:pP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程序的概念</a:t>
                </a:r>
                <a:endPara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989397" y="1921931"/>
                <a:ext cx="1378737" cy="430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6000" b="1" i="1">
                    <a:solidFill>
                      <a:schemeClr val="bg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defRPr>
                </a:lvl1pPr>
              </a:lstStyle>
              <a:p>
                <a:pPr defTabSz="685766">
                  <a:defRPr/>
                </a:pPr>
                <a:r>
                  <a:rPr lang="en-US" altLang="zh-CN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 One</a:t>
                </a:r>
                <a:endParaRPr lang="zh-CN" altLang="en-US" sz="15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1608331" y="1364365"/>
            <a:ext cx="2161560" cy="630943"/>
            <a:chOff x="3605704" y="2790124"/>
            <a:chExt cx="2882077" cy="841254"/>
          </a:xfrm>
        </p:grpSpPr>
        <p:sp>
          <p:nvSpPr>
            <p:cNvPr id="3" name="Text Placeholder 3"/>
            <p:cNvSpPr txBox="1">
              <a:spLocks/>
            </p:cNvSpPr>
            <p:nvPr/>
          </p:nvSpPr>
          <p:spPr>
            <a:xfrm>
              <a:off x="3605704" y="2790124"/>
              <a:ext cx="777990" cy="84125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685766">
                <a:spcBef>
                  <a:spcPct val="20000"/>
                </a:spcBef>
                <a:defRPr/>
              </a:pPr>
              <a:r>
                <a:rPr lang="en-US" sz="4100" dirty="0">
                  <a:solidFill>
                    <a:srgbClr val="F4726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4379416" y="2814671"/>
              <a:ext cx="2108365" cy="784828"/>
              <a:chOff x="2948385" y="1921931"/>
              <a:chExt cx="2108365" cy="784828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2948385" y="2214318"/>
                <a:ext cx="2108365" cy="492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 defTabSz="685766">
                  <a:defRPr/>
                </a:pP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程序设计语言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989396" y="1921931"/>
                <a:ext cx="1537193" cy="430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6000" b="1" i="1">
                    <a:solidFill>
                      <a:schemeClr val="bg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defRPr>
                </a:lvl1pPr>
              </a:lstStyle>
              <a:p>
                <a:pPr defTabSz="685766">
                  <a:defRPr/>
                </a:pPr>
                <a:r>
                  <a:rPr lang="en-US" altLang="zh-CN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 Two</a:t>
                </a:r>
                <a:endParaRPr lang="zh-CN" altLang="en-US" sz="15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2761228" y="1820004"/>
            <a:ext cx="1915570" cy="630942"/>
            <a:chOff x="5192949" y="3601699"/>
            <a:chExt cx="2554091" cy="841252"/>
          </a:xfrm>
        </p:grpSpPr>
        <p:sp>
          <p:nvSpPr>
            <p:cNvPr id="4" name="Text Placeholder 3"/>
            <p:cNvSpPr txBox="1">
              <a:spLocks/>
            </p:cNvSpPr>
            <p:nvPr/>
          </p:nvSpPr>
          <p:spPr>
            <a:xfrm>
              <a:off x="5192949" y="3601699"/>
              <a:ext cx="777990" cy="84125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685766">
                <a:spcBef>
                  <a:spcPct val="20000"/>
                </a:spcBef>
                <a:defRPr/>
              </a:pPr>
              <a:r>
                <a:rPr lang="en-US" sz="4100" dirty="0">
                  <a:solidFill>
                    <a:srgbClr val="29B9A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5966661" y="3626246"/>
              <a:ext cx="1780379" cy="784828"/>
              <a:chOff x="2948385" y="1921931"/>
              <a:chExt cx="1780379" cy="784828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2948385" y="2214319"/>
                <a:ext cx="1780379" cy="492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 defTabSz="685766">
                  <a:defRPr/>
                </a:pP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初识</a:t>
                </a:r>
                <a:r>
                  <a:rPr kumimoji="1" lang="en-US" altLang="zh-CN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</a:t>
                </a: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程序</a:t>
                </a: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989397" y="1921931"/>
                <a:ext cx="1739367" cy="430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6000" b="1" i="1">
                    <a:solidFill>
                      <a:schemeClr val="bg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defRPr>
                </a:lvl1pPr>
              </a:lstStyle>
              <a:p>
                <a:pPr defTabSz="685766">
                  <a:defRPr/>
                </a:pPr>
                <a:r>
                  <a:rPr lang="en-US" altLang="zh-CN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 Three</a:t>
                </a:r>
                <a:endParaRPr lang="zh-CN" altLang="en-US" sz="15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3914667" y="2388935"/>
            <a:ext cx="2719802" cy="630942"/>
            <a:chOff x="6777436" y="4598481"/>
            <a:chExt cx="3626400" cy="841252"/>
          </a:xfrm>
        </p:grpSpPr>
        <p:sp>
          <p:nvSpPr>
            <p:cNvPr id="33" name="Text Placeholder 3"/>
            <p:cNvSpPr txBox="1">
              <a:spLocks/>
            </p:cNvSpPr>
            <p:nvPr/>
          </p:nvSpPr>
          <p:spPr>
            <a:xfrm>
              <a:off x="6777436" y="4598481"/>
              <a:ext cx="777990" cy="84125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685766">
                <a:spcBef>
                  <a:spcPct val="20000"/>
                </a:spcBef>
                <a:defRPr/>
              </a:pPr>
              <a:r>
                <a:rPr lang="en-US" sz="4100" dirty="0">
                  <a:solidFill>
                    <a:srgbClr val="1BE40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7551148" y="4623028"/>
              <a:ext cx="2852688" cy="784828"/>
              <a:chOff x="2948385" y="1921931"/>
              <a:chExt cx="2852688" cy="784828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948385" y="2214319"/>
                <a:ext cx="2852688" cy="492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766">
                  <a:defRPr/>
                </a:pPr>
                <a:r>
                  <a:rPr kumimoji="1" lang="en-US" altLang="zh-CN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</a:t>
                </a: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程序的基本语法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989397" y="1921931"/>
                <a:ext cx="1556327" cy="430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6000" b="1" i="1">
                    <a:solidFill>
                      <a:schemeClr val="bg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defRPr>
                </a:lvl1pPr>
              </a:lstStyle>
              <a:p>
                <a:pPr defTabSz="685766">
                  <a:defRPr/>
                </a:pPr>
                <a:r>
                  <a:rPr lang="en-US" altLang="zh-CN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 Four</a:t>
                </a:r>
                <a:endParaRPr lang="zh-CN" altLang="en-US" sz="15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06" name="Straight Connector 13"/>
          <p:cNvCxnSpPr/>
          <p:nvPr/>
        </p:nvCxnSpPr>
        <p:spPr>
          <a:xfrm>
            <a:off x="698309" y="1531860"/>
            <a:ext cx="0" cy="3296057"/>
          </a:xfrm>
          <a:prstGeom prst="line">
            <a:avLst/>
          </a:prstGeom>
          <a:ln w="19050" cap="sq">
            <a:solidFill>
              <a:srgbClr val="F8D35E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3"/>
          <p:cNvCxnSpPr>
            <a:cxnSpLocks/>
          </p:cNvCxnSpPr>
          <p:nvPr/>
        </p:nvCxnSpPr>
        <p:spPr>
          <a:xfrm>
            <a:off x="1900073" y="2064056"/>
            <a:ext cx="0" cy="2763861"/>
          </a:xfrm>
          <a:prstGeom prst="line">
            <a:avLst/>
          </a:prstGeom>
          <a:ln w="19050" cap="sq">
            <a:solidFill>
              <a:srgbClr val="F47264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3"/>
          <p:cNvCxnSpPr>
            <a:cxnSpLocks/>
          </p:cNvCxnSpPr>
          <p:nvPr/>
        </p:nvCxnSpPr>
        <p:spPr>
          <a:xfrm>
            <a:off x="3062945" y="2451573"/>
            <a:ext cx="0" cy="2376344"/>
          </a:xfrm>
          <a:prstGeom prst="line">
            <a:avLst/>
          </a:prstGeom>
          <a:ln w="19050" cap="sq">
            <a:solidFill>
              <a:srgbClr val="29B9A6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3"/>
          <p:cNvCxnSpPr>
            <a:cxnSpLocks/>
          </p:cNvCxnSpPr>
          <p:nvPr/>
        </p:nvCxnSpPr>
        <p:spPr>
          <a:xfrm>
            <a:off x="4206410" y="3001447"/>
            <a:ext cx="0" cy="1826471"/>
          </a:xfrm>
          <a:prstGeom prst="line">
            <a:avLst/>
          </a:prstGeom>
          <a:ln w="19050" cap="sq">
            <a:solidFill>
              <a:srgbClr val="1BE40C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777282D-8F90-47B7-8DF3-8F5A00F1CE24}"/>
              </a:ext>
            </a:extLst>
          </p:cNvPr>
          <p:cNvGrpSpPr/>
          <p:nvPr/>
        </p:nvGrpSpPr>
        <p:grpSpPr>
          <a:xfrm>
            <a:off x="5038107" y="2954020"/>
            <a:ext cx="2446030" cy="630943"/>
            <a:chOff x="6777436" y="4598481"/>
            <a:chExt cx="3261371" cy="841254"/>
          </a:xfrm>
        </p:grpSpPr>
        <p:sp>
          <p:nvSpPr>
            <p:cNvPr id="50" name="Text Placeholder 3">
              <a:extLst>
                <a:ext uri="{FF2B5EF4-FFF2-40B4-BE49-F238E27FC236}">
                  <a16:creationId xmlns:a16="http://schemas.microsoft.com/office/drawing/2014/main" id="{36CD1AFD-829D-473F-BAC5-72B17EF5A700}"/>
                </a:ext>
              </a:extLst>
            </p:cNvPr>
            <p:cNvSpPr txBox="1">
              <a:spLocks/>
            </p:cNvSpPr>
            <p:nvPr/>
          </p:nvSpPr>
          <p:spPr>
            <a:xfrm>
              <a:off x="6777436" y="4598481"/>
              <a:ext cx="777990" cy="84125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685766">
                <a:spcBef>
                  <a:spcPct val="20000"/>
                </a:spcBef>
                <a:defRPr/>
              </a:pPr>
              <a:r>
                <a:rPr lang="en-US" sz="41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US" altLang="zh-CN" sz="410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41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C26C7547-F5EC-4C13-A89B-6A8F6F24D7F7}"/>
                </a:ext>
              </a:extLst>
            </p:cNvPr>
            <p:cNvGrpSpPr/>
            <p:nvPr/>
          </p:nvGrpSpPr>
          <p:grpSpPr>
            <a:xfrm>
              <a:off x="7551149" y="4623028"/>
              <a:ext cx="2487658" cy="784828"/>
              <a:chOff x="2948386" y="1921931"/>
              <a:chExt cx="2487658" cy="784828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F044A84F-2CD9-4D05-ADCC-DD4F79B07EA4}"/>
                  </a:ext>
                </a:extLst>
              </p:cNvPr>
              <p:cNvSpPr txBox="1"/>
              <p:nvPr/>
            </p:nvSpPr>
            <p:spPr>
              <a:xfrm>
                <a:off x="2948386" y="2214318"/>
                <a:ext cx="2487658" cy="492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766">
                  <a:defRPr/>
                </a:pPr>
                <a:r>
                  <a:rPr kumimoji="1" lang="en-US" altLang="zh-CN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</a:t>
                </a: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程序设计方法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4A37F20-AE5B-4670-8924-6FA00F88F5A1}"/>
                  </a:ext>
                </a:extLst>
              </p:cNvPr>
              <p:cNvSpPr txBox="1"/>
              <p:nvPr/>
            </p:nvSpPr>
            <p:spPr>
              <a:xfrm>
                <a:off x="2989398" y="1921931"/>
                <a:ext cx="1556327" cy="430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6000" b="1" i="1">
                    <a:solidFill>
                      <a:schemeClr val="bg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defRPr>
                </a:lvl1pPr>
              </a:lstStyle>
              <a:p>
                <a:pPr defTabSz="685766">
                  <a:defRPr/>
                </a:pPr>
                <a:r>
                  <a:rPr lang="en-US" altLang="zh-CN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 Five</a:t>
                </a:r>
                <a:endParaRPr lang="zh-CN" altLang="en-US" sz="15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54" name="Straight Connector 13">
            <a:extLst>
              <a:ext uri="{FF2B5EF4-FFF2-40B4-BE49-F238E27FC236}">
                <a16:creationId xmlns:a16="http://schemas.microsoft.com/office/drawing/2014/main" id="{8B966D40-77B5-4AE9-A38A-807744DB16D4}"/>
              </a:ext>
            </a:extLst>
          </p:cNvPr>
          <p:cNvCxnSpPr>
            <a:cxnSpLocks/>
          </p:cNvCxnSpPr>
          <p:nvPr/>
        </p:nvCxnSpPr>
        <p:spPr>
          <a:xfrm>
            <a:off x="5329850" y="3566538"/>
            <a:ext cx="0" cy="1261379"/>
          </a:xfrm>
          <a:prstGeom prst="line">
            <a:avLst/>
          </a:prstGeom>
          <a:ln w="19050" cap="sq">
            <a:solidFill>
              <a:srgbClr val="FFFF00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8DFC3B2-E70A-4268-9A85-C9C59651E308}"/>
              </a:ext>
            </a:extLst>
          </p:cNvPr>
          <p:cNvGrpSpPr/>
          <p:nvPr/>
        </p:nvGrpSpPr>
        <p:grpSpPr>
          <a:xfrm>
            <a:off x="6121086" y="3470560"/>
            <a:ext cx="2625394" cy="630943"/>
            <a:chOff x="6777436" y="4598481"/>
            <a:chExt cx="3500523" cy="841254"/>
          </a:xfrm>
        </p:grpSpPr>
        <p:sp>
          <p:nvSpPr>
            <p:cNvPr id="56" name="Text Placeholder 3">
              <a:extLst>
                <a:ext uri="{FF2B5EF4-FFF2-40B4-BE49-F238E27FC236}">
                  <a16:creationId xmlns:a16="http://schemas.microsoft.com/office/drawing/2014/main" id="{4286DE74-8BBE-4610-BBAD-CF8C70F8257D}"/>
                </a:ext>
              </a:extLst>
            </p:cNvPr>
            <p:cNvSpPr txBox="1">
              <a:spLocks/>
            </p:cNvSpPr>
            <p:nvPr/>
          </p:nvSpPr>
          <p:spPr>
            <a:xfrm>
              <a:off x="6777436" y="4598481"/>
              <a:ext cx="777990" cy="84125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685766">
                <a:spcBef>
                  <a:spcPct val="20000"/>
                </a:spcBef>
                <a:defRPr/>
              </a:pPr>
              <a:r>
                <a:rPr lang="en-US" sz="4100" dirty="0">
                  <a:solidFill>
                    <a:srgbClr val="00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US" altLang="zh-CN" sz="4100" dirty="0">
                  <a:solidFill>
                    <a:srgbClr val="00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4100" dirty="0">
                <a:solidFill>
                  <a:srgbClr val="00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8178265-6852-4DAF-AF3D-8D3DF93DB47E}"/>
                </a:ext>
              </a:extLst>
            </p:cNvPr>
            <p:cNvGrpSpPr/>
            <p:nvPr/>
          </p:nvGrpSpPr>
          <p:grpSpPr>
            <a:xfrm>
              <a:off x="7551148" y="4623028"/>
              <a:ext cx="2726811" cy="784828"/>
              <a:chOff x="2948385" y="1921931"/>
              <a:chExt cx="2726811" cy="784828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45551B4-4C9C-4321-8FFE-5D90C2595D58}"/>
                  </a:ext>
                </a:extLst>
              </p:cNvPr>
              <p:cNvSpPr txBox="1"/>
              <p:nvPr/>
            </p:nvSpPr>
            <p:spPr>
              <a:xfrm>
                <a:off x="2948385" y="2214318"/>
                <a:ext cx="2726811" cy="492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766">
                  <a:defRPr/>
                </a:pP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常见</a:t>
                </a:r>
                <a:r>
                  <a:rPr kumimoji="1" lang="en-US" altLang="zh-CN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</a:t>
                </a:r>
                <a:r>
                  <a:rPr kumimoji="1" lang="zh-CN" altLang="en-US" sz="1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程序的错误</a:t>
                </a: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7759ACF5-8973-448C-A475-BDDD4F333E08}"/>
                  </a:ext>
                </a:extLst>
              </p:cNvPr>
              <p:cNvSpPr txBox="1"/>
              <p:nvPr/>
            </p:nvSpPr>
            <p:spPr>
              <a:xfrm>
                <a:off x="2989397" y="1921931"/>
                <a:ext cx="1556325" cy="430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6000" b="1" i="1">
                    <a:solidFill>
                      <a:schemeClr val="bg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defRPr>
                </a:lvl1pPr>
              </a:lstStyle>
              <a:p>
                <a:pPr defTabSz="685766">
                  <a:defRPr/>
                </a:pPr>
                <a:r>
                  <a:rPr lang="en-US" altLang="zh-CN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Part Six</a:t>
                </a:r>
                <a:endParaRPr lang="zh-CN" altLang="en-US" sz="15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60" name="Straight Connector 13">
            <a:extLst>
              <a:ext uri="{FF2B5EF4-FFF2-40B4-BE49-F238E27FC236}">
                <a16:creationId xmlns:a16="http://schemas.microsoft.com/office/drawing/2014/main" id="{AD07D599-F773-4876-A2DB-FED4C449F6C1}"/>
              </a:ext>
            </a:extLst>
          </p:cNvPr>
          <p:cNvCxnSpPr>
            <a:cxnSpLocks/>
          </p:cNvCxnSpPr>
          <p:nvPr/>
        </p:nvCxnSpPr>
        <p:spPr>
          <a:xfrm>
            <a:off x="6412830" y="4083079"/>
            <a:ext cx="0" cy="744839"/>
          </a:xfrm>
          <a:prstGeom prst="line">
            <a:avLst/>
          </a:prstGeom>
          <a:ln w="19050" cap="sq">
            <a:solidFill>
              <a:srgbClr val="00FFFF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8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3CCBFBA-AE2F-46A9-AD8E-7D5F4B8C6B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034" y="592464"/>
            <a:ext cx="4325255" cy="571500"/>
          </a:xfrm>
          <a:effectLst/>
        </p:spPr>
        <p:txBody>
          <a:bodyPr anchor="ctr">
            <a:noAutofit/>
          </a:bodyPr>
          <a:lstStyle/>
          <a:p>
            <a:pPr algn="l"/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程序的概念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553332-2A4D-4879-9127-367237FB9BE2}"/>
              </a:ext>
            </a:extLst>
          </p:cNvPr>
          <p:cNvSpPr txBox="1">
            <a:spLocks noChangeArrowheads="1"/>
          </p:cNvSpPr>
          <p:nvPr/>
        </p:nvSpPr>
        <p:spPr>
          <a:xfrm>
            <a:off x="467672" y="1316182"/>
            <a:ext cx="8069052" cy="2716615"/>
          </a:xfrm>
          <a:prstGeom prst="rect">
            <a:avLst/>
          </a:prstGeom>
        </p:spPr>
        <p:txBody>
          <a:bodyPr vert="horz" lIns="68580" tIns="34291" rIns="68580" bIns="3429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程序：是用某种程序设计语言编写、指示计算机完成特定功能的命令序列的集合。</a:t>
            </a:r>
            <a:endParaRPr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功能：</a:t>
            </a:r>
            <a:r>
              <a:rPr lang="zh-CN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程序是人类驾驭计算机的手段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  <a:endParaRPr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50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966B1AC-E646-44B1-94FA-B9D2291F8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305" y="505381"/>
            <a:ext cx="8462648" cy="571500"/>
          </a:xfrm>
          <a:effectLst/>
        </p:spPr>
        <p:txBody>
          <a:bodyPr anchor="ctr">
            <a:noAutofit/>
          </a:bodyPr>
          <a:lstStyle/>
          <a:p>
            <a:pPr algn="l"/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1.1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初始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语言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——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程序设计语言的发展</a:t>
            </a:r>
            <a:endParaRPr lang="zh-CN" altLang="en-US" sz="4000" b="1" dirty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1027">
            <a:extLst>
              <a:ext uri="{FF2B5EF4-FFF2-40B4-BE49-F238E27FC236}">
                <a16:creationId xmlns:a16="http://schemas.microsoft.com/office/drawing/2014/main" id="{0FAD05F0-9841-4A19-B258-0EAF2846C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579" y="1538603"/>
            <a:ext cx="553998" cy="160139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sq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  <a:extLst/>
        </p:spPr>
        <p:txBody>
          <a:bodyPr vert="eaVert" anchor="ctr">
            <a:spAutoFit/>
            <a:flatTx/>
          </a:bodyPr>
          <a:lstStyle/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</a:p>
        </p:txBody>
      </p:sp>
      <p:sp>
        <p:nvSpPr>
          <p:cNvPr id="4" name="Text Box 1028">
            <a:extLst>
              <a:ext uri="{FF2B5EF4-FFF2-40B4-BE49-F238E27FC236}">
                <a16:creationId xmlns:a16="http://schemas.microsoft.com/office/drawing/2014/main" id="{C3D53871-6B9F-47F0-B259-63BC050CF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9754" y="1538603"/>
            <a:ext cx="553998" cy="160139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sq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  <a:extLst/>
        </p:spPr>
        <p:txBody>
          <a:bodyPr vert="eaVert" anchor="ctr">
            <a:spAutoFit/>
            <a:flatTx/>
          </a:bodyPr>
          <a:lstStyle/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</a:p>
        </p:txBody>
      </p:sp>
      <p:sp>
        <p:nvSpPr>
          <p:cNvPr id="5" name="Text Box 1029">
            <a:extLst>
              <a:ext uri="{FF2B5EF4-FFF2-40B4-BE49-F238E27FC236}">
                <a16:creationId xmlns:a16="http://schemas.microsoft.com/office/drawing/2014/main" id="{561D214B-F9E0-4C90-B23F-4F8AF6B61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779" y="1538603"/>
            <a:ext cx="553998" cy="160139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2700" cap="sq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2" dir="t"/>
          </a:scene3d>
          <a:sp3d extrusionH="227000" prstMaterial="legacyMatte">
            <a:bevelT w="13500" h="13500" prst="angle"/>
            <a:bevelB w="13500" h="13500" prst="angle"/>
            <a:extrusionClr>
              <a:schemeClr val="accent1"/>
            </a:extrusionClr>
          </a:sp3d>
          <a:extLst/>
        </p:spPr>
        <p:txBody>
          <a:bodyPr vert="eaVert" anchor="ctr">
            <a:spAutoFit/>
            <a:flatTx/>
          </a:bodyPr>
          <a:lstStyle/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</a:p>
        </p:txBody>
      </p:sp>
      <p:sp>
        <p:nvSpPr>
          <p:cNvPr id="6" name="AutoShape 1030">
            <a:extLst>
              <a:ext uri="{FF2B5EF4-FFF2-40B4-BE49-F238E27FC236}">
                <a16:creationId xmlns:a16="http://schemas.microsoft.com/office/drawing/2014/main" id="{EFD01F97-E260-4341-9343-E082AE582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085" y="2333939"/>
            <a:ext cx="1238251" cy="275035"/>
          </a:xfrm>
          <a:prstGeom prst="rightArrow">
            <a:avLst>
              <a:gd name="adj1" fmla="val 50000"/>
              <a:gd name="adj2" fmla="val 11255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013">
              <a:solidFill>
                <a:srgbClr val="FFFF00"/>
              </a:solidFill>
            </a:endParaRPr>
          </a:p>
        </p:txBody>
      </p:sp>
      <p:sp>
        <p:nvSpPr>
          <p:cNvPr id="7" name="AutoShape 1031">
            <a:extLst>
              <a:ext uri="{FF2B5EF4-FFF2-40B4-BE49-F238E27FC236}">
                <a16:creationId xmlns:a16="http://schemas.microsoft.com/office/drawing/2014/main" id="{0E4E0BCE-E448-438A-A90F-57F0DE701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178" y="2333939"/>
            <a:ext cx="1164431" cy="275035"/>
          </a:xfrm>
          <a:prstGeom prst="rightArrow">
            <a:avLst>
              <a:gd name="adj1" fmla="val 50000"/>
              <a:gd name="adj2" fmla="val 10584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013">
              <a:solidFill>
                <a:srgbClr val="FFFF00"/>
              </a:solidFill>
            </a:endParaRPr>
          </a:p>
        </p:txBody>
      </p:sp>
      <p:sp>
        <p:nvSpPr>
          <p:cNvPr id="8" name="AutoShape 1032">
            <a:extLst>
              <a:ext uri="{FF2B5EF4-FFF2-40B4-BE49-F238E27FC236}">
                <a16:creationId xmlns:a16="http://schemas.microsoft.com/office/drawing/2014/main" id="{B89DA411-63F5-44F3-8A49-DEB8320D4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689" y="3334517"/>
            <a:ext cx="5326680" cy="1200329"/>
          </a:xfrm>
          <a:prstGeom prst="wedgeRectCallout">
            <a:avLst>
              <a:gd name="adj1" fmla="val -19800"/>
              <a:gd name="adj2" fmla="val -63973"/>
            </a:avLst>
          </a:prstGeom>
          <a:noFill/>
          <a:ln w="34925" cap="sq">
            <a:solidFill>
              <a:srgbClr val="FFCC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计算机能够接受并执行的代码</a:t>
            </a:r>
            <a:endParaRPr kumimoji="1" lang="zh-CN" altLang="en-US" sz="240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(由0、1序列构成)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10010 1100 1011</a:t>
            </a:r>
            <a:r>
              <a:rPr kumimoji="1" lang="en-US" altLang="zh-CN" sz="1013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AutoShape 1033">
            <a:extLst>
              <a:ext uri="{FF2B5EF4-FFF2-40B4-BE49-F238E27FC236}">
                <a16:creationId xmlns:a16="http://schemas.microsoft.com/office/drawing/2014/main" id="{C21B8675-A8DA-4F0E-85DC-8E5ACE32E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518" y="3680570"/>
            <a:ext cx="3965972" cy="830997"/>
          </a:xfrm>
          <a:prstGeom prst="wedgeRectCallout">
            <a:avLst>
              <a:gd name="adj1" fmla="val -11685"/>
              <a:gd name="adj2" fmla="val -111052"/>
            </a:avLst>
          </a:prstGeom>
          <a:noFill/>
          <a:ln w="34925" cap="sq">
            <a:solidFill>
              <a:srgbClr val="FFCC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用助记符号描述的指令系统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  </a:t>
            </a: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ADD  B, A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5C126-D948-4917-9C6C-DE5203CF1B1C}"/>
              </a:ext>
            </a:extLst>
          </p:cNvPr>
          <p:cNvGrpSpPr/>
          <p:nvPr/>
        </p:nvGrpSpPr>
        <p:grpSpPr>
          <a:xfrm>
            <a:off x="2679743" y="3157295"/>
            <a:ext cx="2672716" cy="839202"/>
            <a:chOff x="6768664" y="332656"/>
            <a:chExt cx="3563621" cy="1118934"/>
          </a:xfrm>
        </p:grpSpPr>
        <p:cxnSp>
          <p:nvCxnSpPr>
            <p:cNvPr id="11" name="AutoShape 1035">
              <a:extLst>
                <a:ext uri="{FF2B5EF4-FFF2-40B4-BE49-F238E27FC236}">
                  <a16:creationId xmlns:a16="http://schemas.microsoft.com/office/drawing/2014/main" id="{2C2DB71F-5DD1-412F-BDE9-E09D134230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7949756" y="-848436"/>
              <a:ext cx="13152" cy="2375336"/>
            </a:xfrm>
            <a:prstGeom prst="curvedConnector3">
              <a:avLst>
                <a:gd name="adj1" fmla="val 1800000"/>
              </a:avLst>
            </a:prstGeom>
            <a:noFill/>
            <a:ln w="34925" cap="sq">
              <a:solidFill>
                <a:srgbClr val="FFCC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AutoShape 1036">
              <a:extLst>
                <a:ext uri="{FF2B5EF4-FFF2-40B4-BE49-F238E27FC236}">
                  <a16:creationId xmlns:a16="http://schemas.microsoft.com/office/drawing/2014/main" id="{9EE7288D-1672-4E58-B308-ECDBFB6A1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5955" y="836038"/>
              <a:ext cx="3206330" cy="615552"/>
            </a:xfrm>
            <a:prstGeom prst="wedgeRectCallout">
              <a:avLst>
                <a:gd name="adj1" fmla="val -13005"/>
                <a:gd name="adj2" fmla="val -91667"/>
              </a:avLst>
            </a:prstGeom>
            <a:noFill/>
            <a:ln w="34925" cap="sq">
              <a:solidFill>
                <a:srgbClr val="FFCCCC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面向机器的语言</a:t>
              </a:r>
            </a:p>
          </p:txBody>
        </p:sp>
      </p:grpSp>
      <p:sp>
        <p:nvSpPr>
          <p:cNvPr id="13" name="AutoShape 1037">
            <a:extLst>
              <a:ext uri="{FF2B5EF4-FFF2-40B4-BE49-F238E27FC236}">
                <a16:creationId xmlns:a16="http://schemas.microsoft.com/office/drawing/2014/main" id="{CDA38086-A7F8-4EB4-8ABF-290E97AA9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41" y="3526980"/>
            <a:ext cx="1975247" cy="830997"/>
          </a:xfrm>
          <a:prstGeom prst="wedgeRectCallout">
            <a:avLst>
              <a:gd name="adj1" fmla="val -12428"/>
              <a:gd name="adj2" fmla="val -92555"/>
            </a:avLst>
          </a:prstGeom>
          <a:noFill/>
          <a:ln w="34925" cap="sq">
            <a:solidFill>
              <a:srgbClr val="FFCC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b+=a</a:t>
            </a:r>
          </a:p>
        </p:txBody>
      </p:sp>
    </p:spTree>
    <p:extLst>
      <p:ext uri="{BB962C8B-B14F-4D97-AF65-F5344CB8AC3E}">
        <p14:creationId xmlns:p14="http://schemas.microsoft.com/office/powerpoint/2010/main" val="427114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  <p:bldP spid="5" grpId="0" animBg="1" autoUpdateAnimBg="0"/>
      <p:bldP spid="6" grpId="0" animBg="1"/>
      <p:bldP spid="7" grpId="0" animBg="1"/>
      <p:bldP spid="8" grpId="0" animBg="1" autoUpdateAnimBg="0"/>
      <p:bldP spid="9" grpId="0" animBg="1" autoUpdateAnimBg="0"/>
      <p:bldP spid="1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9FCE755-D02A-4402-BBA0-3F8D01C4F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3848" y="537813"/>
            <a:ext cx="8183703" cy="571500"/>
          </a:xfrm>
          <a:effectLst/>
        </p:spPr>
        <p:txBody>
          <a:bodyPr anchor="ctr">
            <a:normAutofit fontScale="90000"/>
          </a:bodyPr>
          <a:lstStyle/>
          <a:p>
            <a:pPr algn="l"/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1.1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程序设计语言</a:t>
            </a:r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——</a:t>
            </a:r>
            <a:r>
              <a:rPr lang="zh-CN" altLang="en-US" sz="2700" b="1" dirty="0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高级程序设计语言排行</a:t>
            </a:r>
            <a:endParaRPr lang="zh-CN" altLang="en-US" sz="2700" b="1" dirty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D40F95-C435-449B-B4EC-055BC8D19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951" y="1187407"/>
            <a:ext cx="6816098" cy="3498892"/>
          </a:xfrm>
          <a:prstGeom prst="rect">
            <a:avLst/>
          </a:prstGeom>
        </p:spPr>
      </p:pic>
      <p:sp>
        <p:nvSpPr>
          <p:cNvPr id="7" name="圆角矩形 1">
            <a:extLst>
              <a:ext uri="{FF2B5EF4-FFF2-40B4-BE49-F238E27FC236}">
                <a16:creationId xmlns:a16="http://schemas.microsoft.com/office/drawing/2014/main" id="{87FCDCA8-CBB6-4617-8585-733542EB8AE2}"/>
              </a:ext>
            </a:extLst>
          </p:cNvPr>
          <p:cNvSpPr/>
          <p:nvPr/>
        </p:nvSpPr>
        <p:spPr>
          <a:xfrm>
            <a:off x="1140019" y="1315585"/>
            <a:ext cx="6816097" cy="5714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</p:spTree>
    <p:extLst>
      <p:ext uri="{BB962C8B-B14F-4D97-AF65-F5344CB8AC3E}">
        <p14:creationId xmlns:p14="http://schemas.microsoft.com/office/powerpoint/2010/main" val="26348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FAB57E44-8F12-4A30-AA7B-239AB1AF4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8" y="491729"/>
            <a:ext cx="8456736" cy="571500"/>
          </a:xfrm>
          <a:effectLst/>
        </p:spPr>
        <p:txBody>
          <a:bodyPr anchor="ctr">
            <a:noAutofit/>
          </a:bodyPr>
          <a:lstStyle/>
          <a:p>
            <a:pPr algn="l"/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</a:t>
            </a:r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高级程序设计语言分类</a:t>
            </a:r>
            <a:endParaRPr lang="zh-CN" altLang="en-US" sz="4000" b="1" dirty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CB6E41-B394-4087-A7E9-6F6CE4519122}"/>
              </a:ext>
            </a:extLst>
          </p:cNvPr>
          <p:cNvSpPr txBox="1">
            <a:spLocks noChangeArrowheads="1"/>
          </p:cNvSpPr>
          <p:nvPr/>
        </p:nvSpPr>
        <p:spPr>
          <a:xfrm>
            <a:off x="946014" y="1393797"/>
            <a:ext cx="6172200" cy="2890741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1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面向过程程序设计语言</a:t>
            </a:r>
            <a:endParaRPr lang="en-US" altLang="zh-CN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451"/>
              </a:spcBef>
            </a:pP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以</a:t>
            </a:r>
            <a:r>
              <a:rPr lang="zh-CN" altLang="en-US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函数</a:t>
            </a: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为基本程序结构单位</a:t>
            </a:r>
            <a:endParaRPr lang="en-US" altLang="zh-CN" sz="2251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451"/>
              </a:spcBef>
            </a:pP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如</a:t>
            </a:r>
            <a:r>
              <a:rPr lang="en-US" altLang="zh-CN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Pascal</a:t>
            </a: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等</a:t>
            </a:r>
            <a:endParaRPr lang="en-US" altLang="zh-CN" sz="2251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882" lvl="1" indent="0">
              <a:lnSpc>
                <a:spcPts val="1125"/>
              </a:lnSpc>
              <a:spcBef>
                <a:spcPts val="0"/>
              </a:spcBef>
              <a:buNone/>
            </a:pPr>
            <a:endParaRPr lang="en-US" altLang="zh-CN" sz="2100" b="1" dirty="0">
              <a:latin typeface="Times New Roman" pitchFamily="18" charset="0"/>
              <a:cs typeface="Times New Roman" pitchFamily="18" charset="0"/>
            </a:endParaRPr>
          </a:p>
          <a:p>
            <a:pPr marL="342882" lvl="1" indent="-342882">
              <a:spcBef>
                <a:spcPts val="451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面向对象程序设计语言</a:t>
            </a:r>
            <a:endParaRPr lang="en-US" altLang="zh-CN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451"/>
              </a:spcBef>
            </a:pP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以</a:t>
            </a:r>
            <a:r>
              <a:rPr lang="zh-CN" altLang="en-US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类</a:t>
            </a: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为基本程序结构单位</a:t>
            </a:r>
            <a:endParaRPr lang="en-US" altLang="zh-CN" sz="2251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451"/>
              </a:spcBef>
            </a:pP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如</a:t>
            </a:r>
            <a:r>
              <a:rPr lang="en-US" altLang="zh-CN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C++</a:t>
            </a:r>
            <a:r>
              <a:rPr lang="zh-CN" altLang="en-US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zh-CN" altLang="en-US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251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zh-CN" altLang="en-US" sz="2251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等</a:t>
            </a:r>
          </a:p>
          <a:p>
            <a:pPr marL="257162" lvl="1" indent="-257162">
              <a:spcBef>
                <a:spcPct val="0"/>
              </a:spcBef>
              <a:buFont typeface="Wingdings" pitchFamily="2" charset="2"/>
              <a:buChar char="u"/>
            </a:pPr>
            <a:endParaRPr lang="en-US" altLang="zh-CN" sz="2100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zh-CN" sz="2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86453417-BDF5-45A4-B4C2-D41DB9F9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1" y="4767263"/>
            <a:ext cx="2057400" cy="273844"/>
          </a:xfrm>
        </p:spPr>
        <p:txBody>
          <a:bodyPr/>
          <a:lstStyle/>
          <a:p>
            <a:fld id="{558D5C84-A73A-4047-92FA-5505D3FE4586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CC5F7A3D-B3F2-497D-A219-E74BDDDA2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181" y="1141316"/>
            <a:ext cx="2089560" cy="3555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66CF89AC-D3F0-4FD6-A948-FC73FD926537}"/>
              </a:ext>
            </a:extLst>
          </p:cNvPr>
          <p:cNvGrpSpPr/>
          <p:nvPr/>
        </p:nvGrpSpPr>
        <p:grpSpPr>
          <a:xfrm>
            <a:off x="5523181" y="2049675"/>
            <a:ext cx="2423588" cy="1739095"/>
            <a:chOff x="5523181" y="2049675"/>
            <a:chExt cx="2423588" cy="1739095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E2BBF44-2295-4743-9324-CA0EB4D220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3181" y="2049675"/>
              <a:ext cx="2423588" cy="1739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2797B06-0B3B-4334-B4BF-5BC32B096D51}"/>
                </a:ext>
              </a:extLst>
            </p:cNvPr>
            <p:cNvSpPr txBox="1"/>
            <p:nvPr/>
          </p:nvSpPr>
          <p:spPr>
            <a:xfrm>
              <a:off x="7044267" y="2571750"/>
              <a:ext cx="568474" cy="3000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A9F7FC3-4FF8-4B19-AE31-15F52555AA39}"/>
                </a:ext>
              </a:extLst>
            </p:cNvPr>
            <p:cNvSpPr txBox="1"/>
            <p:nvPr/>
          </p:nvSpPr>
          <p:spPr>
            <a:xfrm>
              <a:off x="6653594" y="3532775"/>
              <a:ext cx="432000" cy="108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822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16"/>
          <p:cNvSpPr>
            <a:spLocks noEditPoints="1"/>
          </p:cNvSpPr>
          <p:nvPr/>
        </p:nvSpPr>
        <p:spPr bwMode="auto">
          <a:xfrm>
            <a:off x="4638631" y="1579467"/>
            <a:ext cx="327620" cy="264209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68580" tIns="34291" rIns="68580" bIns="34291" numCol="1" anchor="t" anchorCtr="0" compatLnSpc="1">
            <a:prstTxWarp prst="textNoShape">
              <a:avLst/>
            </a:prstTxWarp>
          </a:bodyPr>
          <a:lstStyle/>
          <a:p>
            <a:pPr defTabSz="685766">
              <a:defRPr/>
            </a:pPr>
            <a:endParaRPr lang="en-US" sz="1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Freeform 105"/>
          <p:cNvSpPr>
            <a:spLocks noEditPoints="1"/>
          </p:cNvSpPr>
          <p:nvPr/>
        </p:nvSpPr>
        <p:spPr bwMode="auto">
          <a:xfrm>
            <a:off x="1047085" y="1579467"/>
            <a:ext cx="324961" cy="320252"/>
          </a:xfrm>
          <a:custGeom>
            <a:avLst/>
            <a:gdLst/>
            <a:ahLst/>
            <a:cxnLst>
              <a:cxn ang="0">
                <a:pos x="59" y="63"/>
              </a:cxn>
              <a:cxn ang="0">
                <a:pos x="55" y="61"/>
              </a:cxn>
              <a:cxn ang="0">
                <a:pos x="42" y="48"/>
              </a:cxn>
              <a:cxn ang="0">
                <a:pos x="27" y="53"/>
              </a:cxn>
              <a:cxn ang="0">
                <a:pos x="0" y="26"/>
              </a:cxn>
              <a:cxn ang="0">
                <a:pos x="27" y="0"/>
              </a:cxn>
              <a:cxn ang="0">
                <a:pos x="54" y="26"/>
              </a:cxn>
              <a:cxn ang="0">
                <a:pos x="49" y="41"/>
              </a:cxn>
              <a:cxn ang="0">
                <a:pos x="62" y="54"/>
              </a:cxn>
              <a:cxn ang="0">
                <a:pos x="64" y="58"/>
              </a:cxn>
              <a:cxn ang="0">
                <a:pos x="59" y="63"/>
              </a:cxn>
              <a:cxn ang="0">
                <a:pos x="27" y="9"/>
              </a:cxn>
              <a:cxn ang="0">
                <a:pos x="10" y="26"/>
              </a:cxn>
              <a:cxn ang="0">
                <a:pos x="27" y="43"/>
              </a:cxn>
              <a:cxn ang="0">
                <a:pos x="44" y="26"/>
              </a:cxn>
              <a:cxn ang="0">
                <a:pos x="27" y="9"/>
              </a:cxn>
            </a:cxnLst>
            <a:rect l="0" t="0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68580" tIns="34291" rIns="68580" bIns="34291" numCol="1" anchor="t" anchorCtr="0" compatLnSpc="1">
            <a:prstTxWarp prst="textNoShape">
              <a:avLst/>
            </a:prstTxWarp>
          </a:bodyPr>
          <a:lstStyle/>
          <a:p>
            <a:pPr defTabSz="685766">
              <a:defRPr/>
            </a:pPr>
            <a:endParaRPr lang="en-US" sz="1400" dirty="0">
              <a:solidFill>
                <a:srgbClr val="9BBB59">
                  <a:lumMod val="50000"/>
                </a:srgbClr>
              </a:solidFill>
              <a:latin typeface="Calibri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DE763F6-3368-48E1-B96A-127FFFB836B1}"/>
              </a:ext>
            </a:extLst>
          </p:cNvPr>
          <p:cNvGrpSpPr/>
          <p:nvPr/>
        </p:nvGrpSpPr>
        <p:grpSpPr>
          <a:xfrm>
            <a:off x="1056747" y="2108211"/>
            <a:ext cx="3362058" cy="1963394"/>
            <a:chOff x="984829" y="2108211"/>
            <a:chExt cx="3362058" cy="1963394"/>
          </a:xfrm>
        </p:grpSpPr>
        <p:sp>
          <p:nvSpPr>
            <p:cNvPr id="7" name="Down Arrow Callout 55"/>
            <p:cNvSpPr/>
            <p:nvPr/>
          </p:nvSpPr>
          <p:spPr>
            <a:xfrm>
              <a:off x="984829" y="2108211"/>
              <a:ext cx="3362058" cy="1963394"/>
            </a:xfrm>
            <a:prstGeom prst="downArrowCallout">
              <a:avLst>
                <a:gd name="adj1" fmla="val 25000"/>
                <a:gd name="adj2" fmla="val 6698"/>
                <a:gd name="adj3" fmla="val 4369"/>
                <a:gd name="adj4" fmla="val 97480"/>
              </a:avLst>
            </a:prstGeom>
            <a:solidFill>
              <a:srgbClr val="F4726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1" rIns="68580" bIns="34291" rtlCol="0" anchor="ctr"/>
            <a:lstStyle/>
            <a:p>
              <a:pPr algn="ctr" defTabSz="685766">
                <a:defRPr/>
              </a:pPr>
              <a:endParaRPr lang="en-US" sz="14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131201" y="2141493"/>
              <a:ext cx="3057840" cy="1800495"/>
            </a:xfrm>
            <a:prstGeom prst="rect">
              <a:avLst/>
            </a:prstGeom>
            <a:noFill/>
          </p:spPr>
          <p:txBody>
            <a:bodyPr wrap="square" lIns="68580" tIns="34291" rIns="68580" bIns="34291" rtlCol="0">
              <a:spAutoFit/>
            </a:bodyPr>
            <a:lstStyle/>
            <a:p>
              <a:pPr marL="0" lvl="2" algn="just">
                <a:lnSpc>
                  <a:spcPct val="125000"/>
                </a:lnSpc>
              </a:pPr>
              <a:r>
                <a:rPr lang="zh-CN" altLang="en-US" sz="1800" b="1" dirty="0">
                  <a:latin typeface="Times New Roman" pitchFamily="18" charset="0"/>
                  <a:cs typeface="Times New Roman" pitchFamily="18" charset="0"/>
                </a:rPr>
                <a:t>        在执行程序前，将程序源代码编译链接生成可执行程序，可脱离环境执行，效率较高。一旦修改，必须重新编译、连接</a:t>
              </a:r>
              <a:r>
                <a:rPr lang="en-US" altLang="zh-CN" sz="1800" b="1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zh-CN" altLang="en-US" sz="1800" b="1" dirty="0">
                  <a:latin typeface="Times New Roman" pitchFamily="18" charset="0"/>
                  <a:cs typeface="Times New Roman" pitchFamily="18" charset="0"/>
                </a:rPr>
                <a:t>如</a:t>
              </a:r>
              <a:r>
                <a:rPr lang="en-US" altLang="zh-CN" sz="1800" b="1" dirty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zh-CN" altLang="en-US" sz="1800" b="1" dirty="0">
                  <a:latin typeface="Times New Roman" pitchFamily="18" charset="0"/>
                  <a:cs typeface="Times New Roman" pitchFamily="18" charset="0"/>
                </a:rPr>
                <a:t>语言</a:t>
              </a:r>
              <a:r>
                <a:rPr lang="en-US" altLang="zh-CN" sz="1800" b="1" dirty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zh-CN" altLang="en-US" sz="1800" b="1" dirty="0">
                  <a:latin typeface="Times New Roman" pitchFamily="18" charset="0"/>
                  <a:cs typeface="Times New Roman" pitchFamily="18" charset="0"/>
                </a:rPr>
                <a:t>。</a:t>
              </a:r>
              <a:endParaRPr lang="en-US" altLang="zh-CN" sz="1800" b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C48CB2F-61AC-41DF-B59C-EFEE7FCDDDD6}"/>
              </a:ext>
            </a:extLst>
          </p:cNvPr>
          <p:cNvGrpSpPr/>
          <p:nvPr/>
        </p:nvGrpSpPr>
        <p:grpSpPr>
          <a:xfrm>
            <a:off x="4578741" y="2077752"/>
            <a:ext cx="3362055" cy="1972154"/>
            <a:chOff x="4578741" y="2077752"/>
            <a:chExt cx="3362055" cy="1972154"/>
          </a:xfrm>
        </p:grpSpPr>
        <p:sp>
          <p:nvSpPr>
            <p:cNvPr id="13" name="Down Arrow Callout 55"/>
            <p:cNvSpPr/>
            <p:nvPr/>
          </p:nvSpPr>
          <p:spPr>
            <a:xfrm>
              <a:off x="4578741" y="2077752"/>
              <a:ext cx="3362055" cy="1972154"/>
            </a:xfrm>
            <a:prstGeom prst="downArrowCallout">
              <a:avLst>
                <a:gd name="adj1" fmla="val 25000"/>
                <a:gd name="adj2" fmla="val 6698"/>
                <a:gd name="adj3" fmla="val 4369"/>
                <a:gd name="adj4" fmla="val 97480"/>
              </a:avLst>
            </a:prstGeom>
            <a:solidFill>
              <a:srgbClr val="F8D35E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1" rIns="68580" bIns="34291" rtlCol="0" anchor="ctr"/>
            <a:lstStyle/>
            <a:p>
              <a:pPr algn="ctr" defTabSz="685766">
                <a:defRPr/>
              </a:pPr>
              <a:endParaRPr lang="en-US" sz="14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797115" y="2109673"/>
              <a:ext cx="2941418" cy="1800495"/>
            </a:xfrm>
            <a:prstGeom prst="rect">
              <a:avLst/>
            </a:prstGeom>
            <a:noFill/>
          </p:spPr>
          <p:txBody>
            <a:bodyPr wrap="square" lIns="68580" tIns="34291" rIns="68580" bIns="34291" rtlCol="0">
              <a:spAutoFit/>
            </a:bodyPr>
            <a:lstStyle/>
            <a:p>
              <a:pPr marL="0" lvl="2" algn="just">
                <a:lnSpc>
                  <a:spcPct val="125000"/>
                </a:lnSpc>
              </a:pPr>
              <a:r>
                <a:rPr lang="zh-CN" altLang="en-US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        一边由解释器翻译，一边执行，不能脱离语言环境，执行效率较低，但是修改方便，可以随时修改随时运行</a:t>
              </a:r>
              <a:r>
                <a:rPr lang="en-US" altLang="zh-CN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zh-CN" altLang="en-US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如</a:t>
              </a:r>
              <a:r>
                <a:rPr lang="en-US" altLang="zh-CN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Python</a:t>
              </a:r>
              <a:r>
                <a:rPr lang="zh-CN" altLang="en-US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语言</a:t>
              </a:r>
              <a:r>
                <a:rPr lang="en-US" altLang="zh-CN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zh-CN" altLang="en-US" sz="1800" b="1" dirty="0">
                  <a:solidFill>
                    <a:srgbClr val="46014E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</a:p>
          </p:txBody>
        </p:sp>
      </p:grpSp>
      <p:cxnSp>
        <p:nvCxnSpPr>
          <p:cNvPr id="23" name="Straight Connector 43"/>
          <p:cNvCxnSpPr/>
          <p:nvPr/>
        </p:nvCxnSpPr>
        <p:spPr>
          <a:xfrm>
            <a:off x="1054998" y="4508645"/>
            <a:ext cx="686980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8"/>
          <p:cNvCxnSpPr/>
          <p:nvPr/>
        </p:nvCxnSpPr>
        <p:spPr>
          <a:xfrm>
            <a:off x="2729305" y="4063138"/>
            <a:ext cx="0" cy="445800"/>
          </a:xfrm>
          <a:prstGeom prst="line">
            <a:avLst/>
          </a:prstGeom>
          <a:ln w="19050" cap="rnd">
            <a:solidFill>
              <a:srgbClr val="F47264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8"/>
          <p:cNvCxnSpPr/>
          <p:nvPr/>
        </p:nvCxnSpPr>
        <p:spPr>
          <a:xfrm>
            <a:off x="6270801" y="4049906"/>
            <a:ext cx="0" cy="445800"/>
          </a:xfrm>
          <a:prstGeom prst="line">
            <a:avLst/>
          </a:prstGeom>
          <a:ln w="19050" cap="rnd">
            <a:solidFill>
              <a:srgbClr val="F8D35E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7D572F9-3E67-43CD-8D7A-EAEA5C336F55}"/>
              </a:ext>
            </a:extLst>
          </p:cNvPr>
          <p:cNvSpPr/>
          <p:nvPr/>
        </p:nvSpPr>
        <p:spPr>
          <a:xfrm>
            <a:off x="426460" y="421542"/>
            <a:ext cx="8158740" cy="958918"/>
          </a:xfrm>
          <a:prstGeom prst="rect">
            <a:avLst/>
          </a:prstGeom>
        </p:spPr>
        <p:txBody>
          <a:bodyPr vert="horz" lIns="68580" tIns="34291" rIns="68580" bIns="34291" rtlCol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高级程序设计语言翻译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1548D6-9CD9-4403-AC4E-AFD51E06E4FA}"/>
              </a:ext>
            </a:extLst>
          </p:cNvPr>
          <p:cNvSpPr/>
          <p:nvPr/>
        </p:nvSpPr>
        <p:spPr>
          <a:xfrm>
            <a:off x="1379165" y="151639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编译程序</a:t>
            </a:r>
            <a:endParaRPr lang="zh-CN" altLang="en-US" sz="2400" dirty="0">
              <a:solidFill>
                <a:srgbClr val="00FF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98EE03-3DD6-4A56-A18B-BD3A993566FD}"/>
              </a:ext>
            </a:extLst>
          </p:cNvPr>
          <p:cNvSpPr/>
          <p:nvPr/>
        </p:nvSpPr>
        <p:spPr>
          <a:xfrm>
            <a:off x="5102199" y="148073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解释程序</a:t>
            </a:r>
          </a:p>
        </p:txBody>
      </p:sp>
    </p:spTree>
    <p:extLst>
      <p:ext uri="{BB962C8B-B14F-4D97-AF65-F5344CB8AC3E}">
        <p14:creationId xmlns:p14="http://schemas.microsoft.com/office/powerpoint/2010/main" val="384617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78089" y="457865"/>
            <a:ext cx="3745177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1.1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初始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33765" y="1201719"/>
            <a:ext cx="7627635" cy="3726415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4000"/>
              </a:lnSpc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语言演变</a:t>
            </a:r>
            <a:endParaRPr lang="en-US" altLang="zh-CN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24000"/>
              </a:lnSpc>
              <a:buClr>
                <a:srgbClr val="00FFFF"/>
              </a:buClr>
            </a:pPr>
            <a:r>
              <a:rPr lang="en-US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ALGOL 60 =&gt; CPL =&gt; BCPL=&gt;B =&gt; C =&gt; C++</a:t>
            </a:r>
          </a:p>
          <a:p>
            <a:pPr lvl="1">
              <a:lnSpc>
                <a:spcPct val="50000"/>
              </a:lnSpc>
              <a:spcBef>
                <a:spcPts val="0"/>
              </a:spcBef>
            </a:pPr>
            <a:endParaRPr lang="zh-CN" altLang="en-US" sz="21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4000"/>
              </a:lnSpc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可作为系统程序的设计语言</a:t>
            </a:r>
            <a:endParaRPr lang="en-US" altLang="zh-CN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24000"/>
              </a:lnSpc>
            </a:pPr>
            <a:r>
              <a:rPr lang="zh-CN" altLang="en-US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如编写</a:t>
            </a:r>
            <a:r>
              <a:rPr lang="en-US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、嵌入式等</a:t>
            </a:r>
            <a:r>
              <a:rPr lang="zh-CN" altLang="en-US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操作系统</a:t>
            </a:r>
            <a:endParaRPr lang="en-US" altLang="zh-CN" sz="2100" b="1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50000"/>
              </a:lnSpc>
              <a:spcBef>
                <a:spcPts val="0"/>
              </a:spcBef>
            </a:pPr>
            <a:endParaRPr lang="en-US" altLang="zh-CN" sz="2100" b="1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4000"/>
              </a:lnSpc>
              <a:buFont typeface="Wingdings" pitchFamily="2" charset="2"/>
              <a:buChar char="u"/>
            </a:pPr>
            <a:r>
              <a:rPr lang="en-US" altLang="zh-CN" sz="21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可作为应用程序的设计语言</a:t>
            </a:r>
            <a:endParaRPr lang="en-US" altLang="zh-CN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24000"/>
              </a:lnSpc>
            </a:pPr>
            <a:r>
              <a:rPr lang="zh-CN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如</a:t>
            </a:r>
            <a:r>
              <a:rPr lang="zh-CN" altLang="en-US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编写</a:t>
            </a:r>
            <a:r>
              <a:rPr lang="zh-CN" altLang="zh-CN" sz="2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计算器、游戏、图像处理等</a:t>
            </a:r>
            <a:endParaRPr lang="zh-CN" altLang="en-US" sz="2100" b="1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55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758" y="491729"/>
            <a:ext cx="7639842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1.1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初始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典型案例分析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23700" y="1167595"/>
            <a:ext cx="5362111" cy="3348372"/>
          </a:xfrm>
          <a:prstGeom prst="rect">
            <a:avLst/>
          </a:prstGeom>
        </p:spPr>
        <p:txBody>
          <a:bodyPr vert="horz" lIns="68580" tIns="34291" rIns="68580" bIns="34291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451"/>
              </a:spcBef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FFCC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鸡兔同笼问题</a:t>
            </a:r>
          </a:p>
          <a:p>
            <a:pPr>
              <a:lnSpc>
                <a:spcPct val="150000"/>
              </a:lnSpc>
              <a:spcBef>
                <a:spcPts val="451"/>
              </a:spcBef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大量数据排序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51"/>
              </a:spcBef>
              <a:buFont typeface="Wingdings" pitchFamily="2" charset="2"/>
              <a:buChar char="Ø"/>
            </a:pPr>
            <a:r>
              <a:rPr lang="en-US" altLang="zh-CN" sz="21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斐波那契数列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51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管理系统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451"/>
              </a:spcBef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图形绘制等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4" name="圆角矩形标注 3"/>
          <p:cNvSpPr/>
          <p:nvPr/>
        </p:nvSpPr>
        <p:spPr>
          <a:xfrm>
            <a:off x="4576162" y="2066738"/>
            <a:ext cx="2910489" cy="1697016"/>
          </a:xfrm>
          <a:prstGeom prst="wedgeRoundRectCallout">
            <a:avLst>
              <a:gd name="adj1" fmla="val -95348"/>
              <a:gd name="adj2" fmla="val -85377"/>
              <a:gd name="adj3" fmla="val 16667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46014E"/>
                </a:solidFill>
              </a:rPr>
              <a:t>       已知鸡兔的总头数和总脚数，求解鸡兔的数量各有多少？</a:t>
            </a:r>
          </a:p>
        </p:txBody>
      </p:sp>
    </p:spTree>
    <p:extLst>
      <p:ext uri="{BB962C8B-B14F-4D97-AF65-F5344CB8AC3E}">
        <p14:creationId xmlns:p14="http://schemas.microsoft.com/office/powerpoint/2010/main" val="47844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66339" y="643906"/>
            <a:ext cx="7509299" cy="571500"/>
          </a:xfrm>
          <a:effectLst/>
        </p:spPr>
        <p:txBody>
          <a:bodyPr anchor="ctr">
            <a:normAutofit fontScale="90000"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1.2 C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程序设计方法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7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程序开发步骤</a:t>
            </a:r>
          </a:p>
        </p:txBody>
      </p:sp>
      <p:graphicFrame>
        <p:nvGraphicFramePr>
          <p:cNvPr id="5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83459"/>
              </p:ext>
            </p:extLst>
          </p:nvPr>
        </p:nvGraphicFramePr>
        <p:xfrm>
          <a:off x="2074607" y="1366686"/>
          <a:ext cx="4935422" cy="305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14</a:t>
            </a:fld>
            <a:endParaRPr lang="zh-CN" alt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幻灯片缩放定位 3">
                <a:extLst>
                  <a:ext uri="{FF2B5EF4-FFF2-40B4-BE49-F238E27FC236}">
                    <a16:creationId xmlns:a16="http://schemas.microsoft.com/office/drawing/2014/main" id="{FADA5056-B599-4D84-B312-C990C91D08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11010924"/>
                  </p:ext>
                </p:extLst>
              </p:nvPr>
            </p:nvGraphicFramePr>
            <p:xfrm>
              <a:off x="7289800" y="3995473"/>
              <a:ext cx="1427102" cy="802745"/>
            </p:xfrm>
            <a:graphic>
              <a:graphicData uri="http://schemas.microsoft.com/office/powerpoint/2016/slidezoom">
                <pslz:sldZm>
                  <pslz:sldZmObj sldId="343" cId="3371459858">
                    <pslz:zmPr id="{9110C384-1397-4EBA-A0C7-767A8CF3B72C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27102" cy="80274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幻灯片缩放定位 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FADA5056-B599-4D84-B312-C990C91D08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89800" y="3995473"/>
                <a:ext cx="1427102" cy="80274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8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82919A-8D07-4C5A-B39A-64C99A7E5A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482919A-8D07-4C5A-B39A-64C99A7E5A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50BFA8-3565-4055-925A-0097ABC9E3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7D50BFA8-3565-4055-925A-0097ABC9E3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5388E9-6720-44B8-A4B9-5DBCA06912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F55388E9-6720-44B8-A4B9-5DBCA06912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567497-4FD9-48E8-B24C-252023E66A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3A567497-4FD9-48E8-B24C-252023E66A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1F2137-D003-4DD8-A69E-00A639F8CD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391F2137-D003-4DD8-A69E-00A639F8CD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D45B5A-41DB-4AA8-9B0C-F100339374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F9D45B5A-41DB-4AA8-9B0C-F100339374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16D421-17E1-43FF-B18A-6EE0D264F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EE16D421-17E1-43FF-B18A-6EE0D264F8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305A9F-1C58-4ED6-8E34-A4C580CDEF0F}"/>
              </a:ext>
            </a:extLst>
          </p:cNvPr>
          <p:cNvSpPr/>
          <p:nvPr/>
        </p:nvSpPr>
        <p:spPr>
          <a:xfrm>
            <a:off x="596830" y="301195"/>
            <a:ext cx="7988369" cy="1696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、解决问题的算法使用自然语言描述</a:t>
            </a:r>
            <a:r>
              <a:rPr lang="zh-CN" altLang="en-US" sz="24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或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伪语言描述（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P18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的图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1.7-1.9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）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、用流程图形象的表示算法（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 P18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的图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1.12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）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F20392-0985-440D-AD90-B406B00C8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051" y="2166460"/>
            <a:ext cx="5809227" cy="232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5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753" y="511393"/>
            <a:ext cx="7726696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1.2 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程序设计方法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程序基本结构</a:t>
            </a:r>
          </a:p>
        </p:txBody>
      </p: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7" y="1260070"/>
            <a:ext cx="8225289" cy="3134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89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75085" y="474244"/>
            <a:ext cx="6643688" cy="571500"/>
          </a:xfrm>
          <a:effectLst/>
        </p:spPr>
        <p:txBody>
          <a:bodyPr anchor="ctr">
            <a:normAutofit fontScale="90000"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1.3 C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程序的基本语法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7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示例一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67198" y="1241605"/>
            <a:ext cx="7409604" cy="3133935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</a:pPr>
            <a:r>
              <a:rPr kumimoji="1" lang="en-US" altLang="zh-CN" sz="27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#include &lt;stdio.h&gt;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</a:pPr>
            <a:r>
              <a:rPr kumimoji="1" lang="en-US" altLang="zh-CN" sz="27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void main( )</a:t>
            </a:r>
            <a:r>
              <a:rPr kumimoji="1" lang="en-US" altLang="zh-CN" sz="2700">
                <a:solidFill>
                  <a:srgbClr val="0000FF"/>
                </a:solidFill>
                <a:latin typeface="Times New Roman" pitchFamily="18" charset="0"/>
              </a:rPr>
              <a:t> /*</a:t>
            </a:r>
            <a:r>
              <a:rPr kumimoji="1" lang="en-US" altLang="zh-CN" sz="2700">
                <a:latin typeface="Times New Roman" pitchFamily="18" charset="0"/>
              </a:rPr>
              <a:t>a simple example</a:t>
            </a:r>
            <a:r>
              <a:rPr kumimoji="1" lang="en-US" altLang="zh-CN" sz="2700">
                <a:solidFill>
                  <a:srgbClr val="0000FF"/>
                </a:solidFill>
                <a:latin typeface="Times New Roman" pitchFamily="18" charset="0"/>
              </a:rPr>
              <a:t>*/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7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{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700">
                <a:solidFill>
                  <a:srgbClr val="333333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kumimoji="1" lang="en-US" altLang="zh-CN" sz="2700">
                <a:latin typeface="Times New Roman" pitchFamily="18" charset="0"/>
                <a:ea typeface="宋体" pitchFamily="2" charset="-122"/>
              </a:rPr>
              <a:t>printf("Hello,everyone</a:t>
            </a:r>
            <a:r>
              <a:rPr kumimoji="1" lang="en-US" altLang="zh-CN" sz="2700">
                <a:latin typeface="Times New Roman" pitchFamily="18" charset="0"/>
              </a:rPr>
              <a:t>!\n</a:t>
            </a:r>
            <a:r>
              <a:rPr kumimoji="1" lang="en-US" altLang="zh-CN" sz="2700">
                <a:latin typeface="Times New Roman" pitchFamily="18" charset="0"/>
                <a:ea typeface="宋体" pitchFamily="2" charset="-122"/>
              </a:rPr>
              <a:t>")</a:t>
            </a:r>
            <a:r>
              <a:rPr kumimoji="1" lang="en-US" altLang="zh-CN" sz="27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7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14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756" y="538185"/>
            <a:ext cx="6643688" cy="571500"/>
          </a:xfrm>
          <a:effectLst/>
        </p:spPr>
        <p:txBody>
          <a:bodyPr anchor="ctr">
            <a:normAutofit fontScale="90000"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1.3 C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程序的基本语法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7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示例二</a:t>
            </a:r>
          </a:p>
        </p:txBody>
      </p:sp>
      <p:sp>
        <p:nvSpPr>
          <p:cNvPr id="4" name="Text Box 1027"/>
          <p:cNvSpPr txBox="1">
            <a:spLocks noChangeArrowheads="1"/>
          </p:cNvSpPr>
          <p:nvPr/>
        </p:nvSpPr>
        <p:spPr bwMode="auto">
          <a:xfrm>
            <a:off x="933080" y="1273615"/>
            <a:ext cx="3137475" cy="3233090"/>
          </a:xfrm>
          <a:prstGeom prst="rect">
            <a:avLst/>
          </a:prstGeom>
          <a:solidFill>
            <a:schemeClr val="bg1"/>
          </a:solidFill>
          <a:ln w="34925" cap="sq">
            <a:solidFill>
              <a:srgbClr val="FFCCCC"/>
            </a:solidFill>
            <a:miter lim="800000"/>
            <a:headEnd type="none" w="sm" len="sm"/>
            <a:tailEnd type="none" w="sm" len="sm"/>
          </a:ln>
          <a:effectLst/>
          <a:extLst/>
        </p:spPr>
        <p:txBody>
          <a:bodyPr wrap="square" tIns="27000" bIns="27000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>
              <a:lnSpc>
                <a:spcPct val="117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#include &lt;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stdio.h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>
              <a:lnSpc>
                <a:spcPct val="117000"/>
              </a:lnSpc>
              <a:spcAft>
                <a:spcPts val="263"/>
              </a:spcAft>
            </a:pPr>
            <a:r>
              <a:rPr kumimoji="1" lang="en-US" altLang="zh-CN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int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add(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int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x,int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y)</a:t>
            </a:r>
          </a:p>
          <a:p>
            <a:pPr>
              <a:lnSpc>
                <a:spcPct val="117000"/>
              </a:lnSpc>
              <a:spcAft>
                <a:spcPts val="263"/>
              </a:spcAft>
            </a:pP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{   </a:t>
            </a:r>
            <a:r>
              <a:rPr kumimoji="1" lang="en-US" altLang="zh-CN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  z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17000"/>
              </a:lnSpc>
              <a:spcAft>
                <a:spcPts val="263"/>
              </a:spcAft>
            </a:pP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     z=</a:t>
            </a:r>
            <a:r>
              <a:rPr kumimoji="1" lang="en-US" altLang="zh-CN" dirty="0" err="1">
                <a:latin typeface="Times New Roman" pitchFamily="18" charset="0"/>
                <a:ea typeface="宋体" pitchFamily="2" charset="-122"/>
              </a:rPr>
              <a:t>x+y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17000"/>
              </a:lnSpc>
              <a:spcAft>
                <a:spcPts val="263"/>
              </a:spcAft>
            </a:pP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     return(z)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17000"/>
              </a:lnSpc>
              <a:spcAft>
                <a:spcPts val="263"/>
              </a:spcAft>
            </a:pP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5" name="Rectangle 1029"/>
          <p:cNvSpPr>
            <a:spLocks noChangeArrowheads="1"/>
          </p:cNvSpPr>
          <p:nvPr/>
        </p:nvSpPr>
        <p:spPr bwMode="auto">
          <a:xfrm>
            <a:off x="4228341" y="1235841"/>
            <a:ext cx="4050421" cy="3262432"/>
          </a:xfrm>
          <a:prstGeom prst="rect">
            <a:avLst/>
          </a:prstGeom>
          <a:solidFill>
            <a:schemeClr val="bg1"/>
          </a:solidFill>
          <a:ln w="34925">
            <a:solidFill>
              <a:srgbClr val="FFCCCC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void main( )</a:t>
            </a:r>
          </a:p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{   </a:t>
            </a:r>
            <a:r>
              <a:rPr kumimoji="1" lang="en-US" altLang="zh-CN" sz="28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dirty="0" err="1">
                <a:latin typeface="Times New Roman" pitchFamily="18" charset="0"/>
                <a:ea typeface="宋体" pitchFamily="2" charset="-122"/>
              </a:rPr>
              <a:t>a,b,sum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     a=10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     b=24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     sum=add(</a:t>
            </a:r>
            <a:r>
              <a:rPr kumimoji="1" lang="en-US" altLang="zh-CN" sz="2800" b="1" dirty="0" err="1">
                <a:latin typeface="Times New Roman" pitchFamily="18" charset="0"/>
                <a:ea typeface="宋体" pitchFamily="2" charset="-122"/>
              </a:rPr>
              <a:t>a,b</a:t>
            </a: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     </a:t>
            </a:r>
            <a:r>
              <a:rPr kumimoji="1" lang="en-US" altLang="zh-CN" sz="28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("%d\</a:t>
            </a:r>
            <a:r>
              <a:rPr kumimoji="1" lang="en-US" altLang="zh-CN" sz="2800" b="1" dirty="0" err="1">
                <a:latin typeface="Times New Roman" pitchFamily="18" charset="0"/>
                <a:ea typeface="宋体" pitchFamily="2" charset="-122"/>
              </a:rPr>
              <a:t>n",sum</a:t>
            </a:r>
            <a:r>
              <a:rPr kumimoji="1" lang="en-US" altLang="zh-CN" sz="2800" b="1" dirty="0"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0" hangingPunct="0">
              <a:spcBef>
                <a:spcPct val="0"/>
              </a:spcBef>
              <a:spcAft>
                <a:spcPts val="225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5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55420" y="532510"/>
            <a:ext cx="6995015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1.3 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程序的基本语法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4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基本元素</a:t>
            </a:r>
          </a:p>
        </p:txBody>
      </p:sp>
      <p:sp>
        <p:nvSpPr>
          <p:cNvPr id="222210" name="Rectangle 2"/>
          <p:cNvSpPr>
            <a:spLocks noGrp="1" noChangeArrowheads="1"/>
          </p:cNvSpPr>
          <p:nvPr>
            <p:ph idx="1"/>
          </p:nvPr>
        </p:nvSpPr>
        <p:spPr>
          <a:xfrm>
            <a:off x="1164060" y="1214480"/>
            <a:ext cx="6741073" cy="3496342"/>
          </a:xfr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marL="514350" lvl="2" indent="-514350">
              <a:spcBef>
                <a:spcPct val="50000"/>
              </a:spcBef>
              <a:buClr>
                <a:srgbClr val="FFCCCC"/>
              </a:buClr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基本字符集：大小写字母，数字</a:t>
            </a:r>
            <a:r>
              <a:rPr kumimoji="1"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….</a:t>
            </a:r>
          </a:p>
          <a:p>
            <a:pPr marL="514350" lvl="2" indent="-514350">
              <a:spcBef>
                <a:spcPct val="50000"/>
              </a:spcBef>
              <a:buClr>
                <a:srgbClr val="FFCCCC"/>
              </a:buClr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标识符</a:t>
            </a:r>
            <a:endParaRPr kumimoji="1"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857234" lvl="3" indent="-514350">
              <a:spcBef>
                <a:spcPct val="50000"/>
              </a:spcBef>
              <a:buClr>
                <a:srgbClr val="FFCCCC"/>
              </a:buClr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由字母、数字和下划线组成</a:t>
            </a:r>
            <a:endParaRPr kumimoji="1"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857234" lvl="3" indent="-514350">
              <a:spcBef>
                <a:spcPct val="50000"/>
              </a:spcBef>
              <a:buClr>
                <a:srgbClr val="FFCCCC"/>
              </a:buClr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以字母或下划线开头</a:t>
            </a:r>
            <a:endParaRPr kumimoji="1"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857234" lvl="3" indent="-514350">
              <a:spcBef>
                <a:spcPct val="50000"/>
              </a:spcBef>
              <a:buClr>
                <a:srgbClr val="FFCCCC"/>
              </a:buClr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不能使用</a:t>
            </a:r>
            <a:r>
              <a:rPr kumimoji="1"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关键字</a:t>
            </a:r>
            <a:endParaRPr kumimoji="1" lang="en-US" altLang="zh-CN" sz="2800" b="1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514350" lvl="2" indent="-514350">
              <a:spcBef>
                <a:spcPct val="50000"/>
              </a:spcBef>
              <a:buClr>
                <a:srgbClr val="FFCCCC"/>
              </a:buClr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注释</a:t>
            </a:r>
            <a:endParaRPr lang="zh-CN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CFD77-5429-4425-85FC-536EB94899FD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24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2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2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build="p" bldLvl="5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45588" y="676318"/>
            <a:ext cx="7038438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1.3 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程序的基本语法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en-US" altLang="zh-CN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C</a:t>
            </a:r>
            <a:r>
              <a:rPr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关键字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CFD77-5429-4425-85FC-536EB94899FD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7" name="Rectangle 1028"/>
          <p:cNvSpPr>
            <a:spLocks noChangeArrowheads="1"/>
          </p:cNvSpPr>
          <p:nvPr/>
        </p:nvSpPr>
        <p:spPr bwMode="auto">
          <a:xfrm>
            <a:off x="1426368" y="1516000"/>
            <a:ext cx="62912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auto        break      case        char         </a:t>
            </a: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const</a:t>
            </a:r>
            <a:endParaRPr kumimoji="1"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continue default    do           double     else</a:t>
            </a:r>
          </a:p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enum</a:t>
            </a: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extern     float         for          </a:t>
            </a: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goto</a:t>
            </a:r>
            <a:endParaRPr kumimoji="1"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if             </a:t>
            </a: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int</a:t>
            </a: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long         register   return</a:t>
            </a:r>
          </a:p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short      signed     </a:t>
            </a: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sizeof</a:t>
            </a: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static      </a:t>
            </a: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struct</a:t>
            </a:r>
            <a:endParaRPr kumimoji="1"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switch    </a:t>
            </a:r>
            <a:r>
              <a:rPr kumimoji="1" lang="en-US" altLang="zh-CN" sz="24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typedef</a:t>
            </a: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unsigned  union      void</a:t>
            </a:r>
          </a:p>
          <a:p>
            <a:pPr lvl="1" algn="just" eaLnBrk="0" hangingPunct="0">
              <a:buClrTx/>
              <a:buFontTx/>
              <a:buNone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volatile   while</a:t>
            </a:r>
          </a:p>
        </p:txBody>
      </p:sp>
    </p:spTree>
    <p:extLst>
      <p:ext uri="{BB962C8B-B14F-4D97-AF65-F5344CB8AC3E}">
        <p14:creationId xmlns:p14="http://schemas.microsoft.com/office/powerpoint/2010/main" val="179370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Off-page Connector 63">
            <a:extLst>
              <a:ext uri="{FF2B5EF4-FFF2-40B4-BE49-F238E27FC236}">
                <a16:creationId xmlns:a16="http://schemas.microsoft.com/office/drawing/2014/main" id="{417E2E82-E5FF-4DE2-A180-95E923A0EB0C}"/>
              </a:ext>
            </a:extLst>
          </p:cNvPr>
          <p:cNvSpPr/>
          <p:nvPr/>
        </p:nvSpPr>
        <p:spPr>
          <a:xfrm>
            <a:off x="1351208" y="1426664"/>
            <a:ext cx="286131" cy="374889"/>
          </a:xfrm>
          <a:prstGeom prst="flowChartOffpageConnector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1" rIns="68580" bIns="34291" rtlCol="0" anchor="ctr"/>
          <a:lstStyle/>
          <a:p>
            <a:pPr algn="ctr" defTabSz="685766">
              <a:defRPr/>
            </a:pPr>
            <a:r>
              <a:rPr lang="en-US" altLang="zh-CN" sz="2400" dirty="0">
                <a:solidFill>
                  <a:schemeClr val="tx1"/>
                </a:solidFill>
                <a:latin typeface="Calibri"/>
              </a:rPr>
              <a:t>1</a:t>
            </a:r>
            <a:endParaRPr lang="en-US" sz="24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" name="Flowchart: Off-page Connector 63">
            <a:extLst>
              <a:ext uri="{FF2B5EF4-FFF2-40B4-BE49-F238E27FC236}">
                <a16:creationId xmlns:a16="http://schemas.microsoft.com/office/drawing/2014/main" id="{019EFB14-65D4-43F7-B4D7-8471FCA9966F}"/>
              </a:ext>
            </a:extLst>
          </p:cNvPr>
          <p:cNvSpPr/>
          <p:nvPr/>
        </p:nvSpPr>
        <p:spPr>
          <a:xfrm>
            <a:off x="1351208" y="2098194"/>
            <a:ext cx="286131" cy="374889"/>
          </a:xfrm>
          <a:prstGeom prst="flowChartOffpageConnector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1" rIns="68580" bIns="34291" rtlCol="0" anchor="ctr"/>
          <a:lstStyle/>
          <a:p>
            <a:pPr algn="ctr" defTabSz="685766">
              <a:defRPr/>
            </a:pPr>
            <a:r>
              <a:rPr lang="en-US" altLang="zh-CN" sz="2400" dirty="0">
                <a:solidFill>
                  <a:schemeClr val="tx1"/>
                </a:solidFill>
                <a:latin typeface="Calibri"/>
              </a:rPr>
              <a:t>2</a:t>
            </a:r>
            <a:endParaRPr lang="en-US" sz="24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Flowchart: Off-page Connector 63">
            <a:extLst>
              <a:ext uri="{FF2B5EF4-FFF2-40B4-BE49-F238E27FC236}">
                <a16:creationId xmlns:a16="http://schemas.microsoft.com/office/drawing/2014/main" id="{6756FAE2-BAA5-40E1-97CD-1BAF6B5688AA}"/>
              </a:ext>
            </a:extLst>
          </p:cNvPr>
          <p:cNvSpPr/>
          <p:nvPr/>
        </p:nvSpPr>
        <p:spPr>
          <a:xfrm rot="167063">
            <a:off x="1351208" y="3441248"/>
            <a:ext cx="286131" cy="374889"/>
          </a:xfrm>
          <a:prstGeom prst="flowChartOffpageConnector">
            <a:avLst/>
          </a:prstGeom>
          <a:solidFill>
            <a:srgbClr val="1BE4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1" rIns="68580" bIns="34291" rtlCol="0" anchor="ctr"/>
          <a:lstStyle/>
          <a:p>
            <a:pPr algn="ctr" defTabSz="685766">
              <a:defRPr/>
            </a:pPr>
            <a:r>
              <a:rPr lang="en-US" altLang="zh-CN" sz="2400" dirty="0">
                <a:solidFill>
                  <a:schemeClr val="tx1"/>
                </a:solidFill>
                <a:latin typeface="Calibri"/>
              </a:rPr>
              <a:t>4</a:t>
            </a:r>
            <a:endParaRPr lang="en-US" sz="24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" name="Flowchart: Off-page Connector 63">
            <a:extLst>
              <a:ext uri="{FF2B5EF4-FFF2-40B4-BE49-F238E27FC236}">
                <a16:creationId xmlns:a16="http://schemas.microsoft.com/office/drawing/2014/main" id="{05E29B62-E231-460F-BD98-AE6E0700920F}"/>
              </a:ext>
            </a:extLst>
          </p:cNvPr>
          <p:cNvSpPr/>
          <p:nvPr/>
        </p:nvSpPr>
        <p:spPr>
          <a:xfrm>
            <a:off x="1351208" y="2769722"/>
            <a:ext cx="286131" cy="374889"/>
          </a:xfrm>
          <a:prstGeom prst="flowChartOffpageConnector">
            <a:avLst/>
          </a:prstGeom>
          <a:solidFill>
            <a:srgbClr val="29B9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1" rIns="68580" bIns="34291" rtlCol="0" anchor="ctr"/>
          <a:lstStyle/>
          <a:p>
            <a:pPr algn="ctr" defTabSz="685766">
              <a:defRPr/>
            </a:pPr>
            <a:r>
              <a:rPr lang="en-US" altLang="zh-CN" sz="2400" dirty="0">
                <a:solidFill>
                  <a:schemeClr val="tx1"/>
                </a:solidFill>
                <a:latin typeface="Calibri"/>
              </a:rPr>
              <a:t>3</a:t>
            </a:r>
            <a:endParaRPr lang="en-US" sz="24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771581-4CFA-487E-B6CD-73DF9780D410}"/>
              </a:ext>
            </a:extLst>
          </p:cNvPr>
          <p:cNvSpPr txBox="1"/>
          <p:nvPr/>
        </p:nvSpPr>
        <p:spPr>
          <a:xfrm>
            <a:off x="1705838" y="1210872"/>
            <a:ext cx="5707683" cy="557783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rgbClr val="FFCCCC"/>
              </a:buClr>
            </a:pP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程序由一个或多个函数组成</a:t>
            </a:r>
            <a:endParaRPr kumimoji="1" lang="zh-CN" altLang="en-US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DE43DB-5DBF-474B-98A1-DB7CE488E1D4}"/>
              </a:ext>
            </a:extLst>
          </p:cNvPr>
          <p:cNvSpPr txBox="1"/>
          <p:nvPr/>
        </p:nvSpPr>
        <p:spPr>
          <a:xfrm>
            <a:off x="1700925" y="1955041"/>
            <a:ext cx="5619193" cy="623250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rgbClr val="FFCCCC"/>
              </a:buClr>
            </a:pP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必须有且只能有一个主函数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main(  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10B39A-6A5F-4529-A915-EA32E64CB0DE}"/>
              </a:ext>
            </a:extLst>
          </p:cNvPr>
          <p:cNvSpPr txBox="1"/>
          <p:nvPr/>
        </p:nvSpPr>
        <p:spPr>
          <a:xfrm>
            <a:off x="1705838" y="2662096"/>
            <a:ext cx="5314393" cy="557783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rgbClr val="FFCCCC"/>
              </a:buClr>
            </a:pP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程序执行从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main</a:t>
            </a: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开始，在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main</a:t>
            </a: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中结束</a:t>
            </a:r>
            <a:endParaRPr kumimoji="1" lang="zh-CN" altLang="en-US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5EAF3F-8B8E-42FF-A8DC-036630167948}"/>
              </a:ext>
            </a:extLst>
          </p:cNvPr>
          <p:cNvSpPr txBox="1"/>
          <p:nvPr/>
        </p:nvSpPr>
        <p:spPr>
          <a:xfrm>
            <a:off x="1705838" y="3284155"/>
            <a:ext cx="6209129" cy="623250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rgbClr val="FFCCCC"/>
              </a:buClr>
            </a:pP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程序由语句组成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用“;”作为语句终止符</a:t>
            </a:r>
            <a:endParaRPr kumimoji="1" lang="zh-CN" altLang="en-US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5ADF05F-3BB6-40A0-9EA7-568D7C209268}"/>
              </a:ext>
            </a:extLst>
          </p:cNvPr>
          <p:cNvSpPr txBox="1">
            <a:spLocks noChangeArrowheads="1"/>
          </p:cNvSpPr>
          <p:nvPr/>
        </p:nvSpPr>
        <p:spPr>
          <a:xfrm>
            <a:off x="355420" y="484172"/>
            <a:ext cx="7058102" cy="571500"/>
          </a:xfrm>
          <a:prstGeom prst="rect">
            <a:avLst/>
          </a:prstGeom>
          <a:effectLst/>
        </p:spPr>
        <p:txBody>
          <a:bodyPr anchor="ctr">
            <a:normAutofit fontScale="90000" lnSpcReduction="10000"/>
          </a:bodyPr>
          <a:lstStyle>
            <a:lvl1pPr algn="l" defTabSz="68576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1.3 C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程序的基本语法</a:t>
            </a:r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——</a:t>
            </a:r>
            <a:r>
              <a:rPr lang="zh-CN" altLang="en-US" sz="31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结构特点</a:t>
            </a:r>
          </a:p>
        </p:txBody>
      </p:sp>
      <p:sp>
        <p:nvSpPr>
          <p:cNvPr id="11" name="Flowchart: Off-page Connector 63">
            <a:extLst>
              <a:ext uri="{FF2B5EF4-FFF2-40B4-BE49-F238E27FC236}">
                <a16:creationId xmlns:a16="http://schemas.microsoft.com/office/drawing/2014/main" id="{3310180C-747C-47FD-B6F3-C19EC8692DBC}"/>
              </a:ext>
            </a:extLst>
          </p:cNvPr>
          <p:cNvSpPr/>
          <p:nvPr/>
        </p:nvSpPr>
        <p:spPr>
          <a:xfrm>
            <a:off x="1346294" y="4065597"/>
            <a:ext cx="286131" cy="374889"/>
          </a:xfrm>
          <a:prstGeom prst="flowChartOffpageConnector">
            <a:avLst/>
          </a:prstGeom>
          <a:solidFill>
            <a:srgbClr val="84CB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1" rIns="68580" bIns="34291" rtlCol="0" anchor="ctr"/>
          <a:lstStyle/>
          <a:p>
            <a:pPr algn="ctr" defTabSz="685766">
              <a:defRPr/>
            </a:pPr>
            <a:r>
              <a:rPr lang="en-US" altLang="zh-CN" sz="2400" dirty="0">
                <a:solidFill>
                  <a:schemeClr val="tx1"/>
                </a:solidFill>
                <a:latin typeface="Calibri"/>
              </a:rPr>
              <a:t>4</a:t>
            </a:r>
            <a:endParaRPr lang="en-US" sz="24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2E20DE-EFC2-4FBF-9121-57627E73AB56}"/>
              </a:ext>
            </a:extLst>
          </p:cNvPr>
          <p:cNvSpPr txBox="1"/>
          <p:nvPr/>
        </p:nvSpPr>
        <p:spPr>
          <a:xfrm>
            <a:off x="1700925" y="3918336"/>
            <a:ext cx="4980096" cy="557783"/>
          </a:xfrm>
          <a:prstGeom prst="rect">
            <a:avLst/>
          </a:prstGeom>
          <a:noFill/>
        </p:spPr>
        <p:txBody>
          <a:bodyPr wrap="square" lIns="68580" tIns="34291" rIns="68580" bIns="34291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rgbClr val="FFCCCC"/>
              </a:buClr>
            </a:pPr>
            <a:r>
              <a:rPr kumimoji="1"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/* 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　*</a:t>
            </a:r>
            <a:r>
              <a:rPr kumimoji="1" lang="en-US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为注释</a:t>
            </a:r>
            <a:r>
              <a:rPr kumimoji="1" lang="zh-CN" altLang="zh-CN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1" lang="zh-CN" alt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不能嵌套</a:t>
            </a:r>
          </a:p>
        </p:txBody>
      </p:sp>
    </p:spTree>
    <p:extLst>
      <p:ext uri="{BB962C8B-B14F-4D97-AF65-F5344CB8AC3E}">
        <p14:creationId xmlns:p14="http://schemas.microsoft.com/office/powerpoint/2010/main" val="410539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1" grpId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252" y="543080"/>
            <a:ext cx="6643688" cy="571500"/>
          </a:xfrm>
          <a:effectLst/>
        </p:spPr>
        <p:txBody>
          <a:bodyPr anchor="ctr">
            <a:normAutofit fontScale="90000"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1.3 C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程序的基本语法</a:t>
            </a:r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——</a:t>
            </a:r>
            <a:r>
              <a:rPr lang="zh-CN" altLang="en-US" sz="27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格式特点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D067A42C-018E-460E-9857-4EE4E409D4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839243"/>
              </p:ext>
            </p:extLst>
          </p:nvPr>
        </p:nvGraphicFramePr>
        <p:xfrm>
          <a:off x="1011736" y="1193240"/>
          <a:ext cx="6922896" cy="365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CFD77-5429-4425-85FC-536EB94899FD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059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1D1232-1759-44F4-9604-93AD70A651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241D1232-1759-44F4-9604-93AD70A651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9C21F2E-0F1A-4874-A307-5D07300C24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D9C21F2E-0F1A-4874-A307-5D07300C24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19CC973-D8E6-499B-8B49-B02D1704E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graphicEl>
                                              <a:dgm id="{919CC973-D8E6-499B-8B49-B02D1704E5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EED3D99-E1DE-42DF-883A-3E0ADAB26B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8EED3D99-E1DE-42DF-883A-3E0ADAB26B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5BBADE-8AC2-42C7-8D4A-24372C898A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graphicEl>
                                              <a:dgm id="{745BBADE-8AC2-42C7-8D4A-24372C898A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4E912D3-3199-4695-827F-97B9B38AEF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graphicEl>
                                              <a:dgm id="{F4E912D3-3199-4695-827F-97B9B38AEF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1B11906-DFDD-45DC-8B99-5AFD5917D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graphicEl>
                                              <a:dgm id="{91B11906-DFDD-45DC-8B99-5AFD5917DD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57B5271-FC23-4420-A5AF-3706917AC5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C57B5271-FC23-4420-A5AF-3706917AC5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51EE310-91DB-4521-B16E-B966F44C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dgm id="{551EE310-91DB-4521-B16E-B966F44C94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36FB493-D7DF-439E-8F90-792407195E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dgm id="{836FB493-D7DF-439E-8F90-792407195E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039C1A-5A88-4209-9709-0F0D5DD0BC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graphicEl>
                                              <a:dgm id="{8C039C1A-5A88-4209-9709-0F0D5DD0BC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1FCDB24-2E79-4187-A982-6FE301337D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graphicEl>
                                              <a:dgm id="{E1FCDB24-2E79-4187-A982-6FE301337D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100" y="567085"/>
            <a:ext cx="6984205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1.4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运行调试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——</a:t>
            </a:r>
            <a:r>
              <a:rPr lang="en-US" altLang="zh-CN" sz="2800" b="1" dirty="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800" b="1" dirty="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程序执行流程</a:t>
            </a:r>
            <a:endParaRPr lang="zh-CN" altLang="en-US" sz="2800" b="1" dirty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817695" y="951571"/>
            <a:ext cx="5835644" cy="3618403"/>
          </a:xfrm>
          <a:prstGeom prst="rect">
            <a:avLst/>
          </a:prstGeom>
        </p:spPr>
        <p:txBody>
          <a:bodyPr vert="horz" lIns="68580" tIns="34291" rIns="68580" bIns="3429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zh-CN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50"/>
          <a:stretch/>
        </p:blipFill>
        <p:spPr bwMode="auto">
          <a:xfrm>
            <a:off x="741837" y="1413004"/>
            <a:ext cx="7660326" cy="3156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7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914400" y="1125174"/>
          <a:ext cx="7298266" cy="3640013"/>
        </p:xfrm>
        <a:graphic>
          <a:graphicData uri="http://schemas.openxmlformats.org/drawingml/2006/table">
            <a:tbl>
              <a:tblPr/>
              <a:tblGrid>
                <a:gridCol w="204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7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429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开 发 工 具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运 行 环 境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各工具的差异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39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Turbo C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DOS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不能开发</a:t>
                      </a: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C++</a:t>
                      </a: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语言程序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639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Borland C</a:t>
                      </a:r>
                      <a:endParaRPr lang="zh-CN" sz="1900" kern="100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DOS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985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b="1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Visual C++</a:t>
                      </a:r>
                      <a:endParaRPr lang="zh-CN" sz="1900" b="1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Windows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能开发</a:t>
                      </a: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C++</a:t>
                      </a: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语言程序（集程序编辑、编译、</a:t>
                      </a:r>
                      <a:r>
                        <a:rPr lang="zh-CN" alt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连</a:t>
                      </a:r>
                      <a:r>
                        <a:rPr 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接、调试、运行于一体）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Dev C++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Windows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altLang="zh-CN" sz="190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Visual Studio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Windows</a:t>
                      </a:r>
                      <a:endParaRPr 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9721"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altLang="zh-CN" sz="1900" b="1" kern="1000" dirty="0" err="1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CodeBlocks</a:t>
                      </a:r>
                      <a:endParaRPr lang="zh-CN" sz="1900" b="1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alt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Windows</a:t>
                      </a:r>
                      <a:r>
                        <a:rPr lang="zh-CN" altLang="en-US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、  </a:t>
                      </a:r>
                      <a:endParaRPr lang="en-US" altLang="zh-CN" sz="1900" kern="1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altLang="zh-CN" sz="1900" kern="100" dirty="0">
                          <a:latin typeface="Times New Roman" pitchFamily="18" charset="0"/>
                          <a:ea typeface="方正书宋简体"/>
                          <a:cs typeface="Times New Roman" pitchFamily="18" charset="0"/>
                        </a:rPr>
                        <a:t>Mac</a:t>
                      </a:r>
                      <a:endParaRPr lang="zh-CN" altLang="zh-CN" sz="1900" kern="1000" dirty="0">
                        <a:latin typeface="Times New Roman" pitchFamily="18" charset="0"/>
                        <a:ea typeface="方正书宋简体"/>
                        <a:cs typeface="Times New Roman" pitchFamily="18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椭圆 5"/>
          <p:cNvSpPr/>
          <p:nvPr/>
        </p:nvSpPr>
        <p:spPr>
          <a:xfrm>
            <a:off x="1027832" y="4178823"/>
            <a:ext cx="1622234" cy="3834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椭圆 7"/>
          <p:cNvSpPr/>
          <p:nvPr/>
        </p:nvSpPr>
        <p:spPr>
          <a:xfrm>
            <a:off x="1117948" y="3470336"/>
            <a:ext cx="1442002" cy="3834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2529" y="510255"/>
            <a:ext cx="6643688" cy="571500"/>
          </a:xfrm>
          <a:effectLst/>
        </p:spPr>
        <p:txBody>
          <a:bodyPr anchor="ctr">
            <a:normAutofit fontScale="90000"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1.4 </a:t>
            </a: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</a:rPr>
              <a:t>运行调试</a:t>
            </a:r>
            <a:r>
              <a:rPr lang="en-US" altLang="zh-CN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700" b="1" dirty="0">
                <a:solidFill>
                  <a:srgbClr val="00FFFF"/>
                </a:solidFill>
                <a:latin typeface="+mj-ea"/>
                <a:cs typeface="Times New Roman" pitchFamily="18" charset="0"/>
              </a:rPr>
              <a:t>常用</a:t>
            </a:r>
            <a:r>
              <a:rPr lang="en-US" altLang="zh-CN" sz="2700" b="1" dirty="0">
                <a:solidFill>
                  <a:srgbClr val="00FFFF"/>
                </a:solidFill>
                <a:latin typeface="+mj-ea"/>
                <a:cs typeface="Times New Roman" pitchFamily="18" charset="0"/>
              </a:rPr>
              <a:t>C</a:t>
            </a:r>
            <a:r>
              <a:rPr lang="zh-CN" altLang="en-US" sz="2700" b="1" dirty="0">
                <a:solidFill>
                  <a:srgbClr val="00FFFF"/>
                </a:solidFill>
                <a:latin typeface="+mj-ea"/>
                <a:cs typeface="Times New Roman" pitchFamily="18" charset="0"/>
              </a:rPr>
              <a:t>编译环境</a:t>
            </a:r>
            <a:endParaRPr lang="zh-CN" altLang="en-US" sz="2700" b="1" dirty="0"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449484" y="4623329"/>
            <a:ext cx="2057400" cy="273844"/>
          </a:xfrm>
        </p:spPr>
        <p:txBody>
          <a:bodyPr/>
          <a:lstStyle/>
          <a:p>
            <a:fld id="{558D5C84-A73A-4047-92FA-5505D3FE4586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9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75085" y="408120"/>
            <a:ext cx="7549715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1.5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常见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程序的错误</a:t>
            </a:r>
            <a:r>
              <a:rPr lang="en-US" altLang="zh-CN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——</a:t>
            </a:r>
            <a:r>
              <a:rPr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编译错误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54" y="1084065"/>
            <a:ext cx="6786246" cy="35771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6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74" y="1211477"/>
            <a:ext cx="6810756" cy="350083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094" y="581853"/>
            <a:ext cx="7549715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1.5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常见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程序的错误</a:t>
            </a:r>
            <a:r>
              <a:rPr lang="en-US" altLang="zh-CN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连接错误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95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31" t="3560" r="28177" b="-3560"/>
          <a:stretch/>
        </p:blipFill>
        <p:spPr bwMode="auto">
          <a:xfrm>
            <a:off x="955189" y="966577"/>
            <a:ext cx="6605817" cy="3759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394749" y="377524"/>
            <a:ext cx="7265195" cy="571500"/>
          </a:xfrm>
          <a:effectLst/>
        </p:spPr>
        <p:txBody>
          <a:bodyPr anchor="ctr">
            <a:noAutofit/>
          </a:bodyPr>
          <a:lstStyle/>
          <a:p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1.5 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常见</a:t>
            </a:r>
            <a:r>
              <a:rPr lang="en-US" altLang="zh-CN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C</a:t>
            </a:r>
            <a:r>
              <a:rPr lang="zh-CN" altLang="en-US" sz="36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程序的错误</a:t>
            </a:r>
            <a:r>
              <a:rPr lang="en-US" altLang="zh-CN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——</a:t>
            </a:r>
            <a:r>
              <a:rPr lang="zh-CN" altLang="en-US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</a:rPr>
              <a:t>逻辑错误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23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1485902" y="1676403"/>
            <a:ext cx="5991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en-US" altLang="zh-CN" sz="2400" b="1" dirty="0">
                <a:solidFill>
                  <a:srgbClr val="FFFF00"/>
                </a:solidFill>
                <a:latin typeface="Times New Roman" pitchFamily="18" charset="0"/>
              </a:rPr>
              <a:t>     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</a:rPr>
              <a:t>＿＿、 ＿＿＿＿三个过程？</a:t>
            </a:r>
          </a:p>
        </p:txBody>
      </p:sp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1485902" y="3816202"/>
            <a:ext cx="6515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CCCC"/>
              </a:buClr>
              <a:buFont typeface="Wingdings" pitchFamily="2" charset="2"/>
              <a:buChar char="&amp;"/>
            </a:pPr>
            <a:r>
              <a:rPr lang="en-US" altLang="zh-CN" sz="2400" b="1" dirty="0">
                <a:solidFill>
                  <a:srgbClr val="FFFF00"/>
                </a:solidFill>
                <a:latin typeface="Times New Roman" pitchFamily="18" charset="0"/>
              </a:rPr>
              <a:t>C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</a:rPr>
              <a:t>中上机步骤为＿＿、＿＿、＿＿和＿＿？</a:t>
            </a:r>
          </a:p>
        </p:txBody>
      </p:sp>
      <p:sp>
        <p:nvSpPr>
          <p:cNvPr id="258053" name="Rectangle 5"/>
          <p:cNvSpPr>
            <a:spLocks noChangeArrowheads="1"/>
          </p:cNvSpPr>
          <p:nvPr/>
        </p:nvSpPr>
        <p:spPr bwMode="auto">
          <a:xfrm>
            <a:off x="1485902" y="3021656"/>
            <a:ext cx="60007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CCCC"/>
              </a:buClr>
              <a:buFont typeface="Wingdings" pitchFamily="2" charset="2"/>
              <a:buChar char="&amp;"/>
            </a:pPr>
            <a:r>
              <a:rPr lang="en-US" altLang="zh-CN" sz="2400" b="1" dirty="0">
                <a:solidFill>
                  <a:srgbClr val="FFFF00"/>
                </a:solidFill>
                <a:latin typeface="Times New Roman" pitchFamily="18" charset="0"/>
              </a:rPr>
              <a:t>C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</a:rPr>
              <a:t>语言中打印输出的函数名为＿＿＿＿？</a:t>
            </a:r>
          </a:p>
        </p:txBody>
      </p:sp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1485902" y="2205261"/>
            <a:ext cx="5829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CCCC"/>
              </a:buClr>
              <a:buFont typeface="Wingdings" pitchFamily="2" charset="2"/>
              <a:buChar char="&amp;"/>
            </a:pPr>
            <a:r>
              <a:rPr lang="en-US" altLang="zh-CN" sz="2400" b="1" dirty="0">
                <a:solidFill>
                  <a:srgbClr val="FFFF00"/>
                </a:solidFill>
                <a:latin typeface="Times New Roman" pitchFamily="18" charset="0"/>
              </a:rPr>
              <a:t>C</a:t>
            </a: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</a:rPr>
              <a:t>语言中，语句的终止符号为＿＿＿？</a:t>
            </a: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3194669" y="357191"/>
            <a:ext cx="3038983" cy="577081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rgbClr val="FF7B7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80" tIns="34291" rIns="68580" bIns="34291" rtlCol="0" anchor="ctr">
            <a:no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0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黑体" pitchFamily="49" charset="-122"/>
                <a:cs typeface="+mj-cs"/>
              </a:rPr>
              <a:t>课 堂 小 结</a:t>
            </a:r>
          </a:p>
        </p:txBody>
      </p:sp>
      <p:sp>
        <p:nvSpPr>
          <p:cNvPr id="258056" name="Rectangle 8"/>
          <p:cNvSpPr>
            <a:spLocks noChangeArrowheads="1"/>
          </p:cNvSpPr>
          <p:nvPr/>
        </p:nvSpPr>
        <p:spPr bwMode="auto">
          <a:xfrm>
            <a:off x="1485902" y="1202122"/>
            <a:ext cx="600075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57162" indent="-257162">
              <a:buClr>
                <a:srgbClr val="FFCCCC"/>
              </a:buClr>
              <a:buFont typeface="Wingdings" pitchFamily="2" charset="2"/>
              <a:buChar char="&amp;"/>
            </a:pPr>
            <a:r>
              <a:rPr lang="zh-CN" altLang="en-US" sz="2400" b="1" dirty="0">
                <a:solidFill>
                  <a:srgbClr val="FFFF00"/>
                </a:solidFill>
                <a:latin typeface="Times New Roman" pitchFamily="18" charset="0"/>
              </a:rPr>
              <a:t>编程语言的发展经历了＿＿＿＿、 ＿＿</a:t>
            </a:r>
          </a:p>
        </p:txBody>
      </p:sp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4888054" y="1167596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</a:rPr>
              <a:t>机器语言</a:t>
            </a:r>
          </a:p>
        </p:txBody>
      </p:sp>
      <p:sp>
        <p:nvSpPr>
          <p:cNvPr id="258058" name="Rectangle 10"/>
          <p:cNvSpPr>
            <a:spLocks noChangeArrowheads="1"/>
          </p:cNvSpPr>
          <p:nvPr/>
        </p:nvSpPr>
        <p:spPr bwMode="auto">
          <a:xfrm>
            <a:off x="6090884" y="2090961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</a:rPr>
              <a:t>；</a:t>
            </a:r>
          </a:p>
        </p:txBody>
      </p:sp>
      <p:grpSp>
        <p:nvGrpSpPr>
          <p:cNvPr id="258059" name="Group 11"/>
          <p:cNvGrpSpPr>
            <a:grpSpLocks/>
          </p:cNvGrpSpPr>
          <p:nvPr/>
        </p:nvGrpSpPr>
        <p:grpSpPr bwMode="auto">
          <a:xfrm>
            <a:off x="3906926" y="3761436"/>
            <a:ext cx="3663998" cy="461964"/>
            <a:chOff x="2175" y="2880"/>
            <a:chExt cx="3037" cy="388"/>
          </a:xfrm>
        </p:grpSpPr>
        <p:sp>
          <p:nvSpPr>
            <p:cNvPr id="27666" name="Rectangle 12"/>
            <p:cNvSpPr>
              <a:spLocks noChangeArrowheads="1"/>
            </p:cNvSpPr>
            <p:nvPr/>
          </p:nvSpPr>
          <p:spPr bwMode="auto">
            <a:xfrm>
              <a:off x="2175" y="2880"/>
              <a:ext cx="66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7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0FFFF"/>
                  </a:solidFill>
                  <a:latin typeface="Times New Roman" pitchFamily="18" charset="0"/>
                </a:rPr>
                <a:t>编辑</a:t>
              </a:r>
            </a:p>
          </p:txBody>
        </p:sp>
        <p:sp>
          <p:nvSpPr>
            <p:cNvPr id="27667" name="Rectangle 13"/>
            <p:cNvSpPr>
              <a:spLocks noChangeArrowheads="1"/>
            </p:cNvSpPr>
            <p:nvPr/>
          </p:nvSpPr>
          <p:spPr bwMode="auto">
            <a:xfrm>
              <a:off x="2895" y="2880"/>
              <a:ext cx="66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7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00FFFF"/>
                  </a:solidFill>
                  <a:latin typeface="Times New Roman" pitchFamily="18" charset="0"/>
                </a:rPr>
                <a:t>编译</a:t>
              </a:r>
            </a:p>
          </p:txBody>
        </p:sp>
        <p:sp>
          <p:nvSpPr>
            <p:cNvPr id="27668" name="Rectangle 14"/>
            <p:cNvSpPr>
              <a:spLocks noChangeArrowheads="1"/>
            </p:cNvSpPr>
            <p:nvPr/>
          </p:nvSpPr>
          <p:spPr bwMode="auto">
            <a:xfrm>
              <a:off x="3648" y="2880"/>
              <a:ext cx="66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7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0FFFF"/>
                  </a:solidFill>
                  <a:latin typeface="Times New Roman" pitchFamily="18" charset="0"/>
                </a:rPr>
                <a:t>连接</a:t>
              </a:r>
            </a:p>
          </p:txBody>
        </p:sp>
        <p:sp>
          <p:nvSpPr>
            <p:cNvPr id="27669" name="Rectangle 15"/>
            <p:cNvSpPr>
              <a:spLocks noChangeArrowheads="1"/>
            </p:cNvSpPr>
            <p:nvPr/>
          </p:nvSpPr>
          <p:spPr bwMode="auto">
            <a:xfrm>
              <a:off x="4424" y="2880"/>
              <a:ext cx="78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7B7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0FFFF"/>
                  </a:solidFill>
                  <a:latin typeface="Times New Roman" pitchFamily="18" charset="0"/>
                </a:rPr>
                <a:t>运行</a:t>
              </a:r>
            </a:p>
          </p:txBody>
        </p:sp>
      </p:grpSp>
      <p:sp>
        <p:nvSpPr>
          <p:cNvPr id="258065" name="Rectangle 17"/>
          <p:cNvSpPr>
            <a:spLocks noChangeArrowheads="1"/>
          </p:cNvSpPr>
          <p:nvPr/>
        </p:nvSpPr>
        <p:spPr bwMode="auto">
          <a:xfrm>
            <a:off x="6547191" y="1167596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</a:rPr>
              <a:t>汇编</a:t>
            </a:r>
          </a:p>
        </p:txBody>
      </p:sp>
      <p:sp>
        <p:nvSpPr>
          <p:cNvPr id="258066" name="Rectangle 18"/>
          <p:cNvSpPr>
            <a:spLocks noChangeArrowheads="1"/>
          </p:cNvSpPr>
          <p:nvPr/>
        </p:nvSpPr>
        <p:spPr bwMode="auto">
          <a:xfrm>
            <a:off x="1877619" y="1651400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</a:rPr>
              <a:t>语言</a:t>
            </a:r>
          </a:p>
        </p:txBody>
      </p:sp>
      <p:sp>
        <p:nvSpPr>
          <p:cNvPr id="258067" name="Rectangle 19"/>
          <p:cNvSpPr>
            <a:spLocks noChangeArrowheads="1"/>
          </p:cNvSpPr>
          <p:nvPr/>
        </p:nvSpPr>
        <p:spPr bwMode="auto">
          <a:xfrm>
            <a:off x="2844404" y="1651400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FFFF"/>
                </a:solidFill>
                <a:latin typeface="Times New Roman" pitchFamily="18" charset="0"/>
              </a:rPr>
              <a:t>高级语言</a:t>
            </a:r>
          </a:p>
        </p:txBody>
      </p:sp>
      <p:sp>
        <p:nvSpPr>
          <p:cNvPr id="258068" name="Rectangle 20"/>
          <p:cNvSpPr>
            <a:spLocks noChangeArrowheads="1"/>
          </p:cNvSpPr>
          <p:nvPr/>
        </p:nvSpPr>
        <p:spPr bwMode="auto">
          <a:xfrm>
            <a:off x="5963799" y="2970461"/>
            <a:ext cx="9541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7B7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FFFF"/>
                </a:solidFill>
                <a:latin typeface="Times New Roman" pitchFamily="18" charset="0"/>
              </a:rPr>
              <a:t>printf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C84-A73A-4047-92FA-5505D3FE4586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7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8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5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58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0" grpId="0" autoUpdateAnimBg="0"/>
      <p:bldP spid="258052" grpId="0" autoUpdateAnimBg="0"/>
      <p:bldP spid="258053" grpId="0" autoUpdateAnimBg="0"/>
      <p:bldP spid="258054" grpId="0" autoUpdateAnimBg="0"/>
      <p:bldP spid="258056" grpId="0" build="p" autoUpdateAnimBg="0"/>
      <p:bldP spid="258057" grpId="0" autoUpdateAnimBg="0"/>
      <p:bldP spid="258058" grpId="0" autoUpdateAnimBg="0"/>
      <p:bldP spid="258065" grpId="0" autoUpdateAnimBg="0"/>
      <p:bldP spid="258066" grpId="0" autoUpdateAnimBg="0"/>
      <p:bldP spid="258067" grpId="0" autoUpdateAnimBg="0"/>
      <p:bldP spid="258068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1602</Words>
  <Application>Microsoft Office PowerPoint</Application>
  <PresentationFormat>全屏显示(16:9)</PresentationFormat>
  <Paragraphs>277</Paragraphs>
  <Slides>28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Meiryo UI</vt:lpstr>
      <vt:lpstr>等线</vt:lpstr>
      <vt:lpstr>等线 Light</vt:lpstr>
      <vt:lpstr>方正书宋简体</vt:lpstr>
      <vt:lpstr>黑体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程序的概念</vt:lpstr>
      <vt:lpstr>1.1 初始C语言——程序设计语言的发展</vt:lpstr>
      <vt:lpstr>1.1程序设计语言——高级程序设计语言排行</vt:lpstr>
      <vt:lpstr>1.1程序设计语言——高级程序设计语言分类</vt:lpstr>
      <vt:lpstr>PowerPoint 演示文稿</vt:lpstr>
      <vt:lpstr>1.1 初始C程序</vt:lpstr>
      <vt:lpstr>1.1 初始C程序——典型案例分析</vt:lpstr>
      <vt:lpstr>1.2 C程序设计方法——程序开发步骤</vt:lpstr>
      <vt:lpstr>PowerPoint 演示文稿</vt:lpstr>
      <vt:lpstr>1.2 C程序设计方法——程序基本结构</vt:lpstr>
      <vt:lpstr>1.3 C程序的基本语法——示例一</vt:lpstr>
      <vt:lpstr>1.3 C程序的基本语法——示例二</vt:lpstr>
      <vt:lpstr>1.3 C程序的基本语法——基本元素</vt:lpstr>
      <vt:lpstr>1.3 C程序的基本语法——C关键字</vt:lpstr>
      <vt:lpstr>PowerPoint 演示文稿</vt:lpstr>
      <vt:lpstr>1.3 C程序的基本语法——格式特点</vt:lpstr>
      <vt:lpstr>1.4 运行调试——C程序执行流程</vt:lpstr>
      <vt:lpstr>1.4 运行调试——常用C编译环境</vt:lpstr>
      <vt:lpstr>1.5 常见C程序的错误——编译错误</vt:lpstr>
      <vt:lpstr>1.5 常见C程序的错误——连接错误</vt:lpstr>
      <vt:lpstr>1.5 常见C程序的错误——逻辑错误</vt:lpstr>
      <vt:lpstr>PowerPoint 演示文稿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2216184931@qq.com</cp:lastModifiedBy>
  <cp:revision>104</cp:revision>
  <dcterms:created xsi:type="dcterms:W3CDTF">2016-12-25T02:27:54Z</dcterms:created>
  <dcterms:modified xsi:type="dcterms:W3CDTF">2025-09-19T05:56:28Z</dcterms:modified>
</cp:coreProperties>
</file>