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256" r:id="rId2"/>
    <p:sldId id="258" r:id="rId3"/>
    <p:sldId id="259" r:id="rId4"/>
    <p:sldId id="304" r:id="rId5"/>
    <p:sldId id="303" r:id="rId6"/>
    <p:sldId id="340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5" r:id="rId18"/>
    <p:sldId id="305" r:id="rId19"/>
    <p:sldId id="296" r:id="rId20"/>
    <p:sldId id="297" r:id="rId21"/>
    <p:sldId id="298" r:id="rId22"/>
    <p:sldId id="299" r:id="rId23"/>
    <p:sldId id="341" r:id="rId24"/>
    <p:sldId id="332" r:id="rId25"/>
    <p:sldId id="300" r:id="rId26"/>
    <p:sldId id="301" r:id="rId27"/>
    <p:sldId id="333" r:id="rId28"/>
    <p:sldId id="307" r:id="rId29"/>
    <p:sldId id="334" r:id="rId30"/>
    <p:sldId id="310" r:id="rId31"/>
    <p:sldId id="309" r:id="rId32"/>
    <p:sldId id="311" r:id="rId33"/>
    <p:sldId id="312" r:id="rId34"/>
    <p:sldId id="342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36" r:id="rId43"/>
    <p:sldId id="337" r:id="rId44"/>
    <p:sldId id="339" r:id="rId45"/>
    <p:sldId id="335" r:id="rId46"/>
    <p:sldId id="320" r:id="rId47"/>
    <p:sldId id="321" r:id="rId48"/>
    <p:sldId id="343" r:id="rId49"/>
    <p:sldId id="345" r:id="rId50"/>
    <p:sldId id="323" r:id="rId51"/>
    <p:sldId id="324" r:id="rId52"/>
    <p:sldId id="325" r:id="rId53"/>
    <p:sldId id="326" r:id="rId54"/>
    <p:sldId id="327" r:id="rId55"/>
    <p:sldId id="346" r:id="rId56"/>
    <p:sldId id="347" r:id="rId57"/>
    <p:sldId id="349" r:id="rId58"/>
    <p:sldId id="348" r:id="rId59"/>
    <p:sldId id="351" r:id="rId60"/>
    <p:sldId id="350" r:id="rId61"/>
    <p:sldId id="352" r:id="rId62"/>
    <p:sldId id="329" r:id="rId63"/>
    <p:sldId id="330" r:id="rId64"/>
    <p:sldId id="331" r:id="rId65"/>
    <p:sldId id="353" r:id="rId66"/>
    <p:sldId id="362" r:id="rId67"/>
    <p:sldId id="363" r:id="rId68"/>
    <p:sldId id="364" r:id="rId69"/>
  </p:sldIdLst>
  <p:sldSz cx="12192000" cy="6858000"/>
  <p:notesSz cx="6858000" cy="9144000"/>
  <p:custDataLst>
    <p:tags r:id="rId7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C2B51"/>
    <a:srgbClr val="3B424B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40" autoAdjust="0"/>
    <p:restoredTop sz="91253" autoAdjust="0"/>
  </p:normalViewPr>
  <p:slideViewPr>
    <p:cSldViewPr snapToGrid="0" showGuides="1">
      <p:cViewPr>
        <p:scale>
          <a:sx n="50" d="100"/>
          <a:sy n="50" d="100"/>
        </p:scale>
        <p:origin x="884" y="3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BF683-AC86-403B-A852-6E7156679794}" type="datetimeFigureOut">
              <a:rPr lang="zh-CN" altLang="en-US" smtClean="0"/>
              <a:t>2023/10/25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E7456-78A7-456A-984B-3DC2BFF0CC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84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3E7456-78A7-456A-984B-3DC2BFF0CC5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296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3E7456-78A7-456A-984B-3DC2BFF0CC5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889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3E7456-78A7-456A-984B-3DC2BFF0CC5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961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3E7456-78A7-456A-984B-3DC2BFF0CC5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820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3E7456-78A7-456A-984B-3DC2BFF0CC5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346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3E7456-78A7-456A-984B-3DC2BFF0CC5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820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在</a:t>
            </a:r>
            <a:r>
              <a:rPr lang="en-US" altLang="zh-CN" sz="1200" dirty="0"/>
              <a:t>C</a:t>
            </a:r>
            <a:r>
              <a:rPr lang="zh-CN" altLang="en-US" sz="1200" dirty="0"/>
              <a:t>语言中，怎样表示各种条件，判断条件的依据又是什么呢？</a:t>
            </a:r>
          </a:p>
          <a:p>
            <a:r>
              <a:rPr lang="zh-CN" altLang="en-US" dirty="0"/>
              <a:t>条件</a:t>
            </a:r>
            <a:r>
              <a:rPr lang="en-US" altLang="zh-CN" dirty="0"/>
              <a:t>1—</a:t>
            </a:r>
            <a:r>
              <a:rPr lang="zh-CN" altLang="en-US" dirty="0"/>
              <a:t>游客身高大于</a:t>
            </a:r>
            <a:r>
              <a:rPr lang="en-US" altLang="zh-CN" dirty="0"/>
              <a:t>1.4</a:t>
            </a:r>
            <a:r>
              <a:rPr lang="zh-CN" altLang="en-US" dirty="0"/>
              <a:t>米</a:t>
            </a:r>
          </a:p>
          <a:p>
            <a:r>
              <a:rPr lang="zh-CN" altLang="en-US" dirty="0"/>
              <a:t>条件</a:t>
            </a:r>
            <a:r>
              <a:rPr lang="en-US" altLang="zh-CN" dirty="0"/>
              <a:t>2—</a:t>
            </a:r>
            <a:r>
              <a:rPr lang="zh-CN" altLang="en-US" dirty="0"/>
              <a:t>游客年龄在</a:t>
            </a:r>
            <a:r>
              <a:rPr lang="en-US" altLang="zh-CN" dirty="0"/>
              <a:t>16</a:t>
            </a:r>
            <a:r>
              <a:rPr lang="zh-CN" altLang="en-US" dirty="0"/>
              <a:t>岁至</a:t>
            </a:r>
            <a:r>
              <a:rPr lang="en-US" altLang="zh-CN" dirty="0"/>
              <a:t>65</a:t>
            </a:r>
            <a:r>
              <a:rPr lang="zh-CN" altLang="en-US" dirty="0"/>
              <a:t>岁之间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条件</a:t>
            </a:r>
            <a:r>
              <a:rPr lang="en-US" altLang="zh-CN" dirty="0"/>
              <a:t>1—</a:t>
            </a:r>
            <a:r>
              <a:rPr lang="zh-CN" altLang="en-US" dirty="0"/>
              <a:t>游客身高大于</a:t>
            </a:r>
            <a:r>
              <a:rPr lang="en-US" altLang="zh-CN" dirty="0"/>
              <a:t>1.0</a:t>
            </a:r>
            <a:r>
              <a:rPr lang="zh-CN" altLang="en-US" dirty="0"/>
              <a:t>米</a:t>
            </a:r>
            <a:endParaRPr lang="en-US" altLang="zh-CN" dirty="0"/>
          </a:p>
          <a:p>
            <a:r>
              <a:rPr lang="zh-CN" altLang="en-US" dirty="0"/>
              <a:t>条件</a:t>
            </a:r>
            <a:r>
              <a:rPr lang="en-US" altLang="zh-CN" dirty="0"/>
              <a:t>2—</a:t>
            </a:r>
            <a:r>
              <a:rPr lang="zh-CN" altLang="en-US" dirty="0"/>
              <a:t>游客身高小于等于</a:t>
            </a:r>
            <a:r>
              <a:rPr lang="en-US" altLang="zh-CN" dirty="0"/>
              <a:t>1.4</a:t>
            </a:r>
            <a:r>
              <a:rPr lang="zh-CN" altLang="en-US" dirty="0"/>
              <a:t>米</a:t>
            </a:r>
            <a:endParaRPr lang="en-US" altLang="zh-CN" dirty="0"/>
          </a:p>
          <a:p>
            <a:r>
              <a:rPr lang="zh-CN" altLang="en-US" dirty="0"/>
              <a:t>条件</a:t>
            </a:r>
            <a:r>
              <a:rPr lang="en-US" altLang="zh-CN" dirty="0"/>
              <a:t>3—</a:t>
            </a:r>
            <a:r>
              <a:rPr lang="zh-CN" altLang="en-US" dirty="0"/>
              <a:t>游客年龄小于等于</a:t>
            </a:r>
            <a:r>
              <a:rPr lang="en-US" altLang="zh-CN" dirty="0"/>
              <a:t>16</a:t>
            </a:r>
            <a:r>
              <a:rPr lang="zh-CN" altLang="en-US" dirty="0"/>
              <a:t>岁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ECB717-5D0E-4DEF-BC2B-D97F28916E9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036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常见错误</a:t>
            </a:r>
            <a:endParaRPr lang="zh-CN" altLang="zh-CN" dirty="0"/>
          </a:p>
          <a:p>
            <a:pPr lvl="1"/>
            <a:r>
              <a:rPr lang="zh-CN" altLang="zh-CN" dirty="0"/>
              <a:t>条件表示时，“</a:t>
            </a:r>
            <a:r>
              <a:rPr lang="en-US" altLang="zh-CN" dirty="0"/>
              <a:t>==</a:t>
            </a:r>
            <a:r>
              <a:rPr lang="zh-CN" altLang="zh-CN" dirty="0"/>
              <a:t>” 运算符误写作“</a:t>
            </a:r>
            <a:r>
              <a:rPr lang="en-US" altLang="zh-CN" dirty="0"/>
              <a:t>=</a:t>
            </a:r>
            <a:r>
              <a:rPr lang="zh-CN" altLang="zh-CN" dirty="0"/>
              <a:t>”运算符</a:t>
            </a:r>
          </a:p>
          <a:p>
            <a:pPr lvl="1"/>
            <a:r>
              <a:rPr lang="zh-CN" altLang="zh-CN" dirty="0"/>
              <a:t>数值</a:t>
            </a:r>
            <a:r>
              <a:rPr lang="en-US" altLang="zh-CN" dirty="0"/>
              <a:t>0</a:t>
            </a:r>
            <a:r>
              <a:rPr lang="zh-CN" altLang="zh-CN" dirty="0"/>
              <a:t>、</a:t>
            </a:r>
            <a:r>
              <a:rPr lang="en-US" altLang="zh-CN" dirty="0"/>
              <a:t>1</a:t>
            </a:r>
            <a:r>
              <a:rPr lang="zh-CN" altLang="zh-CN" dirty="0"/>
              <a:t>、</a:t>
            </a:r>
            <a:r>
              <a:rPr lang="en-US" altLang="zh-CN" dirty="0"/>
              <a:t>…</a:t>
            </a:r>
            <a:r>
              <a:rPr lang="zh-CN" altLang="zh-CN" dirty="0"/>
              <a:t>、</a:t>
            </a:r>
            <a:r>
              <a:rPr lang="en-US" altLang="zh-CN" dirty="0"/>
              <a:t>9</a:t>
            </a:r>
            <a:r>
              <a:rPr lang="zh-CN" altLang="zh-CN" dirty="0"/>
              <a:t>与数字字符</a:t>
            </a:r>
            <a:r>
              <a:rPr lang="en-US" altLang="zh-CN" dirty="0"/>
              <a:t>’0’</a:t>
            </a:r>
            <a:r>
              <a:rPr lang="zh-CN" altLang="zh-CN" dirty="0"/>
              <a:t>、</a:t>
            </a:r>
            <a:r>
              <a:rPr lang="en-US" altLang="zh-CN" dirty="0"/>
              <a:t>’1’</a:t>
            </a:r>
            <a:r>
              <a:rPr lang="zh-CN" altLang="zh-CN" dirty="0"/>
              <a:t>、</a:t>
            </a:r>
            <a:r>
              <a:rPr lang="en-US" altLang="zh-CN" dirty="0"/>
              <a:t>…</a:t>
            </a:r>
            <a:r>
              <a:rPr lang="zh-CN" altLang="zh-CN" dirty="0"/>
              <a:t>、</a:t>
            </a:r>
            <a:r>
              <a:rPr lang="en-US" altLang="zh-CN" dirty="0"/>
              <a:t>’9’</a:t>
            </a:r>
            <a:r>
              <a:rPr lang="zh-CN" altLang="zh-CN" dirty="0"/>
              <a:t>的混淆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ECB717-5D0E-4DEF-BC2B-D97F28916E99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069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常见错误</a:t>
            </a:r>
          </a:p>
          <a:p>
            <a:r>
              <a:rPr lang="zh-CN" altLang="en-US" dirty="0"/>
              <a:t>相同形式的数学表达式与</a:t>
            </a:r>
            <a:r>
              <a:rPr lang="en-US" altLang="zh-CN" dirty="0"/>
              <a:t>C</a:t>
            </a:r>
            <a:r>
              <a:rPr lang="zh-CN" altLang="en-US" dirty="0"/>
              <a:t>语言表达式的含义是不一样的</a:t>
            </a:r>
          </a:p>
          <a:p>
            <a:r>
              <a:rPr lang="zh-CN" altLang="en-US" dirty="0"/>
              <a:t>条件：游客年龄在</a:t>
            </a:r>
            <a:r>
              <a:rPr lang="en-US" altLang="zh-CN" dirty="0"/>
              <a:t>16</a:t>
            </a:r>
            <a:r>
              <a:rPr lang="zh-CN" altLang="en-US" dirty="0"/>
              <a:t>岁至</a:t>
            </a:r>
            <a:r>
              <a:rPr lang="en-US" altLang="zh-CN" dirty="0"/>
              <a:t>65</a:t>
            </a:r>
            <a:r>
              <a:rPr lang="zh-CN" altLang="en-US" dirty="0"/>
              <a:t>岁之间</a:t>
            </a:r>
          </a:p>
          <a:p>
            <a:r>
              <a:rPr lang="zh-CN" altLang="en-US" dirty="0"/>
              <a:t>数学表达式可以表示为：</a:t>
            </a:r>
            <a:r>
              <a:rPr lang="en-US" altLang="zh-CN" dirty="0"/>
              <a:t>16&lt;age&lt;65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C</a:t>
            </a:r>
            <a:r>
              <a:rPr lang="zh-CN" altLang="en-US" dirty="0"/>
              <a:t>语言表示为：</a:t>
            </a:r>
            <a:r>
              <a:rPr lang="en-US" altLang="zh-CN" dirty="0"/>
              <a:t>age&gt;16 &amp;&amp; age&lt;65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ECB717-5D0E-4DEF-BC2B-D97F28916E99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92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分析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	</a:t>
            </a:r>
            <a:r>
              <a:rPr lang="en-US" altLang="zh-CN" dirty="0"/>
              <a:t>number</a:t>
            </a:r>
            <a:r>
              <a:rPr lang="zh-CN" altLang="en-US" dirty="0"/>
              <a:t>是偶数。</a:t>
            </a:r>
          </a:p>
          <a:p>
            <a:pPr marL="0" indent="0">
              <a:buNone/>
            </a:pPr>
            <a:r>
              <a:rPr lang="zh-CN" altLang="en-US" dirty="0"/>
              <a:t>                     设</a:t>
            </a:r>
            <a:r>
              <a:rPr lang="en-US" altLang="zh-CN" dirty="0"/>
              <a:t>number</a:t>
            </a:r>
            <a:r>
              <a:rPr lang="zh-CN" altLang="en-US" dirty="0"/>
              <a:t>为</a:t>
            </a:r>
            <a:r>
              <a:rPr lang="en-US" altLang="zh-CN" dirty="0" err="1"/>
              <a:t>int</a:t>
            </a:r>
            <a:r>
              <a:rPr lang="zh-CN" altLang="en-US" dirty="0"/>
              <a:t>型变量，则对应表达式为：      </a:t>
            </a:r>
            <a:r>
              <a:rPr lang="en-US" altLang="zh-CN" dirty="0"/>
              <a:t>number%2==0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	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中有一个小于</a:t>
            </a:r>
            <a:r>
              <a:rPr lang="en-US" altLang="zh-CN" dirty="0"/>
              <a:t>z</a:t>
            </a:r>
            <a:r>
              <a:rPr lang="zh-CN" altLang="en-US" dirty="0"/>
              <a:t>。   </a:t>
            </a:r>
          </a:p>
          <a:p>
            <a:pPr marL="0" indent="0">
              <a:buNone/>
            </a:pPr>
            <a:r>
              <a:rPr lang="zh-CN" altLang="en-US" dirty="0"/>
              <a:t>                     设</a:t>
            </a:r>
            <a:r>
              <a:rPr lang="en-US" altLang="zh-CN" dirty="0"/>
              <a:t>x</a:t>
            </a:r>
            <a:r>
              <a:rPr lang="zh-CN" altLang="en-US" dirty="0"/>
              <a:t>、</a:t>
            </a:r>
            <a:r>
              <a:rPr lang="en-US" altLang="zh-CN" dirty="0"/>
              <a:t>y</a:t>
            </a:r>
            <a:r>
              <a:rPr lang="zh-CN" altLang="en-US" dirty="0"/>
              <a:t>、</a:t>
            </a:r>
            <a:r>
              <a:rPr lang="en-US" altLang="zh-CN" dirty="0"/>
              <a:t>z</a:t>
            </a:r>
            <a:r>
              <a:rPr lang="zh-CN" altLang="en-US" dirty="0"/>
              <a:t>均为</a:t>
            </a:r>
            <a:r>
              <a:rPr lang="en-US" altLang="zh-CN" dirty="0" err="1"/>
              <a:t>int</a:t>
            </a:r>
            <a:r>
              <a:rPr lang="zh-CN" altLang="en-US" dirty="0"/>
              <a:t>型变量，则对应表达式为：       </a:t>
            </a:r>
            <a:r>
              <a:rPr lang="en-US" altLang="zh-CN" dirty="0"/>
              <a:t>(x&lt;z)||(y&lt;z)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	</a:t>
            </a:r>
            <a:r>
              <a:rPr lang="en-US" altLang="zh-CN" dirty="0"/>
              <a:t>x</a:t>
            </a:r>
            <a:r>
              <a:rPr lang="zh-CN" altLang="en-US" dirty="0"/>
              <a:t>、</a:t>
            </a:r>
            <a:r>
              <a:rPr lang="en-US" altLang="zh-CN" dirty="0"/>
              <a:t>y</a:t>
            </a:r>
            <a:r>
              <a:rPr lang="zh-CN" altLang="en-US" dirty="0"/>
              <a:t>和</a:t>
            </a:r>
            <a:r>
              <a:rPr lang="en-US" altLang="zh-CN" dirty="0"/>
              <a:t>z</a:t>
            </a:r>
            <a:r>
              <a:rPr lang="zh-CN" altLang="en-US" dirty="0"/>
              <a:t>中有两个为负数。</a:t>
            </a:r>
          </a:p>
          <a:p>
            <a:pPr marL="0" indent="0">
              <a:buNone/>
            </a:pPr>
            <a:r>
              <a:rPr lang="zh-CN" altLang="en-US" dirty="0"/>
              <a:t>                     设</a:t>
            </a:r>
            <a:r>
              <a:rPr lang="en-US" altLang="zh-CN" dirty="0"/>
              <a:t>x</a:t>
            </a:r>
            <a:r>
              <a:rPr lang="zh-CN" altLang="en-US" dirty="0"/>
              <a:t>、</a:t>
            </a:r>
            <a:r>
              <a:rPr lang="en-US" altLang="zh-CN" dirty="0"/>
              <a:t>y</a:t>
            </a:r>
            <a:r>
              <a:rPr lang="zh-CN" altLang="en-US" dirty="0"/>
              <a:t>、</a:t>
            </a:r>
            <a:r>
              <a:rPr lang="en-US" altLang="zh-CN" dirty="0"/>
              <a:t>z</a:t>
            </a:r>
            <a:r>
              <a:rPr lang="zh-CN" altLang="en-US" dirty="0"/>
              <a:t>均为</a:t>
            </a:r>
            <a:r>
              <a:rPr lang="en-US" altLang="zh-CN" dirty="0" err="1"/>
              <a:t>int</a:t>
            </a:r>
            <a:r>
              <a:rPr lang="zh-CN" altLang="en-US" dirty="0"/>
              <a:t>型变量，则对应表达式为：</a:t>
            </a:r>
          </a:p>
          <a:p>
            <a:pPr marL="0" indent="0">
              <a:buNone/>
            </a:pPr>
            <a:r>
              <a:rPr lang="zh-CN" altLang="en-US" dirty="0"/>
              <a:t>                       </a:t>
            </a:r>
            <a:r>
              <a:rPr lang="en-US" altLang="zh-CN" dirty="0"/>
              <a:t>(x&lt;0&amp;&amp;y&lt;0&amp;&amp;z&gt;=0)|| (x&gt;=0&amp;&amp;y&lt;0&amp;&amp;z&lt;0)|| (x&lt;0&amp;&amp;y&gt;=0&amp;&amp;z&lt;0)</a:t>
            </a:r>
          </a:p>
          <a:p>
            <a:pPr marL="0" indent="0">
              <a:buNone/>
            </a:pPr>
            <a:r>
              <a:rPr lang="zh-CN" altLang="en-US" b="1" dirty="0"/>
              <a:t>         注意</a:t>
            </a:r>
          </a:p>
          <a:p>
            <a:pPr marL="0" indent="0">
              <a:buNone/>
            </a:pPr>
            <a:r>
              <a:rPr lang="zh-CN" altLang="en-US" dirty="0"/>
              <a:t>         一个条件的逻辑表达式的形式不是唯一的，例如（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中有一个小于</a:t>
            </a:r>
            <a:r>
              <a:rPr lang="en-US" altLang="zh-CN" dirty="0"/>
              <a:t>z</a:t>
            </a:r>
            <a:r>
              <a:rPr lang="zh-CN" altLang="en-US" dirty="0"/>
              <a:t>的逻辑表达式也可以是如下形式</a:t>
            </a:r>
          </a:p>
          <a:p>
            <a:pPr marL="0" indent="0">
              <a:buNone/>
            </a:pPr>
            <a:r>
              <a:rPr lang="en-US" altLang="zh-CN" dirty="0"/>
              <a:t>         ((x&lt;z)||(y&lt;z))==1</a:t>
            </a:r>
            <a:r>
              <a:rPr lang="zh-CN" altLang="en-US" dirty="0"/>
              <a:t>；</a:t>
            </a:r>
          </a:p>
          <a:p>
            <a:pPr marL="0" indent="0">
              <a:buNone/>
            </a:pPr>
            <a:r>
              <a:rPr lang="en-US" altLang="zh-CN" dirty="0"/>
              <a:t>         ((x&lt;z)||(y&lt;z))!=0</a:t>
            </a:r>
            <a:r>
              <a:rPr lang="zh-CN" altLang="en-US" dirty="0"/>
              <a:t>；</a:t>
            </a:r>
          </a:p>
          <a:p>
            <a:pPr marL="0" indent="0">
              <a:buNone/>
            </a:pPr>
            <a:r>
              <a:rPr lang="zh-CN" altLang="en-US" dirty="0"/>
              <a:t>         </a:t>
            </a:r>
            <a:r>
              <a:rPr lang="en-US" altLang="zh-CN" dirty="0"/>
              <a:t>(z-x)*(z-y)&lt;0</a:t>
            </a:r>
            <a:r>
              <a:rPr lang="zh-CN" altLang="en-US" dirty="0"/>
              <a:t>；</a:t>
            </a:r>
          </a:p>
          <a:p>
            <a:pPr marL="0" indent="0">
              <a:buNone/>
            </a:pPr>
            <a:r>
              <a:rPr lang="zh-CN" altLang="en-US" dirty="0"/>
              <a:t>         </a:t>
            </a:r>
            <a:r>
              <a:rPr lang="en-US" altLang="zh-CN" dirty="0"/>
              <a:t>(x&lt;z&amp;&amp;y&gt;=z)||(x&gt;=z&amp;&amp;y&lt;z)|| (x&lt;z&amp;&amp;y&lt;z)</a:t>
            </a:r>
            <a:r>
              <a:rPr lang="zh-CN" altLang="en-US" dirty="0"/>
              <a:t>；等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ECB717-5D0E-4DEF-BC2B-D97F28916E99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519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fld id="{7509FB1E-2190-4A83-8EB4-9979D386472F}" type="slidenum">
              <a:rPr lang="en-US" altLang="zh-CN" sz="1200" smtClean="0">
                <a:latin typeface="Times New Roman" pitchFamily="18" charset="0"/>
                <a:ea typeface="宋体" charset="-122"/>
              </a:rPr>
              <a:pPr/>
              <a:t>17</a:t>
            </a:fld>
            <a:endParaRPr lang="en-US" altLang="zh-CN" sz="1200"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94723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3E7456-78A7-456A-984B-3DC2BFF0CC5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345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条件语句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根据给定条件是否成立来决定是否执行指定操作的语句，也叫</a:t>
            </a:r>
            <a:r>
              <a:rPr lang="en-US" altLang="zh-CN" dirty="0"/>
              <a:t>if</a:t>
            </a:r>
            <a:r>
              <a:rPr lang="zh-CN" altLang="en-US" dirty="0"/>
              <a:t>语句</a:t>
            </a:r>
            <a:endParaRPr lang="en-US" altLang="zh-CN" dirty="0"/>
          </a:p>
          <a:p>
            <a:r>
              <a:rPr lang="zh-CN" altLang="en-US" dirty="0"/>
              <a:t>单分支结构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可用一个选项的</a:t>
            </a:r>
            <a:r>
              <a:rPr lang="en-US" altLang="zh-CN" dirty="0"/>
              <a:t>if</a:t>
            </a:r>
            <a:r>
              <a:rPr lang="zh-CN" altLang="en-US" dirty="0"/>
              <a:t>语句实现</a:t>
            </a:r>
            <a:endParaRPr lang="en-US" altLang="zh-CN" dirty="0"/>
          </a:p>
          <a:p>
            <a:r>
              <a:rPr lang="en-US" altLang="zh-CN" dirty="0"/>
              <a:t>if</a:t>
            </a:r>
            <a:r>
              <a:rPr lang="zh-CN" altLang="en-US" dirty="0"/>
              <a:t>语句的一般形式为</a:t>
            </a:r>
          </a:p>
          <a:p>
            <a:pPr marL="0" indent="0">
              <a:buNone/>
            </a:pPr>
            <a:r>
              <a:rPr lang="en-US" altLang="zh-CN" dirty="0"/>
              <a:t>             if(</a:t>
            </a:r>
            <a:r>
              <a:rPr lang="zh-CN" altLang="en-US" dirty="0"/>
              <a:t>表达式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                 </a:t>
            </a:r>
            <a:r>
              <a:rPr lang="zh-CN" altLang="en-US" dirty="0"/>
              <a:t>语句</a:t>
            </a:r>
            <a:r>
              <a:rPr lang="en-US" altLang="zh-CN" dirty="0"/>
              <a:t>1 </a:t>
            </a:r>
          </a:p>
          <a:p>
            <a:r>
              <a:rPr lang="zh-CN" altLang="en-US" dirty="0"/>
              <a:t>其中</a:t>
            </a:r>
          </a:p>
          <a:p>
            <a:pPr lvl="1"/>
            <a:r>
              <a:rPr lang="zh-CN" altLang="en-US" dirty="0"/>
              <a:t>表达式可以是关系表达式、逻辑表达式或数值表达式。</a:t>
            </a:r>
          </a:p>
          <a:p>
            <a:pPr lvl="1"/>
            <a:r>
              <a:rPr lang="zh-CN" altLang="en-US" dirty="0"/>
              <a:t>语句</a:t>
            </a:r>
            <a:r>
              <a:rPr lang="en-US" altLang="zh-CN" dirty="0"/>
              <a:t>1</a:t>
            </a:r>
            <a:r>
              <a:rPr lang="zh-CN" altLang="en-US" dirty="0"/>
              <a:t>为内嵌语句，只允许是一条语句，可以是简单的语句、复合语句或者另一个</a:t>
            </a:r>
            <a:r>
              <a:rPr lang="en-US" altLang="zh-CN" dirty="0"/>
              <a:t>if</a:t>
            </a:r>
            <a:r>
              <a:rPr lang="zh-CN" altLang="en-US" dirty="0"/>
              <a:t>语句等                                             </a:t>
            </a:r>
          </a:p>
          <a:p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执行过程</a:t>
            </a:r>
          </a:p>
          <a:p>
            <a:pPr lvl="1"/>
            <a:r>
              <a:rPr lang="zh-CN" altLang="en-US" dirty="0"/>
              <a:t>先求解表达式</a:t>
            </a:r>
          </a:p>
          <a:p>
            <a:pPr lvl="1"/>
            <a:r>
              <a:rPr lang="zh-CN" altLang="en-US" dirty="0"/>
              <a:t>如果表达式的值为“真”，则执行语句</a:t>
            </a:r>
            <a:r>
              <a:rPr lang="en-US" altLang="zh-CN" dirty="0"/>
              <a:t>1</a:t>
            </a:r>
            <a:endParaRPr lang="zh-CN" altLang="en-US" dirty="0"/>
          </a:p>
          <a:p>
            <a:pPr lvl="1"/>
            <a:r>
              <a:rPr lang="zh-CN" altLang="en-US" dirty="0"/>
              <a:t>否则，如果表达式的值为“假”，则什么都不做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ECB717-5D0E-4DEF-BC2B-D97F28916E99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5000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条件语句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根据给定条件是否成立来决定是否执行指定操作的语句，也叫</a:t>
            </a:r>
            <a:r>
              <a:rPr lang="en-US" altLang="zh-CN" dirty="0"/>
              <a:t>if</a:t>
            </a:r>
            <a:r>
              <a:rPr lang="zh-CN" altLang="en-US" dirty="0"/>
              <a:t>语句</a:t>
            </a:r>
            <a:endParaRPr lang="en-US" altLang="zh-CN" dirty="0"/>
          </a:p>
          <a:p>
            <a:r>
              <a:rPr lang="zh-CN" altLang="en-US" dirty="0"/>
              <a:t>单分支结构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可用一个选项的</a:t>
            </a:r>
            <a:r>
              <a:rPr lang="en-US" altLang="zh-CN" dirty="0"/>
              <a:t>if</a:t>
            </a:r>
            <a:r>
              <a:rPr lang="zh-CN" altLang="en-US" dirty="0"/>
              <a:t>语句实现</a:t>
            </a:r>
            <a:endParaRPr lang="en-US" altLang="zh-CN" dirty="0"/>
          </a:p>
          <a:p>
            <a:r>
              <a:rPr lang="en-US" altLang="zh-CN" dirty="0"/>
              <a:t>if</a:t>
            </a:r>
            <a:r>
              <a:rPr lang="zh-CN" altLang="en-US" dirty="0"/>
              <a:t>语句的一般形式为</a:t>
            </a:r>
          </a:p>
          <a:p>
            <a:pPr marL="0" indent="0">
              <a:buNone/>
            </a:pPr>
            <a:r>
              <a:rPr lang="en-US" altLang="zh-CN" dirty="0"/>
              <a:t>             if(</a:t>
            </a:r>
            <a:r>
              <a:rPr lang="zh-CN" altLang="en-US" dirty="0"/>
              <a:t>表达式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                 </a:t>
            </a:r>
            <a:r>
              <a:rPr lang="zh-CN" altLang="en-US" dirty="0"/>
              <a:t>语句</a:t>
            </a:r>
            <a:r>
              <a:rPr lang="en-US" altLang="zh-CN" dirty="0"/>
              <a:t>1 </a:t>
            </a:r>
          </a:p>
          <a:p>
            <a:r>
              <a:rPr lang="zh-CN" altLang="en-US" dirty="0"/>
              <a:t>其中</a:t>
            </a:r>
          </a:p>
          <a:p>
            <a:pPr lvl="1"/>
            <a:r>
              <a:rPr lang="zh-CN" altLang="en-US" dirty="0"/>
              <a:t>表达式可以是关系表达式、逻辑表达式或数值表达式。</a:t>
            </a:r>
          </a:p>
          <a:p>
            <a:pPr lvl="1"/>
            <a:r>
              <a:rPr lang="zh-CN" altLang="en-US" dirty="0"/>
              <a:t>语句</a:t>
            </a:r>
            <a:r>
              <a:rPr lang="en-US" altLang="zh-CN" dirty="0"/>
              <a:t>1</a:t>
            </a:r>
            <a:r>
              <a:rPr lang="zh-CN" altLang="en-US" dirty="0"/>
              <a:t>为内嵌语句，只允许是一条语句，可以是简单的语句、复合语句或者另一个</a:t>
            </a:r>
            <a:r>
              <a:rPr lang="en-US" altLang="zh-CN" dirty="0"/>
              <a:t>if</a:t>
            </a:r>
            <a:r>
              <a:rPr lang="zh-CN" altLang="en-US" dirty="0"/>
              <a:t>语句等                                             </a:t>
            </a:r>
          </a:p>
          <a:p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执行过程</a:t>
            </a:r>
          </a:p>
          <a:p>
            <a:pPr lvl="1"/>
            <a:r>
              <a:rPr lang="zh-CN" altLang="en-US" dirty="0"/>
              <a:t>先求解表达式</a:t>
            </a:r>
          </a:p>
          <a:p>
            <a:pPr lvl="1"/>
            <a:r>
              <a:rPr lang="zh-CN" altLang="en-US" dirty="0"/>
              <a:t>如果表达式的值为“真”，则执行语句</a:t>
            </a:r>
            <a:r>
              <a:rPr lang="en-US" altLang="zh-CN" dirty="0"/>
              <a:t>1</a:t>
            </a:r>
            <a:endParaRPr lang="zh-CN" altLang="en-US" dirty="0"/>
          </a:p>
          <a:p>
            <a:pPr lvl="1"/>
            <a:r>
              <a:rPr lang="zh-CN" altLang="en-US" dirty="0"/>
              <a:t>否则，如果表达式的值为“假”，则什么都不做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ECB717-5D0E-4DEF-BC2B-D97F28916E99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2605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FF3300"/>
                </a:solidFill>
              </a:rPr>
              <a:t>提示：若该年份能被</a:t>
            </a:r>
            <a:r>
              <a:rPr lang="en-US" altLang="zh-CN" sz="1200" dirty="0">
                <a:solidFill>
                  <a:srgbClr val="FF3300"/>
                </a:solidFill>
              </a:rPr>
              <a:t>4</a:t>
            </a:r>
            <a:r>
              <a:rPr lang="zh-CN" altLang="en-US" sz="1200" dirty="0">
                <a:solidFill>
                  <a:srgbClr val="FF3300"/>
                </a:solidFill>
              </a:rPr>
              <a:t>整除且不能被</a:t>
            </a:r>
          </a:p>
          <a:p>
            <a:r>
              <a:rPr lang="zh-CN" altLang="en-US" sz="1200" dirty="0">
                <a:solidFill>
                  <a:srgbClr val="FF3300"/>
                </a:solidFill>
              </a:rPr>
              <a:t>            </a:t>
            </a:r>
            <a:r>
              <a:rPr lang="en-US" altLang="zh-CN" sz="1200" dirty="0">
                <a:solidFill>
                  <a:srgbClr val="FF3300"/>
                </a:solidFill>
              </a:rPr>
              <a:t>100</a:t>
            </a:r>
            <a:r>
              <a:rPr lang="zh-CN" altLang="en-US" sz="1200" dirty="0">
                <a:solidFill>
                  <a:srgbClr val="FF3300"/>
                </a:solidFill>
              </a:rPr>
              <a:t>整除或者该年份能被</a:t>
            </a:r>
            <a:r>
              <a:rPr lang="en-US" altLang="zh-CN" sz="1200" dirty="0">
                <a:solidFill>
                  <a:srgbClr val="FF3300"/>
                </a:solidFill>
              </a:rPr>
              <a:t>400</a:t>
            </a:r>
            <a:r>
              <a:rPr lang="zh-CN" altLang="en-US" sz="1200" dirty="0">
                <a:solidFill>
                  <a:srgbClr val="FF3300"/>
                </a:solidFill>
              </a:rPr>
              <a:t>整</a:t>
            </a:r>
          </a:p>
          <a:p>
            <a:r>
              <a:rPr lang="zh-CN" altLang="en-US" sz="1200" dirty="0">
                <a:solidFill>
                  <a:srgbClr val="FF3300"/>
                </a:solidFill>
              </a:rPr>
              <a:t>            除，则该年是闰年，否则不是。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ECB717-5D0E-4DEF-BC2B-D97F28916E99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2466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3E7456-78A7-456A-984B-3DC2BFF0CC5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9966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zh-CN" b="1" dirty="0"/>
              <a:t>执行过程</a:t>
            </a:r>
            <a:endParaRPr lang="zh-CN" altLang="zh-CN" dirty="0"/>
          </a:p>
          <a:p>
            <a:pPr lvl="1"/>
            <a:r>
              <a:rPr lang="en-US" altLang="zh-CN" dirty="0"/>
              <a:t> </a:t>
            </a:r>
            <a:r>
              <a:rPr lang="zh-CN" altLang="zh-CN" dirty="0"/>
              <a:t>首先计算表达式</a:t>
            </a:r>
            <a:r>
              <a:rPr lang="en-US" altLang="zh-CN" dirty="0"/>
              <a:t>1</a:t>
            </a:r>
            <a:r>
              <a:rPr lang="zh-CN" altLang="zh-CN" dirty="0"/>
              <a:t>的值</a:t>
            </a:r>
          </a:p>
          <a:p>
            <a:pPr lvl="1"/>
            <a:r>
              <a:rPr lang="en-US" altLang="zh-CN" dirty="0"/>
              <a:t> </a:t>
            </a:r>
            <a:r>
              <a:rPr lang="zh-CN" altLang="zh-CN" dirty="0"/>
              <a:t>如果表达式</a:t>
            </a:r>
            <a:r>
              <a:rPr lang="en-US" altLang="zh-CN" dirty="0"/>
              <a:t>1</a:t>
            </a:r>
            <a:r>
              <a:rPr lang="zh-CN" altLang="zh-CN" dirty="0"/>
              <a:t>的值为非</a:t>
            </a:r>
            <a:r>
              <a:rPr lang="en-US" altLang="zh-CN" dirty="0"/>
              <a:t>0</a:t>
            </a:r>
            <a:r>
              <a:rPr lang="zh-CN" altLang="zh-CN" dirty="0"/>
              <a:t>，整个表达式的值为表达式</a:t>
            </a:r>
            <a:r>
              <a:rPr lang="en-US" altLang="zh-CN" dirty="0"/>
              <a:t>2</a:t>
            </a:r>
            <a:r>
              <a:rPr lang="zh-CN" altLang="zh-CN" dirty="0"/>
              <a:t>的值</a:t>
            </a:r>
          </a:p>
          <a:p>
            <a:pPr lvl="1"/>
            <a:r>
              <a:rPr lang="en-US" altLang="zh-CN" dirty="0"/>
              <a:t> </a:t>
            </a:r>
            <a:r>
              <a:rPr lang="zh-CN" altLang="zh-CN" dirty="0"/>
              <a:t>如果表达式</a:t>
            </a:r>
            <a:r>
              <a:rPr lang="en-US" altLang="zh-CN" dirty="0"/>
              <a:t>1</a:t>
            </a:r>
            <a:r>
              <a:rPr lang="zh-CN" altLang="zh-CN" dirty="0"/>
              <a:t>的值为</a:t>
            </a:r>
            <a:r>
              <a:rPr lang="en-US" altLang="zh-CN" dirty="0"/>
              <a:t>0</a:t>
            </a:r>
            <a:r>
              <a:rPr lang="zh-CN" altLang="zh-CN" dirty="0"/>
              <a:t>，整个表达式的值为表达式</a:t>
            </a:r>
            <a:r>
              <a:rPr lang="en-US" altLang="zh-CN" dirty="0"/>
              <a:t>3</a:t>
            </a:r>
            <a:r>
              <a:rPr lang="zh-CN" altLang="zh-CN" dirty="0"/>
              <a:t>的值</a:t>
            </a:r>
          </a:p>
          <a:p>
            <a:r>
              <a:rPr lang="en-US" altLang="zh-CN" dirty="0"/>
              <a:t> </a:t>
            </a:r>
            <a:r>
              <a:rPr lang="zh-CN" altLang="zh-CN" dirty="0"/>
              <a:t>整个表达式的类型</a:t>
            </a:r>
            <a:endParaRPr lang="en-US" altLang="zh-CN" dirty="0"/>
          </a:p>
          <a:p>
            <a:pPr lvl="1"/>
            <a:r>
              <a:rPr lang="zh-CN" altLang="zh-CN" dirty="0"/>
              <a:t>取决于表达式</a:t>
            </a:r>
            <a:r>
              <a:rPr lang="en-US" altLang="zh-CN" dirty="0"/>
              <a:t>2</a:t>
            </a:r>
            <a:r>
              <a:rPr lang="zh-CN" altLang="zh-CN" dirty="0"/>
              <a:t>和表达式</a:t>
            </a:r>
            <a:r>
              <a:rPr lang="en-US" altLang="zh-CN" dirty="0"/>
              <a:t>3</a:t>
            </a:r>
            <a:r>
              <a:rPr lang="zh-CN" altLang="zh-CN" dirty="0"/>
              <a:t>中类型高的那个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ECB717-5D0E-4DEF-BC2B-D97F28916E99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5057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嵌套的</a:t>
            </a:r>
            <a:r>
              <a:rPr lang="en-US" altLang="zh-CN" b="1" dirty="0"/>
              <a:t>if</a:t>
            </a:r>
            <a:r>
              <a:rPr lang="zh-CN" altLang="zh-CN" b="1" dirty="0"/>
              <a:t>语句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dirty="0"/>
              <a:t>       if-else</a:t>
            </a:r>
            <a:r>
              <a:rPr lang="zh-CN" altLang="zh-CN" dirty="0"/>
              <a:t>语句结构中的语句</a:t>
            </a:r>
            <a:r>
              <a:rPr lang="en-US" altLang="zh-CN" dirty="0"/>
              <a:t>1</a:t>
            </a:r>
            <a:r>
              <a:rPr lang="zh-CN" altLang="zh-CN" dirty="0"/>
              <a:t>或语句</a:t>
            </a:r>
            <a:r>
              <a:rPr lang="en-US" altLang="zh-CN" dirty="0"/>
              <a:t>2</a:t>
            </a:r>
            <a:r>
              <a:rPr lang="zh-CN" altLang="zh-CN" dirty="0"/>
              <a:t>又是一个</a:t>
            </a:r>
            <a:r>
              <a:rPr lang="en-US" altLang="zh-CN" dirty="0"/>
              <a:t>if</a:t>
            </a:r>
            <a:r>
              <a:rPr lang="zh-CN" altLang="zh-CN" dirty="0"/>
              <a:t>语句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zh-CN" altLang="zh-CN" dirty="0"/>
              <a:t>式中语句</a:t>
            </a:r>
            <a:r>
              <a:rPr lang="en-US" altLang="zh-CN" dirty="0"/>
              <a:t>1</a:t>
            </a:r>
            <a:r>
              <a:rPr lang="zh-CN" altLang="zh-CN" dirty="0"/>
              <a:t>、语句</a:t>
            </a:r>
            <a:r>
              <a:rPr lang="en-US" altLang="zh-CN" dirty="0"/>
              <a:t>2</a:t>
            </a:r>
            <a:r>
              <a:rPr lang="zh-CN" altLang="zh-CN" dirty="0"/>
              <a:t>、语句</a:t>
            </a:r>
            <a:r>
              <a:rPr lang="en-US" altLang="zh-CN" dirty="0"/>
              <a:t>3</a:t>
            </a:r>
            <a:r>
              <a:rPr lang="zh-CN" altLang="zh-CN" dirty="0"/>
              <a:t>、语句</a:t>
            </a:r>
            <a:r>
              <a:rPr lang="en-US" altLang="zh-CN" dirty="0"/>
              <a:t>4</a:t>
            </a:r>
            <a:r>
              <a:rPr lang="zh-CN" altLang="zh-CN" dirty="0"/>
              <a:t>又可以是复合语句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ECB717-5D0E-4DEF-BC2B-D97F28916E99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9317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 </a:t>
            </a:r>
            <a:r>
              <a:rPr lang="zh-CN" altLang="zh-CN" dirty="0"/>
              <a:t>分析</a:t>
            </a:r>
          </a:p>
          <a:p>
            <a:pPr marL="0" indent="0">
              <a:buNone/>
            </a:pPr>
            <a:r>
              <a:rPr lang="en-US" altLang="zh-CN" dirty="0"/>
              <a:t>         </a:t>
            </a:r>
            <a:r>
              <a:rPr lang="zh-CN" altLang="zh-CN" dirty="0"/>
              <a:t>由于游客年龄分了三类，相应的问候语有三种，就不能用一个没有内嵌</a:t>
            </a:r>
            <a:r>
              <a:rPr lang="en-US" altLang="zh-CN" dirty="0"/>
              <a:t>if</a:t>
            </a:r>
            <a:r>
              <a:rPr lang="zh-CN" altLang="zh-CN" dirty="0"/>
              <a:t>语句的</a:t>
            </a:r>
            <a:r>
              <a:rPr lang="en-US" altLang="zh-CN" dirty="0"/>
              <a:t>if</a:t>
            </a:r>
            <a:r>
              <a:rPr lang="zh-CN" altLang="zh-CN" dirty="0"/>
              <a:t>语句来实现，可以有两种方法来解决</a:t>
            </a:r>
          </a:p>
          <a:p>
            <a:pPr lvl="1"/>
            <a:r>
              <a:rPr lang="zh-CN" altLang="zh-CN" dirty="0"/>
              <a:t>先后用</a:t>
            </a:r>
            <a:r>
              <a:rPr lang="en-US" altLang="zh-CN" dirty="0"/>
              <a:t>3</a:t>
            </a:r>
            <a:r>
              <a:rPr lang="zh-CN" altLang="zh-CN" dirty="0"/>
              <a:t>个独立的</a:t>
            </a:r>
            <a:r>
              <a:rPr lang="en-US" altLang="zh-CN" dirty="0"/>
              <a:t>if</a:t>
            </a:r>
            <a:r>
              <a:rPr lang="zh-CN" altLang="zh-CN" dirty="0"/>
              <a:t>语句实现</a:t>
            </a:r>
            <a:endParaRPr lang="en-US" altLang="zh-CN" dirty="0"/>
          </a:p>
          <a:p>
            <a:pPr lvl="1"/>
            <a:r>
              <a:rPr lang="zh-CN" altLang="zh-CN" dirty="0"/>
              <a:t>用一个嵌套的</a:t>
            </a:r>
            <a:r>
              <a:rPr lang="en-US" altLang="zh-CN" dirty="0"/>
              <a:t>if</a:t>
            </a:r>
            <a:r>
              <a:rPr lang="zh-CN" altLang="zh-CN" dirty="0"/>
              <a:t>语句实现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ECB717-5D0E-4DEF-BC2B-D97F28916E99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4916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10-14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3E7456-78A7-456A-984B-3DC2BFF0CC5D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5456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在公式中</a:t>
            </a:r>
            <a:r>
              <a:rPr lang="en-US" altLang="zh-CN" dirty="0"/>
              <a:t>d</a:t>
            </a:r>
            <a:r>
              <a:rPr lang="zh-CN" altLang="en-US" dirty="0"/>
              <a:t>表示日期中的日数，</a:t>
            </a:r>
            <a:r>
              <a:rPr lang="en-US" altLang="zh-CN" dirty="0"/>
              <a:t>m</a:t>
            </a:r>
            <a:r>
              <a:rPr lang="zh-CN" altLang="en-US" dirty="0"/>
              <a:t>表示月份数，</a:t>
            </a:r>
            <a:r>
              <a:rPr lang="en-US" altLang="zh-CN" dirty="0"/>
              <a:t>y</a:t>
            </a:r>
            <a:r>
              <a:rPr lang="zh-CN" altLang="en-US" dirty="0"/>
              <a:t>表示年数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注意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在公式中，把一月和二月看成是上一年的十三月和十四月，例：如果是</a:t>
            </a:r>
            <a:r>
              <a:rPr lang="en-US" altLang="zh-CN" dirty="0"/>
              <a:t>2004-1-10</a:t>
            </a:r>
            <a:r>
              <a:rPr lang="zh-CN" altLang="en-US" dirty="0"/>
              <a:t>则换算成：</a:t>
            </a:r>
            <a:r>
              <a:rPr lang="en-US" altLang="zh-CN" dirty="0"/>
              <a:t>2003-13-10</a:t>
            </a:r>
            <a:r>
              <a:rPr lang="zh-CN" altLang="en-US" dirty="0"/>
              <a:t>来代入公式计算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ECB717-5D0E-4DEF-BC2B-D97F28916E99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0871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3E7456-78A7-456A-984B-3DC2BFF0CC5D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3453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执行过程注意事项</a:t>
            </a:r>
          </a:p>
          <a:p>
            <a:r>
              <a:rPr lang="zh-CN" altLang="en-US" dirty="0"/>
              <a:t>表达式的值依次与常量</a:t>
            </a:r>
            <a:r>
              <a:rPr lang="en-US" altLang="zh-CN" dirty="0"/>
              <a:t>1</a:t>
            </a:r>
            <a:r>
              <a:rPr lang="zh-CN" altLang="en-US" dirty="0"/>
              <a:t>、常量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…</a:t>
            </a:r>
            <a:r>
              <a:rPr lang="zh-CN" altLang="en-US" dirty="0"/>
              <a:t>、常量</a:t>
            </a:r>
            <a:r>
              <a:rPr lang="en-US" altLang="zh-CN" dirty="0"/>
              <a:t>n</a:t>
            </a:r>
            <a:r>
              <a:rPr lang="zh-CN" altLang="en-US" dirty="0"/>
              <a:t>比较，当发现某两个相等时便停止下面的比较，转去执行其后的语句序列</a:t>
            </a:r>
          </a:p>
          <a:p>
            <a:r>
              <a:rPr lang="zh-CN" altLang="en-US" dirty="0"/>
              <a:t>执行语句序列时，从头开始逐条执行，遇到</a:t>
            </a:r>
            <a:r>
              <a:rPr lang="en-US" altLang="zh-CN" dirty="0"/>
              <a:t>break</a:t>
            </a:r>
            <a:r>
              <a:rPr lang="zh-CN" altLang="en-US" dirty="0"/>
              <a:t>语句时，则退出该开关语句。若未遇到</a:t>
            </a:r>
            <a:r>
              <a:rPr lang="en-US" altLang="zh-CN" dirty="0"/>
              <a:t>break</a:t>
            </a:r>
            <a:r>
              <a:rPr lang="zh-CN" altLang="en-US" dirty="0"/>
              <a:t>语句，则继续执行该语句序列后面的语句序列，而不管表达式的值是否与常量</a:t>
            </a:r>
            <a:r>
              <a:rPr lang="en-US" altLang="zh-CN" dirty="0"/>
              <a:t>n</a:t>
            </a:r>
            <a:r>
              <a:rPr lang="zh-CN" altLang="en-US" dirty="0"/>
              <a:t>的值相等</a:t>
            </a:r>
          </a:p>
          <a:p>
            <a:r>
              <a:rPr lang="zh-CN" altLang="en-US" dirty="0"/>
              <a:t>开关语句的右花括号具有退出该开关语句的作用</a:t>
            </a:r>
          </a:p>
          <a:p>
            <a:r>
              <a:rPr lang="en-US" altLang="zh-CN" dirty="0"/>
              <a:t>default</a:t>
            </a:r>
            <a:r>
              <a:rPr lang="zh-CN" altLang="en-US" dirty="0"/>
              <a:t>语句可以省略，也可放在开关语句花括号内的任何位置</a:t>
            </a:r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ECB717-5D0E-4DEF-BC2B-D97F28916E99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0704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10-19  </a:t>
            </a:r>
            <a:r>
              <a:rPr lang="zh-CN" altLang="en-US"/>
              <a:t>周四</a:t>
            </a:r>
            <a:endParaRPr lang="en-US" altLang="zh-CN"/>
          </a:p>
          <a:p>
            <a:r>
              <a:rPr lang="zh-CN" altLang="en-US" dirty="0"/>
              <a:t>水仙花数是一个三位数，该数字等于其各位组成数字的立方和。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ECB717-5D0E-4DEF-BC2B-D97F28916E99}" type="slidenum">
              <a:rPr lang="zh-CN" altLang="en-US" smtClean="0"/>
              <a:pPr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8622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dirty="0">
                <a:ea typeface="宋体" charset="-122"/>
              </a:rPr>
              <a:t>#include&lt;</a:t>
            </a:r>
            <a:r>
              <a:rPr lang="en-US" altLang="zh-CN" dirty="0" err="1">
                <a:ea typeface="宋体" charset="-122"/>
              </a:rPr>
              <a:t>stdlib.h</a:t>
            </a:r>
            <a:r>
              <a:rPr lang="en-US" altLang="zh-CN" dirty="0">
                <a:ea typeface="宋体" charset="-122"/>
              </a:rPr>
              <a:t>&gt;</a:t>
            </a:r>
          </a:p>
          <a:p>
            <a:r>
              <a:rPr lang="en-US" altLang="zh-CN" dirty="0">
                <a:ea typeface="宋体" charset="-122"/>
              </a:rPr>
              <a:t>#include&lt;</a:t>
            </a:r>
            <a:r>
              <a:rPr lang="en-US" altLang="zh-CN" dirty="0" err="1">
                <a:ea typeface="宋体" charset="-122"/>
              </a:rPr>
              <a:t>time.h</a:t>
            </a:r>
            <a:r>
              <a:rPr lang="en-US" altLang="zh-CN" dirty="0">
                <a:ea typeface="宋体" charset="-122"/>
              </a:rPr>
              <a:t>&gt;</a:t>
            </a:r>
          </a:p>
          <a:p>
            <a:r>
              <a:rPr lang="en-US" altLang="zh-CN" dirty="0" err="1">
                <a:ea typeface="宋体" charset="-122"/>
              </a:rPr>
              <a:t>srand</a:t>
            </a:r>
            <a:r>
              <a:rPr lang="en-US" altLang="zh-CN" dirty="0">
                <a:ea typeface="宋体" charset="-122"/>
              </a:rPr>
              <a:t>((unsigned)time(NULL));</a:t>
            </a:r>
          </a:p>
          <a:p>
            <a:r>
              <a:rPr lang="en-US" altLang="zh-CN" dirty="0">
                <a:ea typeface="宋体" charset="-122"/>
              </a:rPr>
              <a:t>ran=rand()%100;</a:t>
            </a:r>
            <a:endParaRPr lang="zh-CN" altLang="en-US" dirty="0">
              <a:ea typeface="宋体" charset="-122"/>
            </a:endParaRPr>
          </a:p>
          <a:p>
            <a:endParaRPr lang="zh-CN" altLang="en-US" dirty="0">
              <a:ea typeface="宋体" charset="-122"/>
            </a:endParaRPr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3600" b="1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>
              <a:defRPr kumimoji="1" sz="3600" b="1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>
              <a:defRPr kumimoji="1" sz="3600" b="1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>
              <a:defRPr kumimoji="1" sz="3600" b="1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>
              <a:defRPr kumimoji="1" sz="3600" b="1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fld id="{E163F1DA-84E6-4079-84E8-2DA197986D1B}" type="slidenum">
              <a:rPr lang="en-US" altLang="zh-CN" sz="1200" b="0" smtClean="0">
                <a:ea typeface="宋体" charset="-122"/>
              </a:rPr>
              <a:pPr/>
              <a:t>63</a:t>
            </a:fld>
            <a:endParaRPr lang="en-US" altLang="zh-CN" sz="1200" b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4880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图片占位符 21"/>
          <p:cNvSpPr>
            <a:spLocks noGrp="1"/>
          </p:cNvSpPr>
          <p:nvPr>
            <p:ph type="pic" sz="quarter" idx="10"/>
          </p:nvPr>
        </p:nvSpPr>
        <p:spPr>
          <a:xfrm>
            <a:off x="8697884" y="3211912"/>
            <a:ext cx="1347817" cy="1539821"/>
          </a:xfrm>
          <a:custGeom>
            <a:avLst/>
            <a:gdLst>
              <a:gd name="connsiteX0" fmla="*/ 673909 w 1347817"/>
              <a:gd name="connsiteY0" fmla="*/ 0 h 1539821"/>
              <a:gd name="connsiteX1" fmla="*/ 696651 w 1347817"/>
              <a:gd name="connsiteY1" fmla="*/ 2293 h 1539821"/>
              <a:gd name="connsiteX2" fmla="*/ 707462 w 1347817"/>
              <a:gd name="connsiteY2" fmla="*/ 5649 h 1539821"/>
              <a:gd name="connsiteX3" fmla="*/ 740526 w 1347817"/>
              <a:gd name="connsiteY3" fmla="*/ 22181 h 1539821"/>
              <a:gd name="connsiteX4" fmla="*/ 740526 w 1347817"/>
              <a:gd name="connsiteY4" fmla="*/ 22181 h 1539821"/>
              <a:gd name="connsiteX5" fmla="*/ 1274550 w 1347817"/>
              <a:gd name="connsiteY5" fmla="*/ 289193 h 1539821"/>
              <a:gd name="connsiteX6" fmla="*/ 1298078 w 1347817"/>
              <a:gd name="connsiteY6" fmla="*/ 300957 h 1539821"/>
              <a:gd name="connsiteX7" fmla="*/ 1314766 w 1347817"/>
              <a:gd name="connsiteY7" fmla="*/ 314726 h 1539821"/>
              <a:gd name="connsiteX8" fmla="*/ 1345525 w 1347817"/>
              <a:gd name="connsiteY8" fmla="*/ 371777 h 1539821"/>
              <a:gd name="connsiteX9" fmla="*/ 1347817 w 1347817"/>
              <a:gd name="connsiteY9" fmla="*/ 394515 h 1539821"/>
              <a:gd name="connsiteX10" fmla="*/ 1347817 w 1347817"/>
              <a:gd name="connsiteY10" fmla="*/ 394522 h 1539821"/>
              <a:gd name="connsiteX11" fmla="*/ 1347817 w 1347817"/>
              <a:gd name="connsiteY11" fmla="*/ 1144604 h 1539821"/>
              <a:gd name="connsiteX12" fmla="*/ 1347817 w 1347817"/>
              <a:gd name="connsiteY12" fmla="*/ 1144611 h 1539821"/>
              <a:gd name="connsiteX13" fmla="*/ 1345525 w 1347817"/>
              <a:gd name="connsiteY13" fmla="*/ 1167350 h 1539821"/>
              <a:gd name="connsiteX14" fmla="*/ 1320300 w 1347817"/>
              <a:gd name="connsiteY14" fmla="*/ 1218455 h 1539821"/>
              <a:gd name="connsiteX15" fmla="*/ 1307589 w 1347817"/>
              <a:gd name="connsiteY15" fmla="*/ 1230867 h 1539821"/>
              <a:gd name="connsiteX16" fmla="*/ 1306753 w 1347817"/>
              <a:gd name="connsiteY16" fmla="*/ 1231683 h 1539821"/>
              <a:gd name="connsiteX17" fmla="*/ 731271 w 1347817"/>
              <a:gd name="connsiteY17" fmla="*/ 1523659 h 1539821"/>
              <a:gd name="connsiteX18" fmla="*/ 714800 w 1347817"/>
              <a:gd name="connsiteY18" fmla="*/ 1531895 h 1539821"/>
              <a:gd name="connsiteX19" fmla="*/ 696651 w 1347817"/>
              <a:gd name="connsiteY19" fmla="*/ 1537529 h 1539821"/>
              <a:gd name="connsiteX20" fmla="*/ 673909 w 1347817"/>
              <a:gd name="connsiteY20" fmla="*/ 1539821 h 1539821"/>
              <a:gd name="connsiteX21" fmla="*/ 651167 w 1347817"/>
              <a:gd name="connsiteY21" fmla="*/ 1537529 h 1539821"/>
              <a:gd name="connsiteX22" fmla="*/ 633017 w 1347817"/>
              <a:gd name="connsiteY22" fmla="*/ 1531895 h 1539821"/>
              <a:gd name="connsiteX23" fmla="*/ 616546 w 1347817"/>
              <a:gd name="connsiteY23" fmla="*/ 1523659 h 1539821"/>
              <a:gd name="connsiteX24" fmla="*/ 56675 w 1347817"/>
              <a:gd name="connsiteY24" fmla="*/ 1242501 h 1539821"/>
              <a:gd name="connsiteX25" fmla="*/ 2292 w 1347817"/>
              <a:gd name="connsiteY25" fmla="*/ 1167350 h 1539821"/>
              <a:gd name="connsiteX26" fmla="*/ 0 w 1347817"/>
              <a:gd name="connsiteY26" fmla="*/ 1144611 h 1539821"/>
              <a:gd name="connsiteX27" fmla="*/ 0 w 1347817"/>
              <a:gd name="connsiteY27" fmla="*/ 1144604 h 1539821"/>
              <a:gd name="connsiteX28" fmla="*/ 0 w 1347817"/>
              <a:gd name="connsiteY28" fmla="*/ 394522 h 1539821"/>
              <a:gd name="connsiteX29" fmla="*/ 0 w 1347817"/>
              <a:gd name="connsiteY29" fmla="*/ 394515 h 1539821"/>
              <a:gd name="connsiteX30" fmla="*/ 2292 w 1347817"/>
              <a:gd name="connsiteY30" fmla="*/ 371776 h 1539821"/>
              <a:gd name="connsiteX31" fmla="*/ 33051 w 1347817"/>
              <a:gd name="connsiteY31" fmla="*/ 314726 h 1539821"/>
              <a:gd name="connsiteX32" fmla="*/ 49738 w 1347817"/>
              <a:gd name="connsiteY32" fmla="*/ 300957 h 1539821"/>
              <a:gd name="connsiteX33" fmla="*/ 73267 w 1347817"/>
              <a:gd name="connsiteY33" fmla="*/ 289193 h 1539821"/>
              <a:gd name="connsiteX34" fmla="*/ 73268 w 1347817"/>
              <a:gd name="connsiteY34" fmla="*/ 289193 h 1539821"/>
              <a:gd name="connsiteX35" fmla="*/ 607291 w 1347817"/>
              <a:gd name="connsiteY35" fmla="*/ 22181 h 1539821"/>
              <a:gd name="connsiteX36" fmla="*/ 607291 w 1347817"/>
              <a:gd name="connsiteY36" fmla="*/ 22181 h 1539821"/>
              <a:gd name="connsiteX37" fmla="*/ 640355 w 1347817"/>
              <a:gd name="connsiteY37" fmla="*/ 5649 h 1539821"/>
              <a:gd name="connsiteX38" fmla="*/ 651167 w 1347817"/>
              <a:gd name="connsiteY38" fmla="*/ 2293 h 1539821"/>
              <a:gd name="connsiteX39" fmla="*/ 673909 w 1347817"/>
              <a:gd name="connsiteY39" fmla="*/ 0 h 153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47817" h="1539821">
                <a:moveTo>
                  <a:pt x="673909" y="0"/>
                </a:moveTo>
                <a:cubicBezTo>
                  <a:pt x="681699" y="0"/>
                  <a:pt x="689305" y="790"/>
                  <a:pt x="696651" y="2293"/>
                </a:cubicBezTo>
                <a:lnTo>
                  <a:pt x="707462" y="5649"/>
                </a:lnTo>
                <a:lnTo>
                  <a:pt x="740526" y="22181"/>
                </a:lnTo>
                <a:lnTo>
                  <a:pt x="740526" y="22181"/>
                </a:lnTo>
                <a:lnTo>
                  <a:pt x="1274550" y="289193"/>
                </a:lnTo>
                <a:lnTo>
                  <a:pt x="1298078" y="300957"/>
                </a:lnTo>
                <a:lnTo>
                  <a:pt x="1314766" y="314726"/>
                </a:lnTo>
                <a:cubicBezTo>
                  <a:pt x="1330082" y="330041"/>
                  <a:pt x="1341015" y="349739"/>
                  <a:pt x="1345525" y="371777"/>
                </a:cubicBezTo>
                <a:lnTo>
                  <a:pt x="1347817" y="394515"/>
                </a:lnTo>
                <a:lnTo>
                  <a:pt x="1347817" y="394522"/>
                </a:lnTo>
                <a:lnTo>
                  <a:pt x="1347817" y="1144604"/>
                </a:lnTo>
                <a:lnTo>
                  <a:pt x="1347817" y="1144611"/>
                </a:lnTo>
                <a:lnTo>
                  <a:pt x="1345525" y="1167350"/>
                </a:lnTo>
                <a:cubicBezTo>
                  <a:pt x="1341579" y="1186632"/>
                  <a:pt x="1332715" y="1204124"/>
                  <a:pt x="1320300" y="1218455"/>
                </a:cubicBezTo>
                <a:lnTo>
                  <a:pt x="1307589" y="1230867"/>
                </a:lnTo>
                <a:lnTo>
                  <a:pt x="1306753" y="1231683"/>
                </a:lnTo>
                <a:lnTo>
                  <a:pt x="731271" y="1523659"/>
                </a:lnTo>
                <a:lnTo>
                  <a:pt x="714800" y="1531895"/>
                </a:lnTo>
                <a:lnTo>
                  <a:pt x="696651" y="1537529"/>
                </a:lnTo>
                <a:cubicBezTo>
                  <a:pt x="689305" y="1539032"/>
                  <a:pt x="681699" y="1539821"/>
                  <a:pt x="673909" y="1539821"/>
                </a:cubicBezTo>
                <a:cubicBezTo>
                  <a:pt x="666118" y="1539821"/>
                  <a:pt x="658512" y="1539032"/>
                  <a:pt x="651167" y="1537529"/>
                </a:cubicBezTo>
                <a:lnTo>
                  <a:pt x="633017" y="1531895"/>
                </a:lnTo>
                <a:lnTo>
                  <a:pt x="616546" y="1523659"/>
                </a:lnTo>
                <a:lnTo>
                  <a:pt x="56675" y="1242501"/>
                </a:lnTo>
                <a:cubicBezTo>
                  <a:pt x="29107" y="1226649"/>
                  <a:pt x="8869" y="1199488"/>
                  <a:pt x="2292" y="1167350"/>
                </a:cubicBezTo>
                <a:lnTo>
                  <a:pt x="0" y="1144611"/>
                </a:lnTo>
                <a:lnTo>
                  <a:pt x="0" y="1144604"/>
                </a:lnTo>
                <a:lnTo>
                  <a:pt x="0" y="394522"/>
                </a:lnTo>
                <a:lnTo>
                  <a:pt x="0" y="394515"/>
                </a:lnTo>
                <a:lnTo>
                  <a:pt x="2292" y="371776"/>
                </a:lnTo>
                <a:cubicBezTo>
                  <a:pt x="6802" y="349739"/>
                  <a:pt x="17735" y="330041"/>
                  <a:pt x="33051" y="314726"/>
                </a:cubicBezTo>
                <a:lnTo>
                  <a:pt x="49738" y="300957"/>
                </a:lnTo>
                <a:lnTo>
                  <a:pt x="73267" y="289193"/>
                </a:lnTo>
                <a:cubicBezTo>
                  <a:pt x="73267" y="289193"/>
                  <a:pt x="73268" y="289193"/>
                  <a:pt x="73268" y="289193"/>
                </a:cubicBezTo>
                <a:lnTo>
                  <a:pt x="607291" y="22181"/>
                </a:lnTo>
                <a:lnTo>
                  <a:pt x="607291" y="22181"/>
                </a:lnTo>
                <a:lnTo>
                  <a:pt x="640355" y="5649"/>
                </a:lnTo>
                <a:lnTo>
                  <a:pt x="651167" y="2293"/>
                </a:lnTo>
                <a:cubicBezTo>
                  <a:pt x="658512" y="790"/>
                  <a:pt x="666118" y="0"/>
                  <a:pt x="673909" y="0"/>
                </a:cubicBezTo>
                <a:close/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1"/>
          </p:nvPr>
        </p:nvSpPr>
        <p:spPr>
          <a:xfrm>
            <a:off x="7088048" y="3180623"/>
            <a:ext cx="1665830" cy="1903139"/>
          </a:xfrm>
          <a:custGeom>
            <a:avLst/>
            <a:gdLst>
              <a:gd name="connsiteX0" fmla="*/ 832915 w 1665830"/>
              <a:gd name="connsiteY0" fmla="*/ 0 h 1903139"/>
              <a:gd name="connsiteX1" fmla="*/ 861023 w 1665830"/>
              <a:gd name="connsiteY1" fmla="*/ 2833 h 1903139"/>
              <a:gd name="connsiteX2" fmla="*/ 874385 w 1665830"/>
              <a:gd name="connsiteY2" fmla="*/ 6981 h 1903139"/>
              <a:gd name="connsiteX3" fmla="*/ 915251 w 1665830"/>
              <a:gd name="connsiteY3" fmla="*/ 27414 h 1903139"/>
              <a:gd name="connsiteX4" fmla="*/ 915251 w 1665830"/>
              <a:gd name="connsiteY4" fmla="*/ 27414 h 1903139"/>
              <a:gd name="connsiteX5" fmla="*/ 1575275 w 1665830"/>
              <a:gd name="connsiteY5" fmla="*/ 357427 h 1903139"/>
              <a:gd name="connsiteX6" fmla="*/ 1604355 w 1665830"/>
              <a:gd name="connsiteY6" fmla="*/ 371967 h 1903139"/>
              <a:gd name="connsiteX7" fmla="*/ 1624980 w 1665830"/>
              <a:gd name="connsiteY7" fmla="*/ 388984 h 1903139"/>
              <a:gd name="connsiteX8" fmla="*/ 1662996 w 1665830"/>
              <a:gd name="connsiteY8" fmla="*/ 459496 h 1903139"/>
              <a:gd name="connsiteX9" fmla="*/ 1665830 w 1665830"/>
              <a:gd name="connsiteY9" fmla="*/ 487599 h 1903139"/>
              <a:gd name="connsiteX10" fmla="*/ 1665830 w 1665830"/>
              <a:gd name="connsiteY10" fmla="*/ 487608 h 1903139"/>
              <a:gd name="connsiteX11" fmla="*/ 1665830 w 1665830"/>
              <a:gd name="connsiteY11" fmla="*/ 1414670 h 1903139"/>
              <a:gd name="connsiteX12" fmla="*/ 1665830 w 1665830"/>
              <a:gd name="connsiteY12" fmla="*/ 1414680 h 1903139"/>
              <a:gd name="connsiteX13" fmla="*/ 1662996 w 1665830"/>
              <a:gd name="connsiteY13" fmla="*/ 1442783 h 1903139"/>
              <a:gd name="connsiteX14" fmla="*/ 1631820 w 1665830"/>
              <a:gd name="connsiteY14" fmla="*/ 1505947 h 1903139"/>
              <a:gd name="connsiteX15" fmla="*/ 1616110 w 1665830"/>
              <a:gd name="connsiteY15" fmla="*/ 1521287 h 1903139"/>
              <a:gd name="connsiteX16" fmla="*/ 1615076 w 1665830"/>
              <a:gd name="connsiteY16" fmla="*/ 1522296 h 1903139"/>
              <a:gd name="connsiteX17" fmla="*/ 903812 w 1665830"/>
              <a:gd name="connsiteY17" fmla="*/ 1883163 h 1903139"/>
              <a:gd name="connsiteX18" fmla="*/ 883454 w 1665830"/>
              <a:gd name="connsiteY18" fmla="*/ 1893342 h 1903139"/>
              <a:gd name="connsiteX19" fmla="*/ 861023 w 1665830"/>
              <a:gd name="connsiteY19" fmla="*/ 1900305 h 1903139"/>
              <a:gd name="connsiteX20" fmla="*/ 832915 w 1665830"/>
              <a:gd name="connsiteY20" fmla="*/ 1903139 h 1903139"/>
              <a:gd name="connsiteX21" fmla="*/ 804807 w 1665830"/>
              <a:gd name="connsiteY21" fmla="*/ 1900305 h 1903139"/>
              <a:gd name="connsiteX22" fmla="*/ 782375 w 1665830"/>
              <a:gd name="connsiteY22" fmla="*/ 1893342 h 1903139"/>
              <a:gd name="connsiteX23" fmla="*/ 762018 w 1665830"/>
              <a:gd name="connsiteY23" fmla="*/ 1883163 h 1903139"/>
              <a:gd name="connsiteX24" fmla="*/ 70046 w 1665830"/>
              <a:gd name="connsiteY24" fmla="*/ 1535666 h 1903139"/>
              <a:gd name="connsiteX25" fmla="*/ 2833 w 1665830"/>
              <a:gd name="connsiteY25" fmla="*/ 1442783 h 1903139"/>
              <a:gd name="connsiteX26" fmla="*/ 0 w 1665830"/>
              <a:gd name="connsiteY26" fmla="*/ 1414680 h 1903139"/>
              <a:gd name="connsiteX27" fmla="*/ 0 w 1665830"/>
              <a:gd name="connsiteY27" fmla="*/ 1414670 h 1903139"/>
              <a:gd name="connsiteX28" fmla="*/ 0 w 1665830"/>
              <a:gd name="connsiteY28" fmla="*/ 487608 h 1903139"/>
              <a:gd name="connsiteX29" fmla="*/ 0 w 1665830"/>
              <a:gd name="connsiteY29" fmla="*/ 487599 h 1903139"/>
              <a:gd name="connsiteX30" fmla="*/ 2833 w 1665830"/>
              <a:gd name="connsiteY30" fmla="*/ 459496 h 1903139"/>
              <a:gd name="connsiteX31" fmla="*/ 40849 w 1665830"/>
              <a:gd name="connsiteY31" fmla="*/ 388984 h 1903139"/>
              <a:gd name="connsiteX32" fmla="*/ 61474 w 1665830"/>
              <a:gd name="connsiteY32" fmla="*/ 371967 h 1903139"/>
              <a:gd name="connsiteX33" fmla="*/ 90554 w 1665830"/>
              <a:gd name="connsiteY33" fmla="*/ 357427 h 1903139"/>
              <a:gd name="connsiteX34" fmla="*/ 90555 w 1665830"/>
              <a:gd name="connsiteY34" fmla="*/ 357427 h 1903139"/>
              <a:gd name="connsiteX35" fmla="*/ 750579 w 1665830"/>
              <a:gd name="connsiteY35" fmla="*/ 27414 h 1903139"/>
              <a:gd name="connsiteX36" fmla="*/ 750579 w 1665830"/>
              <a:gd name="connsiteY36" fmla="*/ 27414 h 1903139"/>
              <a:gd name="connsiteX37" fmla="*/ 791445 w 1665830"/>
              <a:gd name="connsiteY37" fmla="*/ 6981 h 1903139"/>
              <a:gd name="connsiteX38" fmla="*/ 804807 w 1665830"/>
              <a:gd name="connsiteY38" fmla="*/ 2833 h 1903139"/>
              <a:gd name="connsiteX39" fmla="*/ 832915 w 1665830"/>
              <a:gd name="connsiteY39" fmla="*/ 0 h 1903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665830" h="1903139">
                <a:moveTo>
                  <a:pt x="832915" y="0"/>
                </a:moveTo>
                <a:cubicBezTo>
                  <a:pt x="842543" y="0"/>
                  <a:pt x="851943" y="975"/>
                  <a:pt x="861023" y="2833"/>
                </a:cubicBezTo>
                <a:lnTo>
                  <a:pt x="874385" y="6981"/>
                </a:lnTo>
                <a:lnTo>
                  <a:pt x="915251" y="27414"/>
                </a:lnTo>
                <a:lnTo>
                  <a:pt x="915251" y="27414"/>
                </a:lnTo>
                <a:lnTo>
                  <a:pt x="1575275" y="357427"/>
                </a:lnTo>
                <a:lnTo>
                  <a:pt x="1604355" y="371967"/>
                </a:lnTo>
                <a:lnTo>
                  <a:pt x="1624980" y="388984"/>
                </a:lnTo>
                <a:cubicBezTo>
                  <a:pt x="1643910" y="407914"/>
                  <a:pt x="1657423" y="432259"/>
                  <a:pt x="1662996" y="459496"/>
                </a:cubicBezTo>
                <a:lnTo>
                  <a:pt x="1665830" y="487599"/>
                </a:lnTo>
                <a:lnTo>
                  <a:pt x="1665830" y="487608"/>
                </a:lnTo>
                <a:lnTo>
                  <a:pt x="1665830" y="1414670"/>
                </a:lnTo>
                <a:lnTo>
                  <a:pt x="1665830" y="1414680"/>
                </a:lnTo>
                <a:lnTo>
                  <a:pt x="1662996" y="1442783"/>
                </a:lnTo>
                <a:cubicBezTo>
                  <a:pt x="1658120" y="1466616"/>
                  <a:pt x="1647164" y="1488234"/>
                  <a:pt x="1631820" y="1505947"/>
                </a:cubicBezTo>
                <a:lnTo>
                  <a:pt x="1616110" y="1521287"/>
                </a:lnTo>
                <a:lnTo>
                  <a:pt x="1615076" y="1522296"/>
                </a:lnTo>
                <a:lnTo>
                  <a:pt x="903812" y="1883163"/>
                </a:lnTo>
                <a:lnTo>
                  <a:pt x="883454" y="1893342"/>
                </a:lnTo>
                <a:lnTo>
                  <a:pt x="861023" y="1900305"/>
                </a:lnTo>
                <a:cubicBezTo>
                  <a:pt x="851943" y="1902163"/>
                  <a:pt x="842543" y="1903139"/>
                  <a:pt x="832915" y="1903139"/>
                </a:cubicBezTo>
                <a:cubicBezTo>
                  <a:pt x="823286" y="1903139"/>
                  <a:pt x="813886" y="1902163"/>
                  <a:pt x="804807" y="1900305"/>
                </a:cubicBezTo>
                <a:lnTo>
                  <a:pt x="782375" y="1893342"/>
                </a:lnTo>
                <a:lnTo>
                  <a:pt x="762018" y="1883163"/>
                </a:lnTo>
                <a:lnTo>
                  <a:pt x="70046" y="1535666"/>
                </a:lnTo>
                <a:cubicBezTo>
                  <a:pt x="35974" y="1516074"/>
                  <a:pt x="10961" y="1482504"/>
                  <a:pt x="2833" y="1442783"/>
                </a:cubicBezTo>
                <a:lnTo>
                  <a:pt x="0" y="1414680"/>
                </a:lnTo>
                <a:lnTo>
                  <a:pt x="0" y="1414670"/>
                </a:lnTo>
                <a:lnTo>
                  <a:pt x="0" y="487608"/>
                </a:lnTo>
                <a:lnTo>
                  <a:pt x="0" y="487599"/>
                </a:lnTo>
                <a:lnTo>
                  <a:pt x="2833" y="459496"/>
                </a:lnTo>
                <a:cubicBezTo>
                  <a:pt x="8406" y="432259"/>
                  <a:pt x="21919" y="407913"/>
                  <a:pt x="40849" y="388984"/>
                </a:cubicBezTo>
                <a:lnTo>
                  <a:pt x="61474" y="371967"/>
                </a:lnTo>
                <a:lnTo>
                  <a:pt x="90554" y="357427"/>
                </a:lnTo>
                <a:cubicBezTo>
                  <a:pt x="90554" y="357427"/>
                  <a:pt x="90555" y="357427"/>
                  <a:pt x="90555" y="357427"/>
                </a:cubicBezTo>
                <a:lnTo>
                  <a:pt x="750579" y="27414"/>
                </a:lnTo>
                <a:lnTo>
                  <a:pt x="750579" y="27414"/>
                </a:lnTo>
                <a:lnTo>
                  <a:pt x="791445" y="6981"/>
                </a:lnTo>
                <a:lnTo>
                  <a:pt x="804807" y="2833"/>
                </a:lnTo>
                <a:cubicBezTo>
                  <a:pt x="813886" y="975"/>
                  <a:pt x="823286" y="0"/>
                  <a:pt x="832915" y="0"/>
                </a:cubicBezTo>
                <a:close/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20" name="图片占位符 19"/>
          <p:cNvSpPr>
            <a:spLocks noGrp="1"/>
          </p:cNvSpPr>
          <p:nvPr>
            <p:ph type="pic" sz="quarter" idx="12"/>
          </p:nvPr>
        </p:nvSpPr>
        <p:spPr>
          <a:xfrm>
            <a:off x="5047960" y="3030251"/>
            <a:ext cx="2096083" cy="2394684"/>
          </a:xfrm>
          <a:custGeom>
            <a:avLst/>
            <a:gdLst>
              <a:gd name="connsiteX0" fmla="*/ 1048041 w 2096083"/>
              <a:gd name="connsiteY0" fmla="*/ 0 h 2394684"/>
              <a:gd name="connsiteX1" fmla="*/ 1083409 w 2096083"/>
              <a:gd name="connsiteY1" fmla="*/ 3565 h 2394684"/>
              <a:gd name="connsiteX2" fmla="*/ 1100222 w 2096083"/>
              <a:gd name="connsiteY2" fmla="*/ 8784 h 2394684"/>
              <a:gd name="connsiteX3" fmla="*/ 1151643 w 2096083"/>
              <a:gd name="connsiteY3" fmla="*/ 34494 h 2394684"/>
              <a:gd name="connsiteX4" fmla="*/ 1151643 w 2096083"/>
              <a:gd name="connsiteY4" fmla="*/ 34495 h 2394684"/>
              <a:gd name="connsiteX5" fmla="*/ 1982140 w 2096083"/>
              <a:gd name="connsiteY5" fmla="*/ 449744 h 2394684"/>
              <a:gd name="connsiteX6" fmla="*/ 2018731 w 2096083"/>
              <a:gd name="connsiteY6" fmla="*/ 468040 h 2394684"/>
              <a:gd name="connsiteX7" fmla="*/ 2044683 w 2096083"/>
              <a:gd name="connsiteY7" fmla="*/ 489452 h 2394684"/>
              <a:gd name="connsiteX8" fmla="*/ 2092518 w 2096083"/>
              <a:gd name="connsiteY8" fmla="*/ 578175 h 2394684"/>
              <a:gd name="connsiteX9" fmla="*/ 2096083 w 2096083"/>
              <a:gd name="connsiteY9" fmla="*/ 613537 h 2394684"/>
              <a:gd name="connsiteX10" fmla="*/ 2096083 w 2096083"/>
              <a:gd name="connsiteY10" fmla="*/ 613549 h 2394684"/>
              <a:gd name="connsiteX11" fmla="*/ 2096083 w 2096083"/>
              <a:gd name="connsiteY11" fmla="*/ 1780053 h 2394684"/>
              <a:gd name="connsiteX12" fmla="*/ 2096083 w 2096083"/>
              <a:gd name="connsiteY12" fmla="*/ 1780065 h 2394684"/>
              <a:gd name="connsiteX13" fmla="*/ 2092518 w 2096083"/>
              <a:gd name="connsiteY13" fmla="*/ 1815427 h 2394684"/>
              <a:gd name="connsiteX14" fmla="*/ 2053290 w 2096083"/>
              <a:gd name="connsiteY14" fmla="*/ 1894905 h 2394684"/>
              <a:gd name="connsiteX15" fmla="*/ 2033522 w 2096083"/>
              <a:gd name="connsiteY15" fmla="*/ 1914207 h 2394684"/>
              <a:gd name="connsiteX16" fmla="*/ 2032221 w 2096083"/>
              <a:gd name="connsiteY16" fmla="*/ 1915477 h 2394684"/>
              <a:gd name="connsiteX17" fmla="*/ 1137250 w 2096083"/>
              <a:gd name="connsiteY17" fmla="*/ 2369549 h 2394684"/>
              <a:gd name="connsiteX18" fmla="*/ 1111634 w 2096083"/>
              <a:gd name="connsiteY18" fmla="*/ 2382356 h 2394684"/>
              <a:gd name="connsiteX19" fmla="*/ 1083409 w 2096083"/>
              <a:gd name="connsiteY19" fmla="*/ 2391118 h 2394684"/>
              <a:gd name="connsiteX20" fmla="*/ 1048041 w 2096083"/>
              <a:gd name="connsiteY20" fmla="*/ 2394684 h 2394684"/>
              <a:gd name="connsiteX21" fmla="*/ 1012674 w 2096083"/>
              <a:gd name="connsiteY21" fmla="*/ 2391118 h 2394684"/>
              <a:gd name="connsiteX22" fmla="*/ 984448 w 2096083"/>
              <a:gd name="connsiteY22" fmla="*/ 2382356 h 2394684"/>
              <a:gd name="connsiteX23" fmla="*/ 958833 w 2096083"/>
              <a:gd name="connsiteY23" fmla="*/ 2369549 h 2394684"/>
              <a:gd name="connsiteX24" fmla="*/ 88138 w 2096083"/>
              <a:gd name="connsiteY24" fmla="*/ 1932300 h 2394684"/>
              <a:gd name="connsiteX25" fmla="*/ 3564 w 2096083"/>
              <a:gd name="connsiteY25" fmla="*/ 1815427 h 2394684"/>
              <a:gd name="connsiteX26" fmla="*/ 0 w 2096083"/>
              <a:gd name="connsiteY26" fmla="*/ 1780065 h 2394684"/>
              <a:gd name="connsiteX27" fmla="*/ 0 w 2096083"/>
              <a:gd name="connsiteY27" fmla="*/ 1780053 h 2394684"/>
              <a:gd name="connsiteX28" fmla="*/ 0 w 2096083"/>
              <a:gd name="connsiteY28" fmla="*/ 613549 h 2394684"/>
              <a:gd name="connsiteX29" fmla="*/ 0 w 2096083"/>
              <a:gd name="connsiteY29" fmla="*/ 613537 h 2394684"/>
              <a:gd name="connsiteX30" fmla="*/ 3564 w 2096083"/>
              <a:gd name="connsiteY30" fmla="*/ 578175 h 2394684"/>
              <a:gd name="connsiteX31" fmla="*/ 51399 w 2096083"/>
              <a:gd name="connsiteY31" fmla="*/ 489452 h 2394684"/>
              <a:gd name="connsiteX32" fmla="*/ 77351 w 2096083"/>
              <a:gd name="connsiteY32" fmla="*/ 468039 h 2394684"/>
              <a:gd name="connsiteX33" fmla="*/ 113942 w 2096083"/>
              <a:gd name="connsiteY33" fmla="*/ 449744 h 2394684"/>
              <a:gd name="connsiteX34" fmla="*/ 113944 w 2096083"/>
              <a:gd name="connsiteY34" fmla="*/ 449743 h 2394684"/>
              <a:gd name="connsiteX35" fmla="*/ 944440 w 2096083"/>
              <a:gd name="connsiteY35" fmla="*/ 34495 h 2394684"/>
              <a:gd name="connsiteX36" fmla="*/ 944440 w 2096083"/>
              <a:gd name="connsiteY36" fmla="*/ 34494 h 2394684"/>
              <a:gd name="connsiteX37" fmla="*/ 995860 w 2096083"/>
              <a:gd name="connsiteY37" fmla="*/ 8784 h 2394684"/>
              <a:gd name="connsiteX38" fmla="*/ 1012674 w 2096083"/>
              <a:gd name="connsiteY38" fmla="*/ 3565 h 2394684"/>
              <a:gd name="connsiteX39" fmla="*/ 1048041 w 2096083"/>
              <a:gd name="connsiteY39" fmla="*/ 0 h 2394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096083" h="2394684">
                <a:moveTo>
                  <a:pt x="1048041" y="0"/>
                </a:moveTo>
                <a:cubicBezTo>
                  <a:pt x="1060157" y="0"/>
                  <a:pt x="1071985" y="1227"/>
                  <a:pt x="1083409" y="3565"/>
                </a:cubicBezTo>
                <a:lnTo>
                  <a:pt x="1100222" y="8784"/>
                </a:lnTo>
                <a:lnTo>
                  <a:pt x="1151643" y="34494"/>
                </a:lnTo>
                <a:lnTo>
                  <a:pt x="1151643" y="34495"/>
                </a:lnTo>
                <a:lnTo>
                  <a:pt x="1982140" y="449744"/>
                </a:lnTo>
                <a:lnTo>
                  <a:pt x="2018731" y="468040"/>
                </a:lnTo>
                <a:lnTo>
                  <a:pt x="2044683" y="489452"/>
                </a:lnTo>
                <a:cubicBezTo>
                  <a:pt x="2068501" y="513270"/>
                  <a:pt x="2085505" y="543903"/>
                  <a:pt x="2092518" y="578175"/>
                </a:cubicBezTo>
                <a:lnTo>
                  <a:pt x="2096083" y="613537"/>
                </a:lnTo>
                <a:lnTo>
                  <a:pt x="2096083" y="613549"/>
                </a:lnTo>
                <a:lnTo>
                  <a:pt x="2096083" y="1780053"/>
                </a:lnTo>
                <a:lnTo>
                  <a:pt x="2096083" y="1780065"/>
                </a:lnTo>
                <a:lnTo>
                  <a:pt x="2092518" y="1815427"/>
                </a:lnTo>
                <a:cubicBezTo>
                  <a:pt x="2086382" y="1845415"/>
                  <a:pt x="2072596" y="1872617"/>
                  <a:pt x="2053290" y="1894905"/>
                </a:cubicBezTo>
                <a:lnTo>
                  <a:pt x="2033522" y="1914207"/>
                </a:lnTo>
                <a:lnTo>
                  <a:pt x="2032221" y="1915477"/>
                </a:lnTo>
                <a:lnTo>
                  <a:pt x="1137250" y="2369549"/>
                </a:lnTo>
                <a:lnTo>
                  <a:pt x="1111634" y="2382356"/>
                </a:lnTo>
                <a:lnTo>
                  <a:pt x="1083409" y="2391118"/>
                </a:lnTo>
                <a:cubicBezTo>
                  <a:pt x="1071985" y="2393456"/>
                  <a:pt x="1060157" y="2394684"/>
                  <a:pt x="1048041" y="2394684"/>
                </a:cubicBezTo>
                <a:cubicBezTo>
                  <a:pt x="1035926" y="2394684"/>
                  <a:pt x="1024098" y="2393456"/>
                  <a:pt x="1012674" y="2391118"/>
                </a:cubicBezTo>
                <a:lnTo>
                  <a:pt x="984448" y="2382356"/>
                </a:lnTo>
                <a:lnTo>
                  <a:pt x="958833" y="2369549"/>
                </a:lnTo>
                <a:lnTo>
                  <a:pt x="88138" y="1932300"/>
                </a:lnTo>
                <a:cubicBezTo>
                  <a:pt x="45266" y="1907648"/>
                  <a:pt x="13792" y="1865407"/>
                  <a:pt x="3564" y="1815427"/>
                </a:cubicBezTo>
                <a:lnTo>
                  <a:pt x="0" y="1780065"/>
                </a:lnTo>
                <a:lnTo>
                  <a:pt x="0" y="1780053"/>
                </a:lnTo>
                <a:lnTo>
                  <a:pt x="0" y="613549"/>
                </a:lnTo>
                <a:lnTo>
                  <a:pt x="0" y="613537"/>
                </a:lnTo>
                <a:lnTo>
                  <a:pt x="3564" y="578175"/>
                </a:lnTo>
                <a:cubicBezTo>
                  <a:pt x="10577" y="543903"/>
                  <a:pt x="27581" y="513270"/>
                  <a:pt x="51399" y="489452"/>
                </a:cubicBezTo>
                <a:lnTo>
                  <a:pt x="77351" y="468039"/>
                </a:lnTo>
                <a:lnTo>
                  <a:pt x="113942" y="449744"/>
                </a:lnTo>
                <a:cubicBezTo>
                  <a:pt x="113943" y="449744"/>
                  <a:pt x="113943" y="449743"/>
                  <a:pt x="113944" y="449743"/>
                </a:cubicBezTo>
                <a:lnTo>
                  <a:pt x="944440" y="34495"/>
                </a:lnTo>
                <a:lnTo>
                  <a:pt x="944440" y="34494"/>
                </a:lnTo>
                <a:lnTo>
                  <a:pt x="995860" y="8784"/>
                </a:lnTo>
                <a:lnTo>
                  <a:pt x="1012674" y="3565"/>
                </a:lnTo>
                <a:cubicBezTo>
                  <a:pt x="1024098" y="1227"/>
                  <a:pt x="1035926" y="0"/>
                  <a:pt x="1048041" y="0"/>
                </a:cubicBezTo>
                <a:close/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3"/>
          </p:nvPr>
        </p:nvSpPr>
        <p:spPr>
          <a:xfrm>
            <a:off x="3438123" y="3180623"/>
            <a:ext cx="1665830" cy="1903139"/>
          </a:xfrm>
          <a:custGeom>
            <a:avLst/>
            <a:gdLst>
              <a:gd name="connsiteX0" fmla="*/ 832915 w 1665830"/>
              <a:gd name="connsiteY0" fmla="*/ 0 h 1903139"/>
              <a:gd name="connsiteX1" fmla="*/ 861023 w 1665830"/>
              <a:gd name="connsiteY1" fmla="*/ 2833 h 1903139"/>
              <a:gd name="connsiteX2" fmla="*/ 874385 w 1665830"/>
              <a:gd name="connsiteY2" fmla="*/ 6981 h 1903139"/>
              <a:gd name="connsiteX3" fmla="*/ 915251 w 1665830"/>
              <a:gd name="connsiteY3" fmla="*/ 27414 h 1903139"/>
              <a:gd name="connsiteX4" fmla="*/ 915251 w 1665830"/>
              <a:gd name="connsiteY4" fmla="*/ 27414 h 1903139"/>
              <a:gd name="connsiteX5" fmla="*/ 1575275 w 1665830"/>
              <a:gd name="connsiteY5" fmla="*/ 357427 h 1903139"/>
              <a:gd name="connsiteX6" fmla="*/ 1604356 w 1665830"/>
              <a:gd name="connsiteY6" fmla="*/ 371967 h 1903139"/>
              <a:gd name="connsiteX7" fmla="*/ 1624981 w 1665830"/>
              <a:gd name="connsiteY7" fmla="*/ 388984 h 1903139"/>
              <a:gd name="connsiteX8" fmla="*/ 1662997 w 1665830"/>
              <a:gd name="connsiteY8" fmla="*/ 459496 h 1903139"/>
              <a:gd name="connsiteX9" fmla="*/ 1665830 w 1665830"/>
              <a:gd name="connsiteY9" fmla="*/ 487599 h 1903139"/>
              <a:gd name="connsiteX10" fmla="*/ 1665830 w 1665830"/>
              <a:gd name="connsiteY10" fmla="*/ 487608 h 1903139"/>
              <a:gd name="connsiteX11" fmla="*/ 1665830 w 1665830"/>
              <a:gd name="connsiteY11" fmla="*/ 1414670 h 1903139"/>
              <a:gd name="connsiteX12" fmla="*/ 1665830 w 1665830"/>
              <a:gd name="connsiteY12" fmla="*/ 1414680 h 1903139"/>
              <a:gd name="connsiteX13" fmla="*/ 1662997 w 1665830"/>
              <a:gd name="connsiteY13" fmla="*/ 1442783 h 1903139"/>
              <a:gd name="connsiteX14" fmla="*/ 1631821 w 1665830"/>
              <a:gd name="connsiteY14" fmla="*/ 1505947 h 1903139"/>
              <a:gd name="connsiteX15" fmla="*/ 1616111 w 1665830"/>
              <a:gd name="connsiteY15" fmla="*/ 1521287 h 1903139"/>
              <a:gd name="connsiteX16" fmla="*/ 1615077 w 1665830"/>
              <a:gd name="connsiteY16" fmla="*/ 1522296 h 1903139"/>
              <a:gd name="connsiteX17" fmla="*/ 903812 w 1665830"/>
              <a:gd name="connsiteY17" fmla="*/ 1883163 h 1903139"/>
              <a:gd name="connsiteX18" fmla="*/ 883454 w 1665830"/>
              <a:gd name="connsiteY18" fmla="*/ 1893342 h 1903139"/>
              <a:gd name="connsiteX19" fmla="*/ 861023 w 1665830"/>
              <a:gd name="connsiteY19" fmla="*/ 1900305 h 1903139"/>
              <a:gd name="connsiteX20" fmla="*/ 832915 w 1665830"/>
              <a:gd name="connsiteY20" fmla="*/ 1903139 h 1903139"/>
              <a:gd name="connsiteX21" fmla="*/ 804807 w 1665830"/>
              <a:gd name="connsiteY21" fmla="*/ 1900305 h 1903139"/>
              <a:gd name="connsiteX22" fmla="*/ 782375 w 1665830"/>
              <a:gd name="connsiteY22" fmla="*/ 1893342 h 1903139"/>
              <a:gd name="connsiteX23" fmla="*/ 762018 w 1665830"/>
              <a:gd name="connsiteY23" fmla="*/ 1883163 h 1903139"/>
              <a:gd name="connsiteX24" fmla="*/ 70047 w 1665830"/>
              <a:gd name="connsiteY24" fmla="*/ 1535666 h 1903139"/>
              <a:gd name="connsiteX25" fmla="*/ 2833 w 1665830"/>
              <a:gd name="connsiteY25" fmla="*/ 1442783 h 1903139"/>
              <a:gd name="connsiteX26" fmla="*/ 0 w 1665830"/>
              <a:gd name="connsiteY26" fmla="*/ 1414680 h 1903139"/>
              <a:gd name="connsiteX27" fmla="*/ 0 w 1665830"/>
              <a:gd name="connsiteY27" fmla="*/ 1414670 h 1903139"/>
              <a:gd name="connsiteX28" fmla="*/ 0 w 1665830"/>
              <a:gd name="connsiteY28" fmla="*/ 487608 h 1903139"/>
              <a:gd name="connsiteX29" fmla="*/ 0 w 1665830"/>
              <a:gd name="connsiteY29" fmla="*/ 487599 h 1903139"/>
              <a:gd name="connsiteX30" fmla="*/ 2833 w 1665830"/>
              <a:gd name="connsiteY30" fmla="*/ 459496 h 1903139"/>
              <a:gd name="connsiteX31" fmla="*/ 40849 w 1665830"/>
              <a:gd name="connsiteY31" fmla="*/ 388984 h 1903139"/>
              <a:gd name="connsiteX32" fmla="*/ 61474 w 1665830"/>
              <a:gd name="connsiteY32" fmla="*/ 371967 h 1903139"/>
              <a:gd name="connsiteX33" fmla="*/ 90554 w 1665830"/>
              <a:gd name="connsiteY33" fmla="*/ 357427 h 1903139"/>
              <a:gd name="connsiteX34" fmla="*/ 90555 w 1665830"/>
              <a:gd name="connsiteY34" fmla="*/ 357427 h 1903139"/>
              <a:gd name="connsiteX35" fmla="*/ 750579 w 1665830"/>
              <a:gd name="connsiteY35" fmla="*/ 27414 h 1903139"/>
              <a:gd name="connsiteX36" fmla="*/ 750579 w 1665830"/>
              <a:gd name="connsiteY36" fmla="*/ 27414 h 1903139"/>
              <a:gd name="connsiteX37" fmla="*/ 791445 w 1665830"/>
              <a:gd name="connsiteY37" fmla="*/ 6981 h 1903139"/>
              <a:gd name="connsiteX38" fmla="*/ 804807 w 1665830"/>
              <a:gd name="connsiteY38" fmla="*/ 2833 h 1903139"/>
              <a:gd name="connsiteX39" fmla="*/ 832915 w 1665830"/>
              <a:gd name="connsiteY39" fmla="*/ 0 h 1903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665830" h="1903139">
                <a:moveTo>
                  <a:pt x="832915" y="0"/>
                </a:moveTo>
                <a:cubicBezTo>
                  <a:pt x="842543" y="0"/>
                  <a:pt x="851943" y="975"/>
                  <a:pt x="861023" y="2833"/>
                </a:cubicBezTo>
                <a:lnTo>
                  <a:pt x="874385" y="6981"/>
                </a:lnTo>
                <a:lnTo>
                  <a:pt x="915251" y="27414"/>
                </a:lnTo>
                <a:lnTo>
                  <a:pt x="915251" y="27414"/>
                </a:lnTo>
                <a:lnTo>
                  <a:pt x="1575275" y="357427"/>
                </a:lnTo>
                <a:lnTo>
                  <a:pt x="1604356" y="371967"/>
                </a:lnTo>
                <a:lnTo>
                  <a:pt x="1624981" y="388984"/>
                </a:lnTo>
                <a:cubicBezTo>
                  <a:pt x="1643910" y="407914"/>
                  <a:pt x="1657423" y="432259"/>
                  <a:pt x="1662997" y="459496"/>
                </a:cubicBezTo>
                <a:lnTo>
                  <a:pt x="1665830" y="487599"/>
                </a:lnTo>
                <a:lnTo>
                  <a:pt x="1665830" y="487608"/>
                </a:lnTo>
                <a:lnTo>
                  <a:pt x="1665830" y="1414670"/>
                </a:lnTo>
                <a:lnTo>
                  <a:pt x="1665830" y="1414680"/>
                </a:lnTo>
                <a:lnTo>
                  <a:pt x="1662997" y="1442783"/>
                </a:lnTo>
                <a:cubicBezTo>
                  <a:pt x="1658120" y="1466616"/>
                  <a:pt x="1647164" y="1488234"/>
                  <a:pt x="1631821" y="1505947"/>
                </a:cubicBezTo>
                <a:lnTo>
                  <a:pt x="1616111" y="1521287"/>
                </a:lnTo>
                <a:lnTo>
                  <a:pt x="1615077" y="1522296"/>
                </a:lnTo>
                <a:lnTo>
                  <a:pt x="903812" y="1883163"/>
                </a:lnTo>
                <a:lnTo>
                  <a:pt x="883454" y="1893342"/>
                </a:lnTo>
                <a:lnTo>
                  <a:pt x="861023" y="1900305"/>
                </a:lnTo>
                <a:cubicBezTo>
                  <a:pt x="851943" y="1902163"/>
                  <a:pt x="842543" y="1903139"/>
                  <a:pt x="832915" y="1903139"/>
                </a:cubicBezTo>
                <a:cubicBezTo>
                  <a:pt x="823286" y="1903139"/>
                  <a:pt x="813886" y="1902163"/>
                  <a:pt x="804807" y="1900305"/>
                </a:cubicBezTo>
                <a:lnTo>
                  <a:pt x="782375" y="1893342"/>
                </a:lnTo>
                <a:lnTo>
                  <a:pt x="762018" y="1883163"/>
                </a:lnTo>
                <a:lnTo>
                  <a:pt x="70047" y="1535666"/>
                </a:lnTo>
                <a:cubicBezTo>
                  <a:pt x="35974" y="1516074"/>
                  <a:pt x="10961" y="1482504"/>
                  <a:pt x="2833" y="1442783"/>
                </a:cubicBezTo>
                <a:lnTo>
                  <a:pt x="0" y="1414680"/>
                </a:lnTo>
                <a:lnTo>
                  <a:pt x="0" y="1414670"/>
                </a:lnTo>
                <a:lnTo>
                  <a:pt x="0" y="487608"/>
                </a:lnTo>
                <a:lnTo>
                  <a:pt x="0" y="487599"/>
                </a:lnTo>
                <a:lnTo>
                  <a:pt x="2833" y="459496"/>
                </a:lnTo>
                <a:cubicBezTo>
                  <a:pt x="8406" y="432259"/>
                  <a:pt x="21920" y="407913"/>
                  <a:pt x="40849" y="388984"/>
                </a:cubicBezTo>
                <a:lnTo>
                  <a:pt x="61474" y="371967"/>
                </a:lnTo>
                <a:lnTo>
                  <a:pt x="90554" y="357427"/>
                </a:lnTo>
                <a:cubicBezTo>
                  <a:pt x="90554" y="357427"/>
                  <a:pt x="90555" y="357427"/>
                  <a:pt x="90555" y="357427"/>
                </a:cubicBezTo>
                <a:lnTo>
                  <a:pt x="750579" y="27414"/>
                </a:lnTo>
                <a:lnTo>
                  <a:pt x="750579" y="27414"/>
                </a:lnTo>
                <a:lnTo>
                  <a:pt x="791445" y="6981"/>
                </a:lnTo>
                <a:lnTo>
                  <a:pt x="804807" y="2833"/>
                </a:lnTo>
                <a:cubicBezTo>
                  <a:pt x="813886" y="975"/>
                  <a:pt x="823286" y="0"/>
                  <a:pt x="832915" y="0"/>
                </a:cubicBezTo>
                <a:close/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4"/>
          </p:nvPr>
        </p:nvSpPr>
        <p:spPr>
          <a:xfrm>
            <a:off x="2146301" y="3211912"/>
            <a:ext cx="1347817" cy="1539821"/>
          </a:xfrm>
          <a:custGeom>
            <a:avLst/>
            <a:gdLst>
              <a:gd name="connsiteX0" fmla="*/ 673909 w 1347817"/>
              <a:gd name="connsiteY0" fmla="*/ 0 h 1539821"/>
              <a:gd name="connsiteX1" fmla="*/ 696651 w 1347817"/>
              <a:gd name="connsiteY1" fmla="*/ 2293 h 1539821"/>
              <a:gd name="connsiteX2" fmla="*/ 707462 w 1347817"/>
              <a:gd name="connsiteY2" fmla="*/ 5649 h 1539821"/>
              <a:gd name="connsiteX3" fmla="*/ 740526 w 1347817"/>
              <a:gd name="connsiteY3" fmla="*/ 22181 h 1539821"/>
              <a:gd name="connsiteX4" fmla="*/ 740526 w 1347817"/>
              <a:gd name="connsiteY4" fmla="*/ 22181 h 1539821"/>
              <a:gd name="connsiteX5" fmla="*/ 1274550 w 1347817"/>
              <a:gd name="connsiteY5" fmla="*/ 289193 h 1539821"/>
              <a:gd name="connsiteX6" fmla="*/ 1298079 w 1347817"/>
              <a:gd name="connsiteY6" fmla="*/ 300957 h 1539821"/>
              <a:gd name="connsiteX7" fmla="*/ 1314767 w 1347817"/>
              <a:gd name="connsiteY7" fmla="*/ 314726 h 1539821"/>
              <a:gd name="connsiteX8" fmla="*/ 1345525 w 1347817"/>
              <a:gd name="connsiteY8" fmla="*/ 371777 h 1539821"/>
              <a:gd name="connsiteX9" fmla="*/ 1347817 w 1347817"/>
              <a:gd name="connsiteY9" fmla="*/ 394515 h 1539821"/>
              <a:gd name="connsiteX10" fmla="*/ 1347817 w 1347817"/>
              <a:gd name="connsiteY10" fmla="*/ 394522 h 1539821"/>
              <a:gd name="connsiteX11" fmla="*/ 1347817 w 1347817"/>
              <a:gd name="connsiteY11" fmla="*/ 1144604 h 1539821"/>
              <a:gd name="connsiteX12" fmla="*/ 1347817 w 1347817"/>
              <a:gd name="connsiteY12" fmla="*/ 1144611 h 1539821"/>
              <a:gd name="connsiteX13" fmla="*/ 1345525 w 1347817"/>
              <a:gd name="connsiteY13" fmla="*/ 1167350 h 1539821"/>
              <a:gd name="connsiteX14" fmla="*/ 1320301 w 1347817"/>
              <a:gd name="connsiteY14" fmla="*/ 1218455 h 1539821"/>
              <a:gd name="connsiteX15" fmla="*/ 1307590 w 1347817"/>
              <a:gd name="connsiteY15" fmla="*/ 1230867 h 1539821"/>
              <a:gd name="connsiteX16" fmla="*/ 1306753 w 1347817"/>
              <a:gd name="connsiteY16" fmla="*/ 1231683 h 1539821"/>
              <a:gd name="connsiteX17" fmla="*/ 731271 w 1347817"/>
              <a:gd name="connsiteY17" fmla="*/ 1523659 h 1539821"/>
              <a:gd name="connsiteX18" fmla="*/ 714800 w 1347817"/>
              <a:gd name="connsiteY18" fmla="*/ 1531895 h 1539821"/>
              <a:gd name="connsiteX19" fmla="*/ 696651 w 1347817"/>
              <a:gd name="connsiteY19" fmla="*/ 1537529 h 1539821"/>
              <a:gd name="connsiteX20" fmla="*/ 673909 w 1347817"/>
              <a:gd name="connsiteY20" fmla="*/ 1539821 h 1539821"/>
              <a:gd name="connsiteX21" fmla="*/ 651167 w 1347817"/>
              <a:gd name="connsiteY21" fmla="*/ 1537529 h 1539821"/>
              <a:gd name="connsiteX22" fmla="*/ 633017 w 1347817"/>
              <a:gd name="connsiteY22" fmla="*/ 1531895 h 1539821"/>
              <a:gd name="connsiteX23" fmla="*/ 616546 w 1347817"/>
              <a:gd name="connsiteY23" fmla="*/ 1523659 h 1539821"/>
              <a:gd name="connsiteX24" fmla="*/ 56675 w 1347817"/>
              <a:gd name="connsiteY24" fmla="*/ 1242501 h 1539821"/>
              <a:gd name="connsiteX25" fmla="*/ 2292 w 1347817"/>
              <a:gd name="connsiteY25" fmla="*/ 1167350 h 1539821"/>
              <a:gd name="connsiteX26" fmla="*/ 0 w 1347817"/>
              <a:gd name="connsiteY26" fmla="*/ 1144611 h 1539821"/>
              <a:gd name="connsiteX27" fmla="*/ 0 w 1347817"/>
              <a:gd name="connsiteY27" fmla="*/ 1144604 h 1539821"/>
              <a:gd name="connsiteX28" fmla="*/ 0 w 1347817"/>
              <a:gd name="connsiteY28" fmla="*/ 394522 h 1539821"/>
              <a:gd name="connsiteX29" fmla="*/ 0 w 1347817"/>
              <a:gd name="connsiteY29" fmla="*/ 394515 h 1539821"/>
              <a:gd name="connsiteX30" fmla="*/ 2292 w 1347817"/>
              <a:gd name="connsiteY30" fmla="*/ 371776 h 1539821"/>
              <a:gd name="connsiteX31" fmla="*/ 33051 w 1347817"/>
              <a:gd name="connsiteY31" fmla="*/ 314726 h 1539821"/>
              <a:gd name="connsiteX32" fmla="*/ 49739 w 1347817"/>
              <a:gd name="connsiteY32" fmla="*/ 300957 h 1539821"/>
              <a:gd name="connsiteX33" fmla="*/ 73267 w 1347817"/>
              <a:gd name="connsiteY33" fmla="*/ 289193 h 1539821"/>
              <a:gd name="connsiteX34" fmla="*/ 73268 w 1347817"/>
              <a:gd name="connsiteY34" fmla="*/ 289193 h 1539821"/>
              <a:gd name="connsiteX35" fmla="*/ 607291 w 1347817"/>
              <a:gd name="connsiteY35" fmla="*/ 22181 h 1539821"/>
              <a:gd name="connsiteX36" fmla="*/ 607291 w 1347817"/>
              <a:gd name="connsiteY36" fmla="*/ 22181 h 1539821"/>
              <a:gd name="connsiteX37" fmla="*/ 640356 w 1347817"/>
              <a:gd name="connsiteY37" fmla="*/ 5649 h 1539821"/>
              <a:gd name="connsiteX38" fmla="*/ 651167 w 1347817"/>
              <a:gd name="connsiteY38" fmla="*/ 2293 h 1539821"/>
              <a:gd name="connsiteX39" fmla="*/ 673909 w 1347817"/>
              <a:gd name="connsiteY39" fmla="*/ 0 h 153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47817" h="1539821">
                <a:moveTo>
                  <a:pt x="673909" y="0"/>
                </a:moveTo>
                <a:cubicBezTo>
                  <a:pt x="681699" y="0"/>
                  <a:pt x="689305" y="790"/>
                  <a:pt x="696651" y="2293"/>
                </a:cubicBezTo>
                <a:lnTo>
                  <a:pt x="707462" y="5649"/>
                </a:lnTo>
                <a:lnTo>
                  <a:pt x="740526" y="22181"/>
                </a:lnTo>
                <a:lnTo>
                  <a:pt x="740526" y="22181"/>
                </a:lnTo>
                <a:lnTo>
                  <a:pt x="1274550" y="289193"/>
                </a:lnTo>
                <a:lnTo>
                  <a:pt x="1298079" y="300957"/>
                </a:lnTo>
                <a:lnTo>
                  <a:pt x="1314767" y="314726"/>
                </a:lnTo>
                <a:cubicBezTo>
                  <a:pt x="1330082" y="330041"/>
                  <a:pt x="1341016" y="349739"/>
                  <a:pt x="1345525" y="371777"/>
                </a:cubicBezTo>
                <a:lnTo>
                  <a:pt x="1347817" y="394515"/>
                </a:lnTo>
                <a:lnTo>
                  <a:pt x="1347817" y="394522"/>
                </a:lnTo>
                <a:lnTo>
                  <a:pt x="1347817" y="1144604"/>
                </a:lnTo>
                <a:lnTo>
                  <a:pt x="1347817" y="1144611"/>
                </a:lnTo>
                <a:lnTo>
                  <a:pt x="1345525" y="1167350"/>
                </a:lnTo>
                <a:cubicBezTo>
                  <a:pt x="1341579" y="1186632"/>
                  <a:pt x="1332715" y="1204124"/>
                  <a:pt x="1320301" y="1218455"/>
                </a:cubicBezTo>
                <a:lnTo>
                  <a:pt x="1307590" y="1230867"/>
                </a:lnTo>
                <a:lnTo>
                  <a:pt x="1306753" y="1231683"/>
                </a:lnTo>
                <a:lnTo>
                  <a:pt x="731271" y="1523659"/>
                </a:lnTo>
                <a:lnTo>
                  <a:pt x="714800" y="1531895"/>
                </a:lnTo>
                <a:lnTo>
                  <a:pt x="696651" y="1537529"/>
                </a:lnTo>
                <a:cubicBezTo>
                  <a:pt x="689305" y="1539032"/>
                  <a:pt x="681699" y="1539821"/>
                  <a:pt x="673909" y="1539821"/>
                </a:cubicBezTo>
                <a:cubicBezTo>
                  <a:pt x="666119" y="1539821"/>
                  <a:pt x="658513" y="1539032"/>
                  <a:pt x="651167" y="1537529"/>
                </a:cubicBezTo>
                <a:lnTo>
                  <a:pt x="633017" y="1531895"/>
                </a:lnTo>
                <a:lnTo>
                  <a:pt x="616546" y="1523659"/>
                </a:lnTo>
                <a:lnTo>
                  <a:pt x="56675" y="1242501"/>
                </a:lnTo>
                <a:cubicBezTo>
                  <a:pt x="29107" y="1226649"/>
                  <a:pt x="8869" y="1199488"/>
                  <a:pt x="2292" y="1167350"/>
                </a:cubicBezTo>
                <a:lnTo>
                  <a:pt x="0" y="1144611"/>
                </a:lnTo>
                <a:lnTo>
                  <a:pt x="0" y="1144604"/>
                </a:lnTo>
                <a:lnTo>
                  <a:pt x="0" y="394522"/>
                </a:lnTo>
                <a:lnTo>
                  <a:pt x="0" y="394515"/>
                </a:lnTo>
                <a:lnTo>
                  <a:pt x="2292" y="371776"/>
                </a:lnTo>
                <a:cubicBezTo>
                  <a:pt x="6802" y="349739"/>
                  <a:pt x="17735" y="330041"/>
                  <a:pt x="33051" y="314726"/>
                </a:cubicBezTo>
                <a:lnTo>
                  <a:pt x="49739" y="300957"/>
                </a:lnTo>
                <a:lnTo>
                  <a:pt x="73267" y="289193"/>
                </a:lnTo>
                <a:cubicBezTo>
                  <a:pt x="73268" y="289193"/>
                  <a:pt x="73268" y="289193"/>
                  <a:pt x="73268" y="289193"/>
                </a:cubicBezTo>
                <a:lnTo>
                  <a:pt x="607291" y="22181"/>
                </a:lnTo>
                <a:lnTo>
                  <a:pt x="607291" y="22181"/>
                </a:lnTo>
                <a:lnTo>
                  <a:pt x="640356" y="5649"/>
                </a:lnTo>
                <a:lnTo>
                  <a:pt x="651167" y="2293"/>
                </a:lnTo>
                <a:cubicBezTo>
                  <a:pt x="658513" y="790"/>
                  <a:pt x="666119" y="0"/>
                  <a:pt x="673909" y="0"/>
                </a:cubicBezTo>
                <a:close/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032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41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09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236018" y="1803400"/>
            <a:ext cx="3060701" cy="1778668"/>
          </a:xfrm>
          <a:custGeom>
            <a:avLst/>
            <a:gdLst>
              <a:gd name="connsiteX0" fmla="*/ 296451 w 3060701"/>
              <a:gd name="connsiteY0" fmla="*/ 0 h 1778668"/>
              <a:gd name="connsiteX1" fmla="*/ 2764250 w 3060701"/>
              <a:gd name="connsiteY1" fmla="*/ 0 h 1778668"/>
              <a:gd name="connsiteX2" fmla="*/ 3060701 w 3060701"/>
              <a:gd name="connsiteY2" fmla="*/ 296451 h 1778668"/>
              <a:gd name="connsiteX3" fmla="*/ 3060701 w 3060701"/>
              <a:gd name="connsiteY3" fmla="*/ 1482217 h 1778668"/>
              <a:gd name="connsiteX4" fmla="*/ 2764250 w 3060701"/>
              <a:gd name="connsiteY4" fmla="*/ 1778668 h 1778668"/>
              <a:gd name="connsiteX5" fmla="*/ 296451 w 3060701"/>
              <a:gd name="connsiteY5" fmla="*/ 1778668 h 1778668"/>
              <a:gd name="connsiteX6" fmla="*/ 0 w 3060701"/>
              <a:gd name="connsiteY6" fmla="*/ 1482217 h 1778668"/>
              <a:gd name="connsiteX7" fmla="*/ 0 w 3060701"/>
              <a:gd name="connsiteY7" fmla="*/ 296451 h 1778668"/>
              <a:gd name="connsiteX8" fmla="*/ 296451 w 3060701"/>
              <a:gd name="connsiteY8" fmla="*/ 0 h 1778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60701" h="1778668">
                <a:moveTo>
                  <a:pt x="296451" y="0"/>
                </a:moveTo>
                <a:lnTo>
                  <a:pt x="2764250" y="0"/>
                </a:lnTo>
                <a:cubicBezTo>
                  <a:pt x="2927975" y="0"/>
                  <a:pt x="3060701" y="132726"/>
                  <a:pt x="3060701" y="296451"/>
                </a:cubicBezTo>
                <a:lnTo>
                  <a:pt x="3060701" y="1482217"/>
                </a:lnTo>
                <a:cubicBezTo>
                  <a:pt x="3060701" y="1645942"/>
                  <a:pt x="2927975" y="1778668"/>
                  <a:pt x="2764250" y="1778668"/>
                </a:cubicBezTo>
                <a:lnTo>
                  <a:pt x="296451" y="1778668"/>
                </a:lnTo>
                <a:cubicBezTo>
                  <a:pt x="132726" y="1778668"/>
                  <a:pt x="0" y="1645942"/>
                  <a:pt x="0" y="1482217"/>
                </a:cubicBezTo>
                <a:lnTo>
                  <a:pt x="0" y="296451"/>
                </a:lnTo>
                <a:cubicBezTo>
                  <a:pt x="0" y="132726"/>
                  <a:pt x="132726" y="0"/>
                  <a:pt x="296451" y="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accent6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4568439" y="1803400"/>
            <a:ext cx="3060701" cy="1778668"/>
          </a:xfrm>
          <a:custGeom>
            <a:avLst/>
            <a:gdLst>
              <a:gd name="connsiteX0" fmla="*/ 296451 w 3060701"/>
              <a:gd name="connsiteY0" fmla="*/ 0 h 1778668"/>
              <a:gd name="connsiteX1" fmla="*/ 2764250 w 3060701"/>
              <a:gd name="connsiteY1" fmla="*/ 0 h 1778668"/>
              <a:gd name="connsiteX2" fmla="*/ 3060701 w 3060701"/>
              <a:gd name="connsiteY2" fmla="*/ 296451 h 1778668"/>
              <a:gd name="connsiteX3" fmla="*/ 3060701 w 3060701"/>
              <a:gd name="connsiteY3" fmla="*/ 1482217 h 1778668"/>
              <a:gd name="connsiteX4" fmla="*/ 2764250 w 3060701"/>
              <a:gd name="connsiteY4" fmla="*/ 1778668 h 1778668"/>
              <a:gd name="connsiteX5" fmla="*/ 296451 w 3060701"/>
              <a:gd name="connsiteY5" fmla="*/ 1778668 h 1778668"/>
              <a:gd name="connsiteX6" fmla="*/ 0 w 3060701"/>
              <a:gd name="connsiteY6" fmla="*/ 1482217 h 1778668"/>
              <a:gd name="connsiteX7" fmla="*/ 0 w 3060701"/>
              <a:gd name="connsiteY7" fmla="*/ 296451 h 1778668"/>
              <a:gd name="connsiteX8" fmla="*/ 296451 w 3060701"/>
              <a:gd name="connsiteY8" fmla="*/ 0 h 1778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60701" h="1778668">
                <a:moveTo>
                  <a:pt x="296451" y="0"/>
                </a:moveTo>
                <a:lnTo>
                  <a:pt x="2764250" y="0"/>
                </a:lnTo>
                <a:cubicBezTo>
                  <a:pt x="2927975" y="0"/>
                  <a:pt x="3060701" y="132726"/>
                  <a:pt x="3060701" y="296451"/>
                </a:cubicBezTo>
                <a:lnTo>
                  <a:pt x="3060701" y="1482217"/>
                </a:lnTo>
                <a:cubicBezTo>
                  <a:pt x="3060701" y="1645942"/>
                  <a:pt x="2927975" y="1778668"/>
                  <a:pt x="2764250" y="1778668"/>
                </a:cubicBezTo>
                <a:lnTo>
                  <a:pt x="296451" y="1778668"/>
                </a:lnTo>
                <a:cubicBezTo>
                  <a:pt x="132726" y="1778668"/>
                  <a:pt x="0" y="1645942"/>
                  <a:pt x="0" y="1482217"/>
                </a:cubicBezTo>
                <a:lnTo>
                  <a:pt x="0" y="296451"/>
                </a:lnTo>
                <a:cubicBezTo>
                  <a:pt x="0" y="132726"/>
                  <a:pt x="132726" y="0"/>
                  <a:pt x="296451" y="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accent6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7900860" y="1803400"/>
            <a:ext cx="3060701" cy="1778668"/>
          </a:xfrm>
          <a:custGeom>
            <a:avLst/>
            <a:gdLst>
              <a:gd name="connsiteX0" fmla="*/ 296451 w 3060701"/>
              <a:gd name="connsiteY0" fmla="*/ 0 h 1778668"/>
              <a:gd name="connsiteX1" fmla="*/ 2764250 w 3060701"/>
              <a:gd name="connsiteY1" fmla="*/ 0 h 1778668"/>
              <a:gd name="connsiteX2" fmla="*/ 3060701 w 3060701"/>
              <a:gd name="connsiteY2" fmla="*/ 296451 h 1778668"/>
              <a:gd name="connsiteX3" fmla="*/ 3060701 w 3060701"/>
              <a:gd name="connsiteY3" fmla="*/ 1482217 h 1778668"/>
              <a:gd name="connsiteX4" fmla="*/ 2764250 w 3060701"/>
              <a:gd name="connsiteY4" fmla="*/ 1778668 h 1778668"/>
              <a:gd name="connsiteX5" fmla="*/ 296451 w 3060701"/>
              <a:gd name="connsiteY5" fmla="*/ 1778668 h 1778668"/>
              <a:gd name="connsiteX6" fmla="*/ 0 w 3060701"/>
              <a:gd name="connsiteY6" fmla="*/ 1482217 h 1778668"/>
              <a:gd name="connsiteX7" fmla="*/ 0 w 3060701"/>
              <a:gd name="connsiteY7" fmla="*/ 296451 h 1778668"/>
              <a:gd name="connsiteX8" fmla="*/ 296451 w 3060701"/>
              <a:gd name="connsiteY8" fmla="*/ 0 h 1778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60701" h="1778668">
                <a:moveTo>
                  <a:pt x="296451" y="0"/>
                </a:moveTo>
                <a:lnTo>
                  <a:pt x="2764250" y="0"/>
                </a:lnTo>
                <a:cubicBezTo>
                  <a:pt x="2927975" y="0"/>
                  <a:pt x="3060701" y="132726"/>
                  <a:pt x="3060701" y="296451"/>
                </a:cubicBezTo>
                <a:lnTo>
                  <a:pt x="3060701" y="1482217"/>
                </a:lnTo>
                <a:cubicBezTo>
                  <a:pt x="3060701" y="1645942"/>
                  <a:pt x="2927975" y="1778668"/>
                  <a:pt x="2764250" y="1778668"/>
                </a:cubicBezTo>
                <a:lnTo>
                  <a:pt x="296451" y="1778668"/>
                </a:lnTo>
                <a:cubicBezTo>
                  <a:pt x="132726" y="1778668"/>
                  <a:pt x="0" y="1645942"/>
                  <a:pt x="0" y="1482217"/>
                </a:cubicBezTo>
                <a:lnTo>
                  <a:pt x="0" y="296451"/>
                </a:lnTo>
                <a:cubicBezTo>
                  <a:pt x="0" y="132726"/>
                  <a:pt x="132726" y="0"/>
                  <a:pt x="296451" y="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accent6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69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608557" y="1917563"/>
            <a:ext cx="2880000" cy="2880000"/>
          </a:xfrm>
          <a:custGeom>
            <a:avLst/>
            <a:gdLst>
              <a:gd name="connsiteX0" fmla="*/ 1440000 w 2880000"/>
              <a:gd name="connsiteY0" fmla="*/ 0 h 2880000"/>
              <a:gd name="connsiteX1" fmla="*/ 2880000 w 2880000"/>
              <a:gd name="connsiteY1" fmla="*/ 1440000 h 2880000"/>
              <a:gd name="connsiteX2" fmla="*/ 1440000 w 2880000"/>
              <a:gd name="connsiteY2" fmla="*/ 2880000 h 2880000"/>
              <a:gd name="connsiteX3" fmla="*/ 0 w 2880000"/>
              <a:gd name="connsiteY3" fmla="*/ 1440000 h 2880000"/>
              <a:gd name="connsiteX4" fmla="*/ 1440000 w 2880000"/>
              <a:gd name="connsiteY4" fmla="*/ 0 h 28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00" h="2880000">
                <a:moveTo>
                  <a:pt x="1440000" y="0"/>
                </a:moveTo>
                <a:cubicBezTo>
                  <a:pt x="2235290" y="0"/>
                  <a:pt x="2880000" y="644710"/>
                  <a:pt x="2880000" y="1440000"/>
                </a:cubicBezTo>
                <a:cubicBezTo>
                  <a:pt x="2880000" y="2235290"/>
                  <a:pt x="2235290" y="2880000"/>
                  <a:pt x="1440000" y="2880000"/>
                </a:cubicBezTo>
                <a:cubicBezTo>
                  <a:pt x="644710" y="2880000"/>
                  <a:pt x="0" y="2235290"/>
                  <a:pt x="0" y="1440000"/>
                </a:cubicBezTo>
                <a:cubicBezTo>
                  <a:pt x="0" y="644710"/>
                  <a:pt x="644710" y="0"/>
                  <a:pt x="1440000" y="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accent6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88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4610102" y="1663743"/>
            <a:ext cx="2971796" cy="3530558"/>
          </a:xfrm>
          <a:custGeom>
            <a:avLst/>
            <a:gdLst>
              <a:gd name="connsiteX0" fmla="*/ 247669 w 2971796"/>
              <a:gd name="connsiteY0" fmla="*/ 0 h 3530558"/>
              <a:gd name="connsiteX1" fmla="*/ 2724127 w 2971796"/>
              <a:gd name="connsiteY1" fmla="*/ 0 h 3530558"/>
              <a:gd name="connsiteX2" fmla="*/ 2971796 w 2971796"/>
              <a:gd name="connsiteY2" fmla="*/ 247669 h 3530558"/>
              <a:gd name="connsiteX3" fmla="*/ 2971796 w 2971796"/>
              <a:gd name="connsiteY3" fmla="*/ 3282889 h 3530558"/>
              <a:gd name="connsiteX4" fmla="*/ 2724127 w 2971796"/>
              <a:gd name="connsiteY4" fmla="*/ 3530558 h 3530558"/>
              <a:gd name="connsiteX5" fmla="*/ 247669 w 2971796"/>
              <a:gd name="connsiteY5" fmla="*/ 3530558 h 3530558"/>
              <a:gd name="connsiteX6" fmla="*/ 0 w 2971796"/>
              <a:gd name="connsiteY6" fmla="*/ 3282889 h 3530558"/>
              <a:gd name="connsiteX7" fmla="*/ 0 w 2971796"/>
              <a:gd name="connsiteY7" fmla="*/ 247669 h 3530558"/>
              <a:gd name="connsiteX8" fmla="*/ 247669 w 2971796"/>
              <a:gd name="connsiteY8" fmla="*/ 0 h 3530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71796" h="3530558">
                <a:moveTo>
                  <a:pt x="247669" y="0"/>
                </a:moveTo>
                <a:lnTo>
                  <a:pt x="2724127" y="0"/>
                </a:lnTo>
                <a:cubicBezTo>
                  <a:pt x="2860911" y="0"/>
                  <a:pt x="2971796" y="110885"/>
                  <a:pt x="2971796" y="247669"/>
                </a:cubicBezTo>
                <a:lnTo>
                  <a:pt x="2971796" y="3282889"/>
                </a:lnTo>
                <a:cubicBezTo>
                  <a:pt x="2971796" y="3419673"/>
                  <a:pt x="2860911" y="3530558"/>
                  <a:pt x="2724127" y="3530558"/>
                </a:cubicBezTo>
                <a:lnTo>
                  <a:pt x="247669" y="3530558"/>
                </a:lnTo>
                <a:cubicBezTo>
                  <a:pt x="110885" y="3530558"/>
                  <a:pt x="0" y="3419673"/>
                  <a:pt x="0" y="3282889"/>
                </a:cubicBezTo>
                <a:lnTo>
                  <a:pt x="0" y="247669"/>
                </a:lnTo>
                <a:cubicBezTo>
                  <a:pt x="0" y="110885"/>
                  <a:pt x="110885" y="0"/>
                  <a:pt x="247669" y="0"/>
                </a:cubicBezTo>
                <a:close/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34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5150676" y="1644262"/>
            <a:ext cx="2080636" cy="2080636"/>
          </a:xfrm>
          <a:custGeom>
            <a:avLst/>
            <a:gdLst>
              <a:gd name="connsiteX0" fmla="*/ 1040318 w 2080636"/>
              <a:gd name="connsiteY0" fmla="*/ 0 h 2080636"/>
              <a:gd name="connsiteX1" fmla="*/ 2080636 w 2080636"/>
              <a:gd name="connsiteY1" fmla="*/ 1040318 h 2080636"/>
              <a:gd name="connsiteX2" fmla="*/ 1040318 w 2080636"/>
              <a:gd name="connsiteY2" fmla="*/ 2080636 h 2080636"/>
              <a:gd name="connsiteX3" fmla="*/ 0 w 2080636"/>
              <a:gd name="connsiteY3" fmla="*/ 1040318 h 2080636"/>
              <a:gd name="connsiteX4" fmla="*/ 1040318 w 2080636"/>
              <a:gd name="connsiteY4" fmla="*/ 0 h 2080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0636" h="2080636">
                <a:moveTo>
                  <a:pt x="1040318" y="0"/>
                </a:moveTo>
                <a:cubicBezTo>
                  <a:pt x="1614870" y="0"/>
                  <a:pt x="2080636" y="465766"/>
                  <a:pt x="2080636" y="1040318"/>
                </a:cubicBezTo>
                <a:cubicBezTo>
                  <a:pt x="2080636" y="1614870"/>
                  <a:pt x="1614870" y="2080636"/>
                  <a:pt x="1040318" y="2080636"/>
                </a:cubicBezTo>
                <a:cubicBezTo>
                  <a:pt x="465766" y="2080636"/>
                  <a:pt x="0" y="1614870"/>
                  <a:pt x="0" y="1040318"/>
                </a:cubicBezTo>
                <a:cubicBezTo>
                  <a:pt x="0" y="465766"/>
                  <a:pt x="465766" y="0"/>
                  <a:pt x="1040318" y="0"/>
                </a:cubicBezTo>
                <a:close/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45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261417" y="1772445"/>
            <a:ext cx="3170237" cy="3170237"/>
          </a:xfrm>
          <a:custGeom>
            <a:avLst/>
            <a:gdLst>
              <a:gd name="connsiteX0" fmla="*/ 375419 w 3170237"/>
              <a:gd name="connsiteY0" fmla="*/ 0 h 3170237"/>
              <a:gd name="connsiteX1" fmla="*/ 2794818 w 3170237"/>
              <a:gd name="connsiteY1" fmla="*/ 0 h 3170237"/>
              <a:gd name="connsiteX2" fmla="*/ 3170237 w 3170237"/>
              <a:gd name="connsiteY2" fmla="*/ 375419 h 3170237"/>
              <a:gd name="connsiteX3" fmla="*/ 3170237 w 3170237"/>
              <a:gd name="connsiteY3" fmla="*/ 2794818 h 3170237"/>
              <a:gd name="connsiteX4" fmla="*/ 2794818 w 3170237"/>
              <a:gd name="connsiteY4" fmla="*/ 3170237 h 3170237"/>
              <a:gd name="connsiteX5" fmla="*/ 375419 w 3170237"/>
              <a:gd name="connsiteY5" fmla="*/ 3170237 h 3170237"/>
              <a:gd name="connsiteX6" fmla="*/ 0 w 3170237"/>
              <a:gd name="connsiteY6" fmla="*/ 2794818 h 3170237"/>
              <a:gd name="connsiteX7" fmla="*/ 0 w 3170237"/>
              <a:gd name="connsiteY7" fmla="*/ 375419 h 3170237"/>
              <a:gd name="connsiteX8" fmla="*/ 375419 w 3170237"/>
              <a:gd name="connsiteY8" fmla="*/ 0 h 317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0237" h="3170237">
                <a:moveTo>
                  <a:pt x="375419" y="0"/>
                </a:moveTo>
                <a:lnTo>
                  <a:pt x="2794818" y="0"/>
                </a:lnTo>
                <a:cubicBezTo>
                  <a:pt x="3002156" y="0"/>
                  <a:pt x="3170237" y="168081"/>
                  <a:pt x="3170237" y="375419"/>
                </a:cubicBezTo>
                <a:lnTo>
                  <a:pt x="3170237" y="2794818"/>
                </a:lnTo>
                <a:cubicBezTo>
                  <a:pt x="3170237" y="3002156"/>
                  <a:pt x="3002156" y="3170237"/>
                  <a:pt x="2794818" y="3170237"/>
                </a:cubicBezTo>
                <a:lnTo>
                  <a:pt x="375419" y="3170237"/>
                </a:lnTo>
                <a:cubicBezTo>
                  <a:pt x="168081" y="3170237"/>
                  <a:pt x="0" y="3002156"/>
                  <a:pt x="0" y="2794818"/>
                </a:cubicBezTo>
                <a:lnTo>
                  <a:pt x="0" y="375419"/>
                </a:lnTo>
                <a:cubicBezTo>
                  <a:pt x="0" y="168081"/>
                  <a:pt x="168081" y="0"/>
                  <a:pt x="375419" y="0"/>
                </a:cubicBezTo>
                <a:close/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182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图片占位符 16"/>
          <p:cNvSpPr>
            <a:spLocks noGrp="1"/>
          </p:cNvSpPr>
          <p:nvPr>
            <p:ph type="pic" sz="quarter" idx="10"/>
          </p:nvPr>
        </p:nvSpPr>
        <p:spPr>
          <a:xfrm>
            <a:off x="3761515" y="1721799"/>
            <a:ext cx="2061029" cy="2061029"/>
          </a:xfrm>
          <a:custGeom>
            <a:avLst/>
            <a:gdLst>
              <a:gd name="connsiteX0" fmla="*/ 1030514 w 2061029"/>
              <a:gd name="connsiteY0" fmla="*/ 0 h 2061029"/>
              <a:gd name="connsiteX1" fmla="*/ 2061029 w 2061029"/>
              <a:gd name="connsiteY1" fmla="*/ 1030515 h 2061029"/>
              <a:gd name="connsiteX2" fmla="*/ 1030514 w 2061029"/>
              <a:gd name="connsiteY2" fmla="*/ 2061029 h 2061029"/>
              <a:gd name="connsiteX3" fmla="*/ 0 w 2061029"/>
              <a:gd name="connsiteY3" fmla="*/ 1030515 h 2061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1029" h="2061029">
                <a:moveTo>
                  <a:pt x="1030514" y="0"/>
                </a:moveTo>
                <a:lnTo>
                  <a:pt x="2061029" y="1030515"/>
                </a:lnTo>
                <a:lnTo>
                  <a:pt x="1030514" y="2061029"/>
                </a:lnTo>
                <a:lnTo>
                  <a:pt x="0" y="1030515"/>
                </a:lnTo>
                <a:close/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1"/>
          </p:nvPr>
        </p:nvSpPr>
        <p:spPr>
          <a:xfrm>
            <a:off x="6369454" y="1721799"/>
            <a:ext cx="2061029" cy="2061029"/>
          </a:xfrm>
          <a:custGeom>
            <a:avLst/>
            <a:gdLst>
              <a:gd name="connsiteX0" fmla="*/ 1030514 w 2061029"/>
              <a:gd name="connsiteY0" fmla="*/ 0 h 2061029"/>
              <a:gd name="connsiteX1" fmla="*/ 2061029 w 2061029"/>
              <a:gd name="connsiteY1" fmla="*/ 1030515 h 2061029"/>
              <a:gd name="connsiteX2" fmla="*/ 1030514 w 2061029"/>
              <a:gd name="connsiteY2" fmla="*/ 2061029 h 2061029"/>
              <a:gd name="connsiteX3" fmla="*/ 0 w 2061029"/>
              <a:gd name="connsiteY3" fmla="*/ 1030515 h 2061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1029" h="2061029">
                <a:moveTo>
                  <a:pt x="1030514" y="0"/>
                </a:moveTo>
                <a:lnTo>
                  <a:pt x="2061029" y="1030515"/>
                </a:lnTo>
                <a:lnTo>
                  <a:pt x="1030514" y="2061029"/>
                </a:lnTo>
                <a:lnTo>
                  <a:pt x="0" y="1030515"/>
                </a:lnTo>
                <a:close/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2"/>
          </p:nvPr>
        </p:nvSpPr>
        <p:spPr>
          <a:xfrm>
            <a:off x="5065485" y="2868426"/>
            <a:ext cx="2061029" cy="2061029"/>
          </a:xfrm>
          <a:custGeom>
            <a:avLst/>
            <a:gdLst>
              <a:gd name="connsiteX0" fmla="*/ 1030514 w 2061029"/>
              <a:gd name="connsiteY0" fmla="*/ 0 h 2061029"/>
              <a:gd name="connsiteX1" fmla="*/ 2061029 w 2061029"/>
              <a:gd name="connsiteY1" fmla="*/ 1030515 h 2061029"/>
              <a:gd name="connsiteX2" fmla="*/ 1030514 w 2061029"/>
              <a:gd name="connsiteY2" fmla="*/ 2061029 h 2061029"/>
              <a:gd name="connsiteX3" fmla="*/ 0 w 2061029"/>
              <a:gd name="connsiteY3" fmla="*/ 1030515 h 2061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1029" h="2061029">
                <a:moveTo>
                  <a:pt x="1030514" y="0"/>
                </a:moveTo>
                <a:lnTo>
                  <a:pt x="2061029" y="1030515"/>
                </a:lnTo>
                <a:lnTo>
                  <a:pt x="1030514" y="2061029"/>
                </a:lnTo>
                <a:lnTo>
                  <a:pt x="0" y="1030515"/>
                </a:lnTo>
                <a:close/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7673424" y="2868426"/>
            <a:ext cx="2061029" cy="2061029"/>
          </a:xfrm>
          <a:custGeom>
            <a:avLst/>
            <a:gdLst>
              <a:gd name="connsiteX0" fmla="*/ 1030514 w 2061029"/>
              <a:gd name="connsiteY0" fmla="*/ 0 h 2061029"/>
              <a:gd name="connsiteX1" fmla="*/ 2061029 w 2061029"/>
              <a:gd name="connsiteY1" fmla="*/ 1030515 h 2061029"/>
              <a:gd name="connsiteX2" fmla="*/ 1030514 w 2061029"/>
              <a:gd name="connsiteY2" fmla="*/ 2061029 h 2061029"/>
              <a:gd name="connsiteX3" fmla="*/ 0 w 2061029"/>
              <a:gd name="connsiteY3" fmla="*/ 1030515 h 2061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1029" h="2061029">
                <a:moveTo>
                  <a:pt x="1030514" y="0"/>
                </a:moveTo>
                <a:lnTo>
                  <a:pt x="2061029" y="1030515"/>
                </a:lnTo>
                <a:lnTo>
                  <a:pt x="1030514" y="2061029"/>
                </a:lnTo>
                <a:lnTo>
                  <a:pt x="0" y="1030515"/>
                </a:lnTo>
                <a:close/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4"/>
          </p:nvPr>
        </p:nvSpPr>
        <p:spPr>
          <a:xfrm>
            <a:off x="2457545" y="2868426"/>
            <a:ext cx="2061029" cy="2061029"/>
          </a:xfrm>
          <a:custGeom>
            <a:avLst/>
            <a:gdLst>
              <a:gd name="connsiteX0" fmla="*/ 1030514 w 2061029"/>
              <a:gd name="connsiteY0" fmla="*/ 0 h 2061029"/>
              <a:gd name="connsiteX1" fmla="*/ 2061029 w 2061029"/>
              <a:gd name="connsiteY1" fmla="*/ 1030515 h 2061029"/>
              <a:gd name="connsiteX2" fmla="*/ 1030514 w 2061029"/>
              <a:gd name="connsiteY2" fmla="*/ 2061029 h 2061029"/>
              <a:gd name="connsiteX3" fmla="*/ 0 w 2061029"/>
              <a:gd name="connsiteY3" fmla="*/ 1030515 h 2061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1029" h="2061029">
                <a:moveTo>
                  <a:pt x="1030514" y="0"/>
                </a:moveTo>
                <a:lnTo>
                  <a:pt x="2061029" y="1030515"/>
                </a:lnTo>
                <a:lnTo>
                  <a:pt x="1030514" y="2061029"/>
                </a:lnTo>
                <a:lnTo>
                  <a:pt x="0" y="1030515"/>
                </a:lnTo>
                <a:close/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 dirty="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5076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7833360" y="1694222"/>
            <a:ext cx="3123565" cy="3289258"/>
          </a:xfrm>
          <a:custGeom>
            <a:avLst/>
            <a:gdLst>
              <a:gd name="connsiteX0" fmla="*/ 0 w 3123565"/>
              <a:gd name="connsiteY0" fmla="*/ 0 h 3289258"/>
              <a:gd name="connsiteX1" fmla="*/ 3123565 w 3123565"/>
              <a:gd name="connsiteY1" fmla="*/ 0 h 3289258"/>
              <a:gd name="connsiteX2" fmla="*/ 3123565 w 3123565"/>
              <a:gd name="connsiteY2" fmla="*/ 3289258 h 3289258"/>
              <a:gd name="connsiteX3" fmla="*/ 0 w 3123565"/>
              <a:gd name="connsiteY3" fmla="*/ 3289258 h 328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3565" h="3289258">
                <a:moveTo>
                  <a:pt x="0" y="0"/>
                </a:moveTo>
                <a:lnTo>
                  <a:pt x="3123565" y="0"/>
                </a:lnTo>
                <a:lnTo>
                  <a:pt x="3123565" y="3289258"/>
                </a:lnTo>
                <a:lnTo>
                  <a:pt x="0" y="328925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69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2074460" y="2899491"/>
            <a:ext cx="1983250" cy="1983250"/>
          </a:xfrm>
          <a:custGeom>
            <a:avLst/>
            <a:gdLst>
              <a:gd name="connsiteX0" fmla="*/ 991625 w 1983250"/>
              <a:gd name="connsiteY0" fmla="*/ 0 h 1983250"/>
              <a:gd name="connsiteX1" fmla="*/ 1983250 w 1983250"/>
              <a:gd name="connsiteY1" fmla="*/ 991625 h 1983250"/>
              <a:gd name="connsiteX2" fmla="*/ 991625 w 1983250"/>
              <a:gd name="connsiteY2" fmla="*/ 1983250 h 1983250"/>
              <a:gd name="connsiteX3" fmla="*/ 0 w 1983250"/>
              <a:gd name="connsiteY3" fmla="*/ 991625 h 1983250"/>
              <a:gd name="connsiteX4" fmla="*/ 991625 w 1983250"/>
              <a:gd name="connsiteY4" fmla="*/ 0 h 198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3250" h="1983250">
                <a:moveTo>
                  <a:pt x="991625" y="0"/>
                </a:moveTo>
                <a:cubicBezTo>
                  <a:pt x="1539284" y="0"/>
                  <a:pt x="1983250" y="443966"/>
                  <a:pt x="1983250" y="991625"/>
                </a:cubicBezTo>
                <a:cubicBezTo>
                  <a:pt x="1983250" y="1539284"/>
                  <a:pt x="1539284" y="1983250"/>
                  <a:pt x="991625" y="1983250"/>
                </a:cubicBezTo>
                <a:cubicBezTo>
                  <a:pt x="443966" y="1983250"/>
                  <a:pt x="0" y="1539284"/>
                  <a:pt x="0" y="991625"/>
                </a:cubicBezTo>
                <a:cubicBezTo>
                  <a:pt x="0" y="443966"/>
                  <a:pt x="443966" y="0"/>
                  <a:pt x="99162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4347645" y="2041285"/>
            <a:ext cx="1567570" cy="1567570"/>
          </a:xfrm>
          <a:custGeom>
            <a:avLst/>
            <a:gdLst>
              <a:gd name="connsiteX0" fmla="*/ 783785 w 1567570"/>
              <a:gd name="connsiteY0" fmla="*/ 0 h 1567570"/>
              <a:gd name="connsiteX1" fmla="*/ 1567570 w 1567570"/>
              <a:gd name="connsiteY1" fmla="*/ 783785 h 1567570"/>
              <a:gd name="connsiteX2" fmla="*/ 783785 w 1567570"/>
              <a:gd name="connsiteY2" fmla="*/ 1567570 h 1567570"/>
              <a:gd name="connsiteX3" fmla="*/ 0 w 1567570"/>
              <a:gd name="connsiteY3" fmla="*/ 783785 h 1567570"/>
              <a:gd name="connsiteX4" fmla="*/ 783785 w 1567570"/>
              <a:gd name="connsiteY4" fmla="*/ 0 h 1567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7570" h="1567570">
                <a:moveTo>
                  <a:pt x="783785" y="0"/>
                </a:moveTo>
                <a:cubicBezTo>
                  <a:pt x="1216658" y="0"/>
                  <a:pt x="1567570" y="350912"/>
                  <a:pt x="1567570" y="783785"/>
                </a:cubicBezTo>
                <a:cubicBezTo>
                  <a:pt x="1567570" y="1216658"/>
                  <a:pt x="1216658" y="1567570"/>
                  <a:pt x="783785" y="1567570"/>
                </a:cubicBezTo>
                <a:cubicBezTo>
                  <a:pt x="350912" y="1567570"/>
                  <a:pt x="0" y="1216658"/>
                  <a:pt x="0" y="783785"/>
                </a:cubicBezTo>
                <a:cubicBezTo>
                  <a:pt x="0" y="350912"/>
                  <a:pt x="350912" y="0"/>
                  <a:pt x="78378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6205152" y="3107331"/>
            <a:ext cx="1567570" cy="1567570"/>
          </a:xfrm>
          <a:custGeom>
            <a:avLst/>
            <a:gdLst>
              <a:gd name="connsiteX0" fmla="*/ 783785 w 1567570"/>
              <a:gd name="connsiteY0" fmla="*/ 0 h 1567570"/>
              <a:gd name="connsiteX1" fmla="*/ 1567570 w 1567570"/>
              <a:gd name="connsiteY1" fmla="*/ 783785 h 1567570"/>
              <a:gd name="connsiteX2" fmla="*/ 783785 w 1567570"/>
              <a:gd name="connsiteY2" fmla="*/ 1567570 h 1567570"/>
              <a:gd name="connsiteX3" fmla="*/ 0 w 1567570"/>
              <a:gd name="connsiteY3" fmla="*/ 783785 h 1567570"/>
              <a:gd name="connsiteX4" fmla="*/ 783785 w 1567570"/>
              <a:gd name="connsiteY4" fmla="*/ 0 h 1567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7570" h="1567570">
                <a:moveTo>
                  <a:pt x="783785" y="0"/>
                </a:moveTo>
                <a:cubicBezTo>
                  <a:pt x="1216658" y="0"/>
                  <a:pt x="1567570" y="350912"/>
                  <a:pt x="1567570" y="783785"/>
                </a:cubicBezTo>
                <a:cubicBezTo>
                  <a:pt x="1567570" y="1216658"/>
                  <a:pt x="1216658" y="1567570"/>
                  <a:pt x="783785" y="1567570"/>
                </a:cubicBezTo>
                <a:cubicBezTo>
                  <a:pt x="350912" y="1567570"/>
                  <a:pt x="0" y="1216658"/>
                  <a:pt x="0" y="783785"/>
                </a:cubicBezTo>
                <a:cubicBezTo>
                  <a:pt x="0" y="350912"/>
                  <a:pt x="350912" y="0"/>
                  <a:pt x="78378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3"/>
          </p:nvPr>
        </p:nvSpPr>
        <p:spPr>
          <a:xfrm>
            <a:off x="8062659" y="1832385"/>
            <a:ext cx="2134214" cy="2134214"/>
          </a:xfrm>
          <a:custGeom>
            <a:avLst/>
            <a:gdLst>
              <a:gd name="connsiteX0" fmla="*/ 1067107 w 2134214"/>
              <a:gd name="connsiteY0" fmla="*/ 0 h 2134214"/>
              <a:gd name="connsiteX1" fmla="*/ 2134214 w 2134214"/>
              <a:gd name="connsiteY1" fmla="*/ 1067107 h 2134214"/>
              <a:gd name="connsiteX2" fmla="*/ 1067107 w 2134214"/>
              <a:gd name="connsiteY2" fmla="*/ 2134214 h 2134214"/>
              <a:gd name="connsiteX3" fmla="*/ 0 w 2134214"/>
              <a:gd name="connsiteY3" fmla="*/ 1067107 h 2134214"/>
              <a:gd name="connsiteX4" fmla="*/ 1067107 w 2134214"/>
              <a:gd name="connsiteY4" fmla="*/ 0 h 2134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4214" h="2134214">
                <a:moveTo>
                  <a:pt x="1067107" y="0"/>
                </a:moveTo>
                <a:cubicBezTo>
                  <a:pt x="1656454" y="0"/>
                  <a:pt x="2134214" y="477760"/>
                  <a:pt x="2134214" y="1067107"/>
                </a:cubicBezTo>
                <a:cubicBezTo>
                  <a:pt x="2134214" y="1656454"/>
                  <a:pt x="1656454" y="2134214"/>
                  <a:pt x="1067107" y="2134214"/>
                </a:cubicBezTo>
                <a:cubicBezTo>
                  <a:pt x="477760" y="2134214"/>
                  <a:pt x="0" y="1656454"/>
                  <a:pt x="0" y="1067107"/>
                </a:cubicBezTo>
                <a:cubicBezTo>
                  <a:pt x="0" y="477760"/>
                  <a:pt x="477760" y="0"/>
                  <a:pt x="106710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90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1860032" y="1756229"/>
            <a:ext cx="1301972" cy="1487448"/>
          </a:xfrm>
          <a:custGeom>
            <a:avLst/>
            <a:gdLst>
              <a:gd name="connsiteX0" fmla="*/ 650986 w 1301972"/>
              <a:gd name="connsiteY0" fmla="*/ 0 h 1487448"/>
              <a:gd name="connsiteX1" fmla="*/ 672955 w 1301972"/>
              <a:gd name="connsiteY1" fmla="*/ 2215 h 1487448"/>
              <a:gd name="connsiteX2" fmla="*/ 690487 w 1301972"/>
              <a:gd name="connsiteY2" fmla="*/ 7657 h 1487448"/>
              <a:gd name="connsiteX3" fmla="*/ 706397 w 1301972"/>
              <a:gd name="connsiteY3" fmla="*/ 15612 h 1487448"/>
              <a:gd name="connsiteX4" fmla="*/ 1247225 w 1301972"/>
              <a:gd name="connsiteY4" fmla="*/ 287208 h 1487448"/>
              <a:gd name="connsiteX5" fmla="*/ 1299758 w 1301972"/>
              <a:gd name="connsiteY5" fmla="*/ 359803 h 1487448"/>
              <a:gd name="connsiteX6" fmla="*/ 1301972 w 1301972"/>
              <a:gd name="connsiteY6" fmla="*/ 381768 h 1487448"/>
              <a:gd name="connsiteX7" fmla="*/ 1301972 w 1301972"/>
              <a:gd name="connsiteY7" fmla="*/ 381775 h 1487448"/>
              <a:gd name="connsiteX8" fmla="*/ 1301972 w 1301972"/>
              <a:gd name="connsiteY8" fmla="*/ 1106345 h 1487448"/>
              <a:gd name="connsiteX9" fmla="*/ 1301972 w 1301972"/>
              <a:gd name="connsiteY9" fmla="*/ 1106352 h 1487448"/>
              <a:gd name="connsiteX10" fmla="*/ 1299758 w 1301972"/>
              <a:gd name="connsiteY10" fmla="*/ 1128317 h 1487448"/>
              <a:gd name="connsiteX11" fmla="*/ 1270046 w 1301972"/>
              <a:gd name="connsiteY11" fmla="*/ 1183427 h 1487448"/>
              <a:gd name="connsiteX12" fmla="*/ 1253926 w 1301972"/>
              <a:gd name="connsiteY12" fmla="*/ 1196727 h 1487448"/>
              <a:gd name="connsiteX13" fmla="*/ 1231197 w 1301972"/>
              <a:gd name="connsiteY13" fmla="*/ 1208092 h 1487448"/>
              <a:gd name="connsiteX14" fmla="*/ 1231196 w 1301972"/>
              <a:gd name="connsiteY14" fmla="*/ 1208092 h 1487448"/>
              <a:gd name="connsiteX15" fmla="*/ 715338 w 1301972"/>
              <a:gd name="connsiteY15" fmla="*/ 1466022 h 1487448"/>
              <a:gd name="connsiteX16" fmla="*/ 683398 w 1301972"/>
              <a:gd name="connsiteY16" fmla="*/ 1481992 h 1487448"/>
              <a:gd name="connsiteX17" fmla="*/ 672955 w 1301972"/>
              <a:gd name="connsiteY17" fmla="*/ 1485233 h 1487448"/>
              <a:gd name="connsiteX18" fmla="*/ 650986 w 1301972"/>
              <a:gd name="connsiteY18" fmla="*/ 1487448 h 1487448"/>
              <a:gd name="connsiteX19" fmla="*/ 629018 w 1301972"/>
              <a:gd name="connsiteY19" fmla="*/ 1485233 h 1487448"/>
              <a:gd name="connsiteX20" fmla="*/ 618574 w 1301972"/>
              <a:gd name="connsiteY20" fmla="*/ 1481992 h 1487448"/>
              <a:gd name="connsiteX21" fmla="*/ 586635 w 1301972"/>
              <a:gd name="connsiteY21" fmla="*/ 1466022 h 1487448"/>
              <a:gd name="connsiteX22" fmla="*/ 70775 w 1301972"/>
              <a:gd name="connsiteY22" fmla="*/ 1208091 h 1487448"/>
              <a:gd name="connsiteX23" fmla="*/ 48047 w 1301972"/>
              <a:gd name="connsiteY23" fmla="*/ 1196727 h 1487448"/>
              <a:gd name="connsiteX24" fmla="*/ 31927 w 1301972"/>
              <a:gd name="connsiteY24" fmla="*/ 1183427 h 1487448"/>
              <a:gd name="connsiteX25" fmla="*/ 2214 w 1301972"/>
              <a:gd name="connsiteY25" fmla="*/ 1128317 h 1487448"/>
              <a:gd name="connsiteX26" fmla="*/ 0 w 1301972"/>
              <a:gd name="connsiteY26" fmla="*/ 1106352 h 1487448"/>
              <a:gd name="connsiteX27" fmla="*/ 0 w 1301972"/>
              <a:gd name="connsiteY27" fmla="*/ 1106345 h 1487448"/>
              <a:gd name="connsiteX28" fmla="*/ 0 w 1301972"/>
              <a:gd name="connsiteY28" fmla="*/ 381776 h 1487448"/>
              <a:gd name="connsiteX29" fmla="*/ 0 w 1301972"/>
              <a:gd name="connsiteY29" fmla="*/ 381775 h 1487448"/>
              <a:gd name="connsiteX30" fmla="*/ 0 w 1301972"/>
              <a:gd name="connsiteY30" fmla="*/ 381768 h 1487448"/>
              <a:gd name="connsiteX31" fmla="*/ 2214 w 1301972"/>
              <a:gd name="connsiteY31" fmla="*/ 359803 h 1487448"/>
              <a:gd name="connsiteX32" fmla="*/ 26581 w 1301972"/>
              <a:gd name="connsiteY32" fmla="*/ 310435 h 1487448"/>
              <a:gd name="connsiteX33" fmla="*/ 38859 w 1301972"/>
              <a:gd name="connsiteY33" fmla="*/ 298446 h 1487448"/>
              <a:gd name="connsiteX34" fmla="*/ 39668 w 1301972"/>
              <a:gd name="connsiteY34" fmla="*/ 297657 h 1487448"/>
              <a:gd name="connsiteX35" fmla="*/ 595575 w 1301972"/>
              <a:gd name="connsiteY35" fmla="*/ 15612 h 1487448"/>
              <a:gd name="connsiteX36" fmla="*/ 611486 w 1301972"/>
              <a:gd name="connsiteY36" fmla="*/ 7657 h 1487448"/>
              <a:gd name="connsiteX37" fmla="*/ 629018 w 1301972"/>
              <a:gd name="connsiteY37" fmla="*/ 2215 h 1487448"/>
              <a:gd name="connsiteX38" fmla="*/ 650986 w 1301972"/>
              <a:gd name="connsiteY38" fmla="*/ 0 h 148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301972" h="1487448">
                <a:moveTo>
                  <a:pt x="650986" y="0"/>
                </a:moveTo>
                <a:cubicBezTo>
                  <a:pt x="658511" y="0"/>
                  <a:pt x="665859" y="763"/>
                  <a:pt x="672955" y="2215"/>
                </a:cubicBezTo>
                <a:lnTo>
                  <a:pt x="690487" y="7657"/>
                </a:lnTo>
                <a:lnTo>
                  <a:pt x="706397" y="15612"/>
                </a:lnTo>
                <a:lnTo>
                  <a:pt x="1247225" y="287208"/>
                </a:lnTo>
                <a:cubicBezTo>
                  <a:pt x="1273855" y="302520"/>
                  <a:pt x="1293405" y="328758"/>
                  <a:pt x="1299758" y="359803"/>
                </a:cubicBezTo>
                <a:lnTo>
                  <a:pt x="1301972" y="381768"/>
                </a:lnTo>
                <a:lnTo>
                  <a:pt x="1301972" y="381775"/>
                </a:lnTo>
                <a:lnTo>
                  <a:pt x="1301972" y="1106345"/>
                </a:lnTo>
                <a:lnTo>
                  <a:pt x="1301972" y="1106352"/>
                </a:lnTo>
                <a:lnTo>
                  <a:pt x="1299758" y="1128317"/>
                </a:lnTo>
                <a:cubicBezTo>
                  <a:pt x="1295402" y="1149605"/>
                  <a:pt x="1284840" y="1168632"/>
                  <a:pt x="1270046" y="1183427"/>
                </a:cubicBezTo>
                <a:lnTo>
                  <a:pt x="1253926" y="1196727"/>
                </a:lnTo>
                <a:lnTo>
                  <a:pt x="1231197" y="1208092"/>
                </a:lnTo>
                <a:cubicBezTo>
                  <a:pt x="1231197" y="1208092"/>
                  <a:pt x="1231197" y="1208092"/>
                  <a:pt x="1231196" y="1208092"/>
                </a:cubicBezTo>
                <a:lnTo>
                  <a:pt x="715338" y="1466022"/>
                </a:lnTo>
                <a:lnTo>
                  <a:pt x="683398" y="1481992"/>
                </a:lnTo>
                <a:lnTo>
                  <a:pt x="672955" y="1485233"/>
                </a:lnTo>
                <a:cubicBezTo>
                  <a:pt x="665859" y="1486685"/>
                  <a:pt x="658511" y="1487448"/>
                  <a:pt x="650986" y="1487448"/>
                </a:cubicBezTo>
                <a:cubicBezTo>
                  <a:pt x="643461" y="1487448"/>
                  <a:pt x="636114" y="1486685"/>
                  <a:pt x="629018" y="1485233"/>
                </a:cubicBezTo>
                <a:lnTo>
                  <a:pt x="618574" y="1481992"/>
                </a:lnTo>
                <a:lnTo>
                  <a:pt x="586635" y="1466022"/>
                </a:lnTo>
                <a:lnTo>
                  <a:pt x="70775" y="1208091"/>
                </a:lnTo>
                <a:lnTo>
                  <a:pt x="48047" y="1196727"/>
                </a:lnTo>
                <a:lnTo>
                  <a:pt x="31927" y="1183427"/>
                </a:lnTo>
                <a:cubicBezTo>
                  <a:pt x="17132" y="1168632"/>
                  <a:pt x="6570" y="1149605"/>
                  <a:pt x="2214" y="1128317"/>
                </a:cubicBezTo>
                <a:lnTo>
                  <a:pt x="0" y="1106352"/>
                </a:lnTo>
                <a:lnTo>
                  <a:pt x="0" y="1106345"/>
                </a:lnTo>
                <a:lnTo>
                  <a:pt x="0" y="381776"/>
                </a:lnTo>
                <a:lnTo>
                  <a:pt x="0" y="381775"/>
                </a:lnTo>
                <a:lnTo>
                  <a:pt x="0" y="381768"/>
                </a:lnTo>
                <a:lnTo>
                  <a:pt x="2214" y="359803"/>
                </a:lnTo>
                <a:cubicBezTo>
                  <a:pt x="6026" y="341176"/>
                  <a:pt x="14589" y="324280"/>
                  <a:pt x="26581" y="310435"/>
                </a:cubicBezTo>
                <a:lnTo>
                  <a:pt x="38859" y="298446"/>
                </a:lnTo>
                <a:lnTo>
                  <a:pt x="39668" y="297657"/>
                </a:lnTo>
                <a:lnTo>
                  <a:pt x="595575" y="15612"/>
                </a:lnTo>
                <a:lnTo>
                  <a:pt x="611486" y="7657"/>
                </a:lnTo>
                <a:lnTo>
                  <a:pt x="629018" y="2215"/>
                </a:lnTo>
                <a:cubicBezTo>
                  <a:pt x="636114" y="763"/>
                  <a:pt x="643461" y="0"/>
                  <a:pt x="650986" y="0"/>
                </a:cubicBezTo>
                <a:close/>
              </a:path>
            </a:pathLst>
          </a:custGeom>
          <a:solidFill>
            <a:schemeClr val="accent6"/>
          </a:solidFill>
          <a:ln w="76200">
            <a:solidFill>
              <a:schemeClr val="accent6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4250020" y="1756229"/>
            <a:ext cx="1301972" cy="1487448"/>
          </a:xfrm>
          <a:custGeom>
            <a:avLst/>
            <a:gdLst>
              <a:gd name="connsiteX0" fmla="*/ 650986 w 1301972"/>
              <a:gd name="connsiteY0" fmla="*/ 0 h 1487448"/>
              <a:gd name="connsiteX1" fmla="*/ 672955 w 1301972"/>
              <a:gd name="connsiteY1" fmla="*/ 2215 h 1487448"/>
              <a:gd name="connsiteX2" fmla="*/ 690487 w 1301972"/>
              <a:gd name="connsiteY2" fmla="*/ 7657 h 1487448"/>
              <a:gd name="connsiteX3" fmla="*/ 706397 w 1301972"/>
              <a:gd name="connsiteY3" fmla="*/ 15612 h 1487448"/>
              <a:gd name="connsiteX4" fmla="*/ 1247225 w 1301972"/>
              <a:gd name="connsiteY4" fmla="*/ 287208 h 1487448"/>
              <a:gd name="connsiteX5" fmla="*/ 1299758 w 1301972"/>
              <a:gd name="connsiteY5" fmla="*/ 359803 h 1487448"/>
              <a:gd name="connsiteX6" fmla="*/ 1301972 w 1301972"/>
              <a:gd name="connsiteY6" fmla="*/ 381768 h 1487448"/>
              <a:gd name="connsiteX7" fmla="*/ 1301972 w 1301972"/>
              <a:gd name="connsiteY7" fmla="*/ 381775 h 1487448"/>
              <a:gd name="connsiteX8" fmla="*/ 1301972 w 1301972"/>
              <a:gd name="connsiteY8" fmla="*/ 1106345 h 1487448"/>
              <a:gd name="connsiteX9" fmla="*/ 1301972 w 1301972"/>
              <a:gd name="connsiteY9" fmla="*/ 1106352 h 1487448"/>
              <a:gd name="connsiteX10" fmla="*/ 1299758 w 1301972"/>
              <a:gd name="connsiteY10" fmla="*/ 1128317 h 1487448"/>
              <a:gd name="connsiteX11" fmla="*/ 1270046 w 1301972"/>
              <a:gd name="connsiteY11" fmla="*/ 1183427 h 1487448"/>
              <a:gd name="connsiteX12" fmla="*/ 1253926 w 1301972"/>
              <a:gd name="connsiteY12" fmla="*/ 1196727 h 1487448"/>
              <a:gd name="connsiteX13" fmla="*/ 1231197 w 1301972"/>
              <a:gd name="connsiteY13" fmla="*/ 1208092 h 1487448"/>
              <a:gd name="connsiteX14" fmla="*/ 1231196 w 1301972"/>
              <a:gd name="connsiteY14" fmla="*/ 1208092 h 1487448"/>
              <a:gd name="connsiteX15" fmla="*/ 715338 w 1301972"/>
              <a:gd name="connsiteY15" fmla="*/ 1466022 h 1487448"/>
              <a:gd name="connsiteX16" fmla="*/ 683398 w 1301972"/>
              <a:gd name="connsiteY16" fmla="*/ 1481992 h 1487448"/>
              <a:gd name="connsiteX17" fmla="*/ 672955 w 1301972"/>
              <a:gd name="connsiteY17" fmla="*/ 1485233 h 1487448"/>
              <a:gd name="connsiteX18" fmla="*/ 650986 w 1301972"/>
              <a:gd name="connsiteY18" fmla="*/ 1487448 h 1487448"/>
              <a:gd name="connsiteX19" fmla="*/ 629018 w 1301972"/>
              <a:gd name="connsiteY19" fmla="*/ 1485233 h 1487448"/>
              <a:gd name="connsiteX20" fmla="*/ 618574 w 1301972"/>
              <a:gd name="connsiteY20" fmla="*/ 1481992 h 1487448"/>
              <a:gd name="connsiteX21" fmla="*/ 586635 w 1301972"/>
              <a:gd name="connsiteY21" fmla="*/ 1466022 h 1487448"/>
              <a:gd name="connsiteX22" fmla="*/ 70775 w 1301972"/>
              <a:gd name="connsiteY22" fmla="*/ 1208091 h 1487448"/>
              <a:gd name="connsiteX23" fmla="*/ 48047 w 1301972"/>
              <a:gd name="connsiteY23" fmla="*/ 1196727 h 1487448"/>
              <a:gd name="connsiteX24" fmla="*/ 31927 w 1301972"/>
              <a:gd name="connsiteY24" fmla="*/ 1183427 h 1487448"/>
              <a:gd name="connsiteX25" fmla="*/ 2214 w 1301972"/>
              <a:gd name="connsiteY25" fmla="*/ 1128317 h 1487448"/>
              <a:gd name="connsiteX26" fmla="*/ 0 w 1301972"/>
              <a:gd name="connsiteY26" fmla="*/ 1106352 h 1487448"/>
              <a:gd name="connsiteX27" fmla="*/ 0 w 1301972"/>
              <a:gd name="connsiteY27" fmla="*/ 1106345 h 1487448"/>
              <a:gd name="connsiteX28" fmla="*/ 0 w 1301972"/>
              <a:gd name="connsiteY28" fmla="*/ 381776 h 1487448"/>
              <a:gd name="connsiteX29" fmla="*/ 0 w 1301972"/>
              <a:gd name="connsiteY29" fmla="*/ 381775 h 1487448"/>
              <a:gd name="connsiteX30" fmla="*/ 0 w 1301972"/>
              <a:gd name="connsiteY30" fmla="*/ 381768 h 1487448"/>
              <a:gd name="connsiteX31" fmla="*/ 2214 w 1301972"/>
              <a:gd name="connsiteY31" fmla="*/ 359803 h 1487448"/>
              <a:gd name="connsiteX32" fmla="*/ 26581 w 1301972"/>
              <a:gd name="connsiteY32" fmla="*/ 310435 h 1487448"/>
              <a:gd name="connsiteX33" fmla="*/ 38860 w 1301972"/>
              <a:gd name="connsiteY33" fmla="*/ 298446 h 1487448"/>
              <a:gd name="connsiteX34" fmla="*/ 39668 w 1301972"/>
              <a:gd name="connsiteY34" fmla="*/ 297657 h 1487448"/>
              <a:gd name="connsiteX35" fmla="*/ 595575 w 1301972"/>
              <a:gd name="connsiteY35" fmla="*/ 15612 h 1487448"/>
              <a:gd name="connsiteX36" fmla="*/ 611486 w 1301972"/>
              <a:gd name="connsiteY36" fmla="*/ 7657 h 1487448"/>
              <a:gd name="connsiteX37" fmla="*/ 629018 w 1301972"/>
              <a:gd name="connsiteY37" fmla="*/ 2215 h 1487448"/>
              <a:gd name="connsiteX38" fmla="*/ 650986 w 1301972"/>
              <a:gd name="connsiteY38" fmla="*/ 0 h 148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301972" h="1487448">
                <a:moveTo>
                  <a:pt x="650986" y="0"/>
                </a:moveTo>
                <a:cubicBezTo>
                  <a:pt x="658511" y="0"/>
                  <a:pt x="665859" y="763"/>
                  <a:pt x="672955" y="2215"/>
                </a:cubicBezTo>
                <a:lnTo>
                  <a:pt x="690487" y="7657"/>
                </a:lnTo>
                <a:lnTo>
                  <a:pt x="706397" y="15612"/>
                </a:lnTo>
                <a:lnTo>
                  <a:pt x="1247225" y="287208"/>
                </a:lnTo>
                <a:cubicBezTo>
                  <a:pt x="1273855" y="302520"/>
                  <a:pt x="1293405" y="328758"/>
                  <a:pt x="1299758" y="359803"/>
                </a:cubicBezTo>
                <a:lnTo>
                  <a:pt x="1301972" y="381768"/>
                </a:lnTo>
                <a:lnTo>
                  <a:pt x="1301972" y="381775"/>
                </a:lnTo>
                <a:lnTo>
                  <a:pt x="1301972" y="1106345"/>
                </a:lnTo>
                <a:lnTo>
                  <a:pt x="1301972" y="1106352"/>
                </a:lnTo>
                <a:lnTo>
                  <a:pt x="1299758" y="1128317"/>
                </a:lnTo>
                <a:cubicBezTo>
                  <a:pt x="1295402" y="1149605"/>
                  <a:pt x="1284840" y="1168632"/>
                  <a:pt x="1270046" y="1183427"/>
                </a:cubicBezTo>
                <a:lnTo>
                  <a:pt x="1253926" y="1196727"/>
                </a:lnTo>
                <a:lnTo>
                  <a:pt x="1231197" y="1208092"/>
                </a:lnTo>
                <a:cubicBezTo>
                  <a:pt x="1231197" y="1208092"/>
                  <a:pt x="1231197" y="1208092"/>
                  <a:pt x="1231196" y="1208092"/>
                </a:cubicBezTo>
                <a:lnTo>
                  <a:pt x="715338" y="1466022"/>
                </a:lnTo>
                <a:lnTo>
                  <a:pt x="683398" y="1481992"/>
                </a:lnTo>
                <a:lnTo>
                  <a:pt x="672955" y="1485233"/>
                </a:lnTo>
                <a:cubicBezTo>
                  <a:pt x="665859" y="1486685"/>
                  <a:pt x="658511" y="1487448"/>
                  <a:pt x="650986" y="1487448"/>
                </a:cubicBezTo>
                <a:cubicBezTo>
                  <a:pt x="643461" y="1487448"/>
                  <a:pt x="636114" y="1486685"/>
                  <a:pt x="629018" y="1485233"/>
                </a:cubicBezTo>
                <a:lnTo>
                  <a:pt x="618574" y="1481992"/>
                </a:lnTo>
                <a:lnTo>
                  <a:pt x="586635" y="1466022"/>
                </a:lnTo>
                <a:lnTo>
                  <a:pt x="70775" y="1208091"/>
                </a:lnTo>
                <a:lnTo>
                  <a:pt x="48047" y="1196727"/>
                </a:lnTo>
                <a:lnTo>
                  <a:pt x="31927" y="1183427"/>
                </a:lnTo>
                <a:cubicBezTo>
                  <a:pt x="17132" y="1168632"/>
                  <a:pt x="6571" y="1149605"/>
                  <a:pt x="2214" y="1128317"/>
                </a:cubicBezTo>
                <a:lnTo>
                  <a:pt x="0" y="1106352"/>
                </a:lnTo>
                <a:lnTo>
                  <a:pt x="0" y="1106345"/>
                </a:lnTo>
                <a:lnTo>
                  <a:pt x="0" y="381776"/>
                </a:lnTo>
                <a:lnTo>
                  <a:pt x="0" y="381775"/>
                </a:lnTo>
                <a:lnTo>
                  <a:pt x="0" y="381768"/>
                </a:lnTo>
                <a:lnTo>
                  <a:pt x="2214" y="359803"/>
                </a:lnTo>
                <a:cubicBezTo>
                  <a:pt x="6026" y="341176"/>
                  <a:pt x="14589" y="324280"/>
                  <a:pt x="26581" y="310435"/>
                </a:cubicBezTo>
                <a:lnTo>
                  <a:pt x="38860" y="298446"/>
                </a:lnTo>
                <a:lnTo>
                  <a:pt x="39668" y="297657"/>
                </a:lnTo>
                <a:lnTo>
                  <a:pt x="595575" y="15612"/>
                </a:lnTo>
                <a:lnTo>
                  <a:pt x="611486" y="7657"/>
                </a:lnTo>
                <a:lnTo>
                  <a:pt x="629018" y="2215"/>
                </a:lnTo>
                <a:cubicBezTo>
                  <a:pt x="636114" y="763"/>
                  <a:pt x="643461" y="0"/>
                  <a:pt x="650986" y="0"/>
                </a:cubicBezTo>
                <a:close/>
              </a:path>
            </a:pathLst>
          </a:custGeom>
          <a:solidFill>
            <a:schemeClr val="accent6"/>
          </a:solidFill>
          <a:ln w="76200">
            <a:solidFill>
              <a:schemeClr val="accent6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40008" y="1756229"/>
            <a:ext cx="1301972" cy="1487448"/>
          </a:xfrm>
          <a:custGeom>
            <a:avLst/>
            <a:gdLst>
              <a:gd name="connsiteX0" fmla="*/ 650986 w 1301972"/>
              <a:gd name="connsiteY0" fmla="*/ 0 h 1487448"/>
              <a:gd name="connsiteX1" fmla="*/ 672955 w 1301972"/>
              <a:gd name="connsiteY1" fmla="*/ 2215 h 1487448"/>
              <a:gd name="connsiteX2" fmla="*/ 690487 w 1301972"/>
              <a:gd name="connsiteY2" fmla="*/ 7657 h 1487448"/>
              <a:gd name="connsiteX3" fmla="*/ 706397 w 1301972"/>
              <a:gd name="connsiteY3" fmla="*/ 15612 h 1487448"/>
              <a:gd name="connsiteX4" fmla="*/ 1247225 w 1301972"/>
              <a:gd name="connsiteY4" fmla="*/ 287208 h 1487448"/>
              <a:gd name="connsiteX5" fmla="*/ 1299758 w 1301972"/>
              <a:gd name="connsiteY5" fmla="*/ 359803 h 1487448"/>
              <a:gd name="connsiteX6" fmla="*/ 1301972 w 1301972"/>
              <a:gd name="connsiteY6" fmla="*/ 381768 h 1487448"/>
              <a:gd name="connsiteX7" fmla="*/ 1301972 w 1301972"/>
              <a:gd name="connsiteY7" fmla="*/ 381775 h 1487448"/>
              <a:gd name="connsiteX8" fmla="*/ 1301972 w 1301972"/>
              <a:gd name="connsiteY8" fmla="*/ 1106345 h 1487448"/>
              <a:gd name="connsiteX9" fmla="*/ 1301972 w 1301972"/>
              <a:gd name="connsiteY9" fmla="*/ 1106352 h 1487448"/>
              <a:gd name="connsiteX10" fmla="*/ 1299758 w 1301972"/>
              <a:gd name="connsiteY10" fmla="*/ 1128317 h 1487448"/>
              <a:gd name="connsiteX11" fmla="*/ 1270046 w 1301972"/>
              <a:gd name="connsiteY11" fmla="*/ 1183427 h 1487448"/>
              <a:gd name="connsiteX12" fmla="*/ 1253926 w 1301972"/>
              <a:gd name="connsiteY12" fmla="*/ 1196727 h 1487448"/>
              <a:gd name="connsiteX13" fmla="*/ 1231197 w 1301972"/>
              <a:gd name="connsiteY13" fmla="*/ 1208092 h 1487448"/>
              <a:gd name="connsiteX14" fmla="*/ 1231196 w 1301972"/>
              <a:gd name="connsiteY14" fmla="*/ 1208092 h 1487448"/>
              <a:gd name="connsiteX15" fmla="*/ 715338 w 1301972"/>
              <a:gd name="connsiteY15" fmla="*/ 1466022 h 1487448"/>
              <a:gd name="connsiteX16" fmla="*/ 683398 w 1301972"/>
              <a:gd name="connsiteY16" fmla="*/ 1481992 h 1487448"/>
              <a:gd name="connsiteX17" fmla="*/ 672955 w 1301972"/>
              <a:gd name="connsiteY17" fmla="*/ 1485233 h 1487448"/>
              <a:gd name="connsiteX18" fmla="*/ 650986 w 1301972"/>
              <a:gd name="connsiteY18" fmla="*/ 1487448 h 1487448"/>
              <a:gd name="connsiteX19" fmla="*/ 629018 w 1301972"/>
              <a:gd name="connsiteY19" fmla="*/ 1485233 h 1487448"/>
              <a:gd name="connsiteX20" fmla="*/ 618574 w 1301972"/>
              <a:gd name="connsiteY20" fmla="*/ 1481992 h 1487448"/>
              <a:gd name="connsiteX21" fmla="*/ 586635 w 1301972"/>
              <a:gd name="connsiteY21" fmla="*/ 1466022 h 1487448"/>
              <a:gd name="connsiteX22" fmla="*/ 70775 w 1301972"/>
              <a:gd name="connsiteY22" fmla="*/ 1208091 h 1487448"/>
              <a:gd name="connsiteX23" fmla="*/ 48047 w 1301972"/>
              <a:gd name="connsiteY23" fmla="*/ 1196727 h 1487448"/>
              <a:gd name="connsiteX24" fmla="*/ 31927 w 1301972"/>
              <a:gd name="connsiteY24" fmla="*/ 1183427 h 1487448"/>
              <a:gd name="connsiteX25" fmla="*/ 2214 w 1301972"/>
              <a:gd name="connsiteY25" fmla="*/ 1128317 h 1487448"/>
              <a:gd name="connsiteX26" fmla="*/ 0 w 1301972"/>
              <a:gd name="connsiteY26" fmla="*/ 1106352 h 1487448"/>
              <a:gd name="connsiteX27" fmla="*/ 0 w 1301972"/>
              <a:gd name="connsiteY27" fmla="*/ 1106345 h 1487448"/>
              <a:gd name="connsiteX28" fmla="*/ 0 w 1301972"/>
              <a:gd name="connsiteY28" fmla="*/ 381776 h 1487448"/>
              <a:gd name="connsiteX29" fmla="*/ 0 w 1301972"/>
              <a:gd name="connsiteY29" fmla="*/ 381775 h 1487448"/>
              <a:gd name="connsiteX30" fmla="*/ 0 w 1301972"/>
              <a:gd name="connsiteY30" fmla="*/ 381768 h 1487448"/>
              <a:gd name="connsiteX31" fmla="*/ 2214 w 1301972"/>
              <a:gd name="connsiteY31" fmla="*/ 359803 h 1487448"/>
              <a:gd name="connsiteX32" fmla="*/ 26581 w 1301972"/>
              <a:gd name="connsiteY32" fmla="*/ 310435 h 1487448"/>
              <a:gd name="connsiteX33" fmla="*/ 38860 w 1301972"/>
              <a:gd name="connsiteY33" fmla="*/ 298446 h 1487448"/>
              <a:gd name="connsiteX34" fmla="*/ 39668 w 1301972"/>
              <a:gd name="connsiteY34" fmla="*/ 297657 h 1487448"/>
              <a:gd name="connsiteX35" fmla="*/ 595575 w 1301972"/>
              <a:gd name="connsiteY35" fmla="*/ 15612 h 1487448"/>
              <a:gd name="connsiteX36" fmla="*/ 611486 w 1301972"/>
              <a:gd name="connsiteY36" fmla="*/ 7657 h 1487448"/>
              <a:gd name="connsiteX37" fmla="*/ 629018 w 1301972"/>
              <a:gd name="connsiteY37" fmla="*/ 2215 h 1487448"/>
              <a:gd name="connsiteX38" fmla="*/ 650986 w 1301972"/>
              <a:gd name="connsiteY38" fmla="*/ 0 h 148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301972" h="1487448">
                <a:moveTo>
                  <a:pt x="650986" y="0"/>
                </a:moveTo>
                <a:cubicBezTo>
                  <a:pt x="658511" y="0"/>
                  <a:pt x="665859" y="763"/>
                  <a:pt x="672955" y="2215"/>
                </a:cubicBezTo>
                <a:lnTo>
                  <a:pt x="690487" y="7657"/>
                </a:lnTo>
                <a:lnTo>
                  <a:pt x="706397" y="15612"/>
                </a:lnTo>
                <a:lnTo>
                  <a:pt x="1247225" y="287208"/>
                </a:lnTo>
                <a:cubicBezTo>
                  <a:pt x="1273855" y="302520"/>
                  <a:pt x="1293405" y="328758"/>
                  <a:pt x="1299758" y="359803"/>
                </a:cubicBezTo>
                <a:lnTo>
                  <a:pt x="1301972" y="381768"/>
                </a:lnTo>
                <a:lnTo>
                  <a:pt x="1301972" y="381775"/>
                </a:lnTo>
                <a:lnTo>
                  <a:pt x="1301972" y="1106345"/>
                </a:lnTo>
                <a:lnTo>
                  <a:pt x="1301972" y="1106352"/>
                </a:lnTo>
                <a:lnTo>
                  <a:pt x="1299758" y="1128317"/>
                </a:lnTo>
                <a:cubicBezTo>
                  <a:pt x="1295402" y="1149605"/>
                  <a:pt x="1284840" y="1168632"/>
                  <a:pt x="1270046" y="1183427"/>
                </a:cubicBezTo>
                <a:lnTo>
                  <a:pt x="1253926" y="1196727"/>
                </a:lnTo>
                <a:lnTo>
                  <a:pt x="1231197" y="1208092"/>
                </a:lnTo>
                <a:cubicBezTo>
                  <a:pt x="1231197" y="1208092"/>
                  <a:pt x="1231197" y="1208092"/>
                  <a:pt x="1231196" y="1208092"/>
                </a:cubicBezTo>
                <a:lnTo>
                  <a:pt x="715338" y="1466022"/>
                </a:lnTo>
                <a:lnTo>
                  <a:pt x="683398" y="1481992"/>
                </a:lnTo>
                <a:lnTo>
                  <a:pt x="672955" y="1485233"/>
                </a:lnTo>
                <a:cubicBezTo>
                  <a:pt x="665859" y="1486685"/>
                  <a:pt x="658511" y="1487448"/>
                  <a:pt x="650986" y="1487448"/>
                </a:cubicBezTo>
                <a:cubicBezTo>
                  <a:pt x="643461" y="1487448"/>
                  <a:pt x="636114" y="1486685"/>
                  <a:pt x="629018" y="1485233"/>
                </a:cubicBezTo>
                <a:lnTo>
                  <a:pt x="618574" y="1481992"/>
                </a:lnTo>
                <a:lnTo>
                  <a:pt x="586635" y="1466022"/>
                </a:lnTo>
                <a:lnTo>
                  <a:pt x="70775" y="1208091"/>
                </a:lnTo>
                <a:lnTo>
                  <a:pt x="48047" y="1196727"/>
                </a:lnTo>
                <a:lnTo>
                  <a:pt x="31927" y="1183427"/>
                </a:lnTo>
                <a:cubicBezTo>
                  <a:pt x="17132" y="1168632"/>
                  <a:pt x="6571" y="1149605"/>
                  <a:pt x="2214" y="1128317"/>
                </a:cubicBezTo>
                <a:lnTo>
                  <a:pt x="0" y="1106352"/>
                </a:lnTo>
                <a:lnTo>
                  <a:pt x="0" y="1106345"/>
                </a:lnTo>
                <a:lnTo>
                  <a:pt x="0" y="381776"/>
                </a:lnTo>
                <a:lnTo>
                  <a:pt x="0" y="381775"/>
                </a:lnTo>
                <a:lnTo>
                  <a:pt x="0" y="381768"/>
                </a:lnTo>
                <a:lnTo>
                  <a:pt x="2214" y="359803"/>
                </a:lnTo>
                <a:cubicBezTo>
                  <a:pt x="6026" y="341176"/>
                  <a:pt x="14589" y="324280"/>
                  <a:pt x="26581" y="310435"/>
                </a:cubicBezTo>
                <a:lnTo>
                  <a:pt x="38860" y="298446"/>
                </a:lnTo>
                <a:lnTo>
                  <a:pt x="39668" y="297657"/>
                </a:lnTo>
                <a:lnTo>
                  <a:pt x="595575" y="15612"/>
                </a:lnTo>
                <a:lnTo>
                  <a:pt x="611486" y="7657"/>
                </a:lnTo>
                <a:lnTo>
                  <a:pt x="629018" y="2215"/>
                </a:lnTo>
                <a:cubicBezTo>
                  <a:pt x="636114" y="763"/>
                  <a:pt x="643461" y="0"/>
                  <a:pt x="650986" y="0"/>
                </a:cubicBezTo>
                <a:close/>
              </a:path>
            </a:pathLst>
          </a:custGeom>
          <a:solidFill>
            <a:schemeClr val="accent6"/>
          </a:solidFill>
          <a:ln w="76200">
            <a:solidFill>
              <a:schemeClr val="accent6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9029997" y="1756229"/>
            <a:ext cx="1301972" cy="1487448"/>
          </a:xfrm>
          <a:custGeom>
            <a:avLst/>
            <a:gdLst>
              <a:gd name="connsiteX0" fmla="*/ 650986 w 1301972"/>
              <a:gd name="connsiteY0" fmla="*/ 0 h 1487448"/>
              <a:gd name="connsiteX1" fmla="*/ 672954 w 1301972"/>
              <a:gd name="connsiteY1" fmla="*/ 2215 h 1487448"/>
              <a:gd name="connsiteX2" fmla="*/ 690486 w 1301972"/>
              <a:gd name="connsiteY2" fmla="*/ 7657 h 1487448"/>
              <a:gd name="connsiteX3" fmla="*/ 706397 w 1301972"/>
              <a:gd name="connsiteY3" fmla="*/ 15612 h 1487448"/>
              <a:gd name="connsiteX4" fmla="*/ 1247225 w 1301972"/>
              <a:gd name="connsiteY4" fmla="*/ 287208 h 1487448"/>
              <a:gd name="connsiteX5" fmla="*/ 1299758 w 1301972"/>
              <a:gd name="connsiteY5" fmla="*/ 359803 h 1487448"/>
              <a:gd name="connsiteX6" fmla="*/ 1301972 w 1301972"/>
              <a:gd name="connsiteY6" fmla="*/ 381768 h 1487448"/>
              <a:gd name="connsiteX7" fmla="*/ 1301972 w 1301972"/>
              <a:gd name="connsiteY7" fmla="*/ 381775 h 1487448"/>
              <a:gd name="connsiteX8" fmla="*/ 1301972 w 1301972"/>
              <a:gd name="connsiteY8" fmla="*/ 1106345 h 1487448"/>
              <a:gd name="connsiteX9" fmla="*/ 1301972 w 1301972"/>
              <a:gd name="connsiteY9" fmla="*/ 1106352 h 1487448"/>
              <a:gd name="connsiteX10" fmla="*/ 1299758 w 1301972"/>
              <a:gd name="connsiteY10" fmla="*/ 1128317 h 1487448"/>
              <a:gd name="connsiteX11" fmla="*/ 1270045 w 1301972"/>
              <a:gd name="connsiteY11" fmla="*/ 1183427 h 1487448"/>
              <a:gd name="connsiteX12" fmla="*/ 1253925 w 1301972"/>
              <a:gd name="connsiteY12" fmla="*/ 1196727 h 1487448"/>
              <a:gd name="connsiteX13" fmla="*/ 1231197 w 1301972"/>
              <a:gd name="connsiteY13" fmla="*/ 1208092 h 1487448"/>
              <a:gd name="connsiteX14" fmla="*/ 1231196 w 1301972"/>
              <a:gd name="connsiteY14" fmla="*/ 1208092 h 1487448"/>
              <a:gd name="connsiteX15" fmla="*/ 715338 w 1301972"/>
              <a:gd name="connsiteY15" fmla="*/ 1466022 h 1487448"/>
              <a:gd name="connsiteX16" fmla="*/ 715337 w 1301972"/>
              <a:gd name="connsiteY16" fmla="*/ 1466022 h 1487448"/>
              <a:gd name="connsiteX17" fmla="*/ 683398 w 1301972"/>
              <a:gd name="connsiteY17" fmla="*/ 1481992 h 1487448"/>
              <a:gd name="connsiteX18" fmla="*/ 672954 w 1301972"/>
              <a:gd name="connsiteY18" fmla="*/ 1485233 h 1487448"/>
              <a:gd name="connsiteX19" fmla="*/ 650986 w 1301972"/>
              <a:gd name="connsiteY19" fmla="*/ 1487448 h 1487448"/>
              <a:gd name="connsiteX20" fmla="*/ 629017 w 1301972"/>
              <a:gd name="connsiteY20" fmla="*/ 1485233 h 1487448"/>
              <a:gd name="connsiteX21" fmla="*/ 618574 w 1301972"/>
              <a:gd name="connsiteY21" fmla="*/ 1481992 h 1487448"/>
              <a:gd name="connsiteX22" fmla="*/ 586634 w 1301972"/>
              <a:gd name="connsiteY22" fmla="*/ 1466022 h 1487448"/>
              <a:gd name="connsiteX23" fmla="*/ 70775 w 1301972"/>
              <a:gd name="connsiteY23" fmla="*/ 1208091 h 1487448"/>
              <a:gd name="connsiteX24" fmla="*/ 48047 w 1301972"/>
              <a:gd name="connsiteY24" fmla="*/ 1196727 h 1487448"/>
              <a:gd name="connsiteX25" fmla="*/ 31927 w 1301972"/>
              <a:gd name="connsiteY25" fmla="*/ 1183427 h 1487448"/>
              <a:gd name="connsiteX26" fmla="*/ 2214 w 1301972"/>
              <a:gd name="connsiteY26" fmla="*/ 1128317 h 1487448"/>
              <a:gd name="connsiteX27" fmla="*/ 0 w 1301972"/>
              <a:gd name="connsiteY27" fmla="*/ 1106352 h 1487448"/>
              <a:gd name="connsiteX28" fmla="*/ 0 w 1301972"/>
              <a:gd name="connsiteY28" fmla="*/ 1106345 h 1487448"/>
              <a:gd name="connsiteX29" fmla="*/ 0 w 1301972"/>
              <a:gd name="connsiteY29" fmla="*/ 381776 h 1487448"/>
              <a:gd name="connsiteX30" fmla="*/ 0 w 1301972"/>
              <a:gd name="connsiteY30" fmla="*/ 381775 h 1487448"/>
              <a:gd name="connsiteX31" fmla="*/ 0 w 1301972"/>
              <a:gd name="connsiteY31" fmla="*/ 381768 h 1487448"/>
              <a:gd name="connsiteX32" fmla="*/ 2214 w 1301972"/>
              <a:gd name="connsiteY32" fmla="*/ 359803 h 1487448"/>
              <a:gd name="connsiteX33" fmla="*/ 26581 w 1301972"/>
              <a:gd name="connsiteY33" fmla="*/ 310435 h 1487448"/>
              <a:gd name="connsiteX34" fmla="*/ 38859 w 1301972"/>
              <a:gd name="connsiteY34" fmla="*/ 298446 h 1487448"/>
              <a:gd name="connsiteX35" fmla="*/ 39667 w 1301972"/>
              <a:gd name="connsiteY35" fmla="*/ 297657 h 1487448"/>
              <a:gd name="connsiteX36" fmla="*/ 595575 w 1301972"/>
              <a:gd name="connsiteY36" fmla="*/ 15612 h 1487448"/>
              <a:gd name="connsiteX37" fmla="*/ 611485 w 1301972"/>
              <a:gd name="connsiteY37" fmla="*/ 7657 h 1487448"/>
              <a:gd name="connsiteX38" fmla="*/ 629017 w 1301972"/>
              <a:gd name="connsiteY38" fmla="*/ 2215 h 1487448"/>
              <a:gd name="connsiteX39" fmla="*/ 650986 w 1301972"/>
              <a:gd name="connsiteY39" fmla="*/ 0 h 148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01972" h="1487448">
                <a:moveTo>
                  <a:pt x="650986" y="0"/>
                </a:moveTo>
                <a:cubicBezTo>
                  <a:pt x="658511" y="0"/>
                  <a:pt x="665858" y="763"/>
                  <a:pt x="672954" y="2215"/>
                </a:cubicBezTo>
                <a:lnTo>
                  <a:pt x="690486" y="7657"/>
                </a:lnTo>
                <a:lnTo>
                  <a:pt x="706397" y="15612"/>
                </a:lnTo>
                <a:lnTo>
                  <a:pt x="1247225" y="287208"/>
                </a:lnTo>
                <a:cubicBezTo>
                  <a:pt x="1273855" y="302520"/>
                  <a:pt x="1293405" y="328758"/>
                  <a:pt x="1299758" y="359803"/>
                </a:cubicBezTo>
                <a:lnTo>
                  <a:pt x="1301972" y="381768"/>
                </a:lnTo>
                <a:lnTo>
                  <a:pt x="1301972" y="381775"/>
                </a:lnTo>
                <a:lnTo>
                  <a:pt x="1301972" y="1106345"/>
                </a:lnTo>
                <a:lnTo>
                  <a:pt x="1301972" y="1106352"/>
                </a:lnTo>
                <a:lnTo>
                  <a:pt x="1299758" y="1128317"/>
                </a:lnTo>
                <a:cubicBezTo>
                  <a:pt x="1295402" y="1149605"/>
                  <a:pt x="1284840" y="1168632"/>
                  <a:pt x="1270045" y="1183427"/>
                </a:cubicBezTo>
                <a:lnTo>
                  <a:pt x="1253925" y="1196727"/>
                </a:lnTo>
                <a:lnTo>
                  <a:pt x="1231197" y="1208092"/>
                </a:lnTo>
                <a:cubicBezTo>
                  <a:pt x="1231197" y="1208092"/>
                  <a:pt x="1231196" y="1208092"/>
                  <a:pt x="1231196" y="1208092"/>
                </a:cubicBezTo>
                <a:lnTo>
                  <a:pt x="715338" y="1466022"/>
                </a:lnTo>
                <a:lnTo>
                  <a:pt x="715337" y="1466022"/>
                </a:lnTo>
                <a:lnTo>
                  <a:pt x="683398" y="1481992"/>
                </a:lnTo>
                <a:lnTo>
                  <a:pt x="672954" y="1485233"/>
                </a:lnTo>
                <a:cubicBezTo>
                  <a:pt x="665858" y="1486685"/>
                  <a:pt x="658511" y="1487448"/>
                  <a:pt x="650986" y="1487448"/>
                </a:cubicBezTo>
                <a:cubicBezTo>
                  <a:pt x="643461" y="1487448"/>
                  <a:pt x="636114" y="1486685"/>
                  <a:pt x="629017" y="1485233"/>
                </a:cubicBezTo>
                <a:lnTo>
                  <a:pt x="618574" y="1481992"/>
                </a:lnTo>
                <a:lnTo>
                  <a:pt x="586634" y="1466022"/>
                </a:lnTo>
                <a:lnTo>
                  <a:pt x="70775" y="1208091"/>
                </a:lnTo>
                <a:lnTo>
                  <a:pt x="48047" y="1196727"/>
                </a:lnTo>
                <a:lnTo>
                  <a:pt x="31927" y="1183427"/>
                </a:lnTo>
                <a:cubicBezTo>
                  <a:pt x="17132" y="1168632"/>
                  <a:pt x="6570" y="1149605"/>
                  <a:pt x="2214" y="1128317"/>
                </a:cubicBezTo>
                <a:lnTo>
                  <a:pt x="0" y="1106352"/>
                </a:lnTo>
                <a:lnTo>
                  <a:pt x="0" y="1106345"/>
                </a:lnTo>
                <a:lnTo>
                  <a:pt x="0" y="381776"/>
                </a:lnTo>
                <a:lnTo>
                  <a:pt x="0" y="381775"/>
                </a:lnTo>
                <a:lnTo>
                  <a:pt x="0" y="381768"/>
                </a:lnTo>
                <a:lnTo>
                  <a:pt x="2214" y="359803"/>
                </a:lnTo>
                <a:cubicBezTo>
                  <a:pt x="6026" y="341176"/>
                  <a:pt x="14588" y="324280"/>
                  <a:pt x="26581" y="310435"/>
                </a:cubicBezTo>
                <a:lnTo>
                  <a:pt x="38859" y="298446"/>
                </a:lnTo>
                <a:lnTo>
                  <a:pt x="39667" y="297657"/>
                </a:lnTo>
                <a:lnTo>
                  <a:pt x="595575" y="15612"/>
                </a:lnTo>
                <a:lnTo>
                  <a:pt x="611485" y="7657"/>
                </a:lnTo>
                <a:lnTo>
                  <a:pt x="629017" y="2215"/>
                </a:lnTo>
                <a:cubicBezTo>
                  <a:pt x="636114" y="763"/>
                  <a:pt x="643461" y="0"/>
                  <a:pt x="650986" y="0"/>
                </a:cubicBezTo>
                <a:close/>
              </a:path>
            </a:pathLst>
          </a:custGeom>
          <a:solidFill>
            <a:schemeClr val="accent6"/>
          </a:solidFill>
          <a:ln w="76200">
            <a:solidFill>
              <a:schemeClr val="accent6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438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1"/>
          </p:nvPr>
        </p:nvSpPr>
        <p:spPr>
          <a:xfrm>
            <a:off x="8177880" y="1586628"/>
            <a:ext cx="1444203" cy="1264118"/>
          </a:xfrm>
          <a:custGeom>
            <a:avLst/>
            <a:gdLst>
              <a:gd name="connsiteX0" fmla="*/ 370668 w 1444203"/>
              <a:gd name="connsiteY0" fmla="*/ 0 h 1264118"/>
              <a:gd name="connsiteX1" fmla="*/ 370676 w 1444203"/>
              <a:gd name="connsiteY1" fmla="*/ 0 h 1264118"/>
              <a:gd name="connsiteX2" fmla="*/ 1074180 w 1444203"/>
              <a:gd name="connsiteY2" fmla="*/ 0 h 1264118"/>
              <a:gd name="connsiteX3" fmla="*/ 1074187 w 1444203"/>
              <a:gd name="connsiteY3" fmla="*/ 0 h 1264118"/>
              <a:gd name="connsiteX4" fmla="*/ 1095513 w 1444203"/>
              <a:gd name="connsiteY4" fmla="*/ 2150 h 1264118"/>
              <a:gd name="connsiteX5" fmla="*/ 1149021 w 1444203"/>
              <a:gd name="connsiteY5" fmla="*/ 30998 h 1264118"/>
              <a:gd name="connsiteX6" fmla="*/ 1161934 w 1444203"/>
              <a:gd name="connsiteY6" fmla="*/ 46650 h 1264118"/>
              <a:gd name="connsiteX7" fmla="*/ 1172968 w 1444203"/>
              <a:gd name="connsiteY7" fmla="*/ 68717 h 1264118"/>
              <a:gd name="connsiteX8" fmla="*/ 1172968 w 1444203"/>
              <a:gd name="connsiteY8" fmla="*/ 68718 h 1264118"/>
              <a:gd name="connsiteX9" fmla="*/ 1423400 w 1444203"/>
              <a:gd name="connsiteY9" fmla="*/ 569578 h 1264118"/>
              <a:gd name="connsiteX10" fmla="*/ 1423400 w 1444203"/>
              <a:gd name="connsiteY10" fmla="*/ 569579 h 1264118"/>
              <a:gd name="connsiteX11" fmla="*/ 1438905 w 1444203"/>
              <a:gd name="connsiteY11" fmla="*/ 600589 h 1264118"/>
              <a:gd name="connsiteX12" fmla="*/ 1442053 w 1444203"/>
              <a:gd name="connsiteY12" fmla="*/ 610730 h 1264118"/>
              <a:gd name="connsiteX13" fmla="*/ 1444203 w 1444203"/>
              <a:gd name="connsiteY13" fmla="*/ 632059 h 1264118"/>
              <a:gd name="connsiteX14" fmla="*/ 1442053 w 1444203"/>
              <a:gd name="connsiteY14" fmla="*/ 653389 h 1264118"/>
              <a:gd name="connsiteX15" fmla="*/ 1438905 w 1444203"/>
              <a:gd name="connsiteY15" fmla="*/ 663529 h 1264118"/>
              <a:gd name="connsiteX16" fmla="*/ 1423400 w 1444203"/>
              <a:gd name="connsiteY16" fmla="*/ 694540 h 1264118"/>
              <a:gd name="connsiteX17" fmla="*/ 1172968 w 1444203"/>
              <a:gd name="connsiteY17" fmla="*/ 1195401 h 1264118"/>
              <a:gd name="connsiteX18" fmla="*/ 1161934 w 1444203"/>
              <a:gd name="connsiteY18" fmla="*/ 1217468 h 1264118"/>
              <a:gd name="connsiteX19" fmla="*/ 1149021 w 1444203"/>
              <a:gd name="connsiteY19" fmla="*/ 1233120 h 1264118"/>
              <a:gd name="connsiteX20" fmla="*/ 1095513 w 1444203"/>
              <a:gd name="connsiteY20" fmla="*/ 1261968 h 1264118"/>
              <a:gd name="connsiteX21" fmla="*/ 1074187 w 1444203"/>
              <a:gd name="connsiteY21" fmla="*/ 1264118 h 1264118"/>
              <a:gd name="connsiteX22" fmla="*/ 1074180 w 1444203"/>
              <a:gd name="connsiteY22" fmla="*/ 1264118 h 1264118"/>
              <a:gd name="connsiteX23" fmla="*/ 370676 w 1444203"/>
              <a:gd name="connsiteY23" fmla="*/ 1264118 h 1264118"/>
              <a:gd name="connsiteX24" fmla="*/ 370668 w 1444203"/>
              <a:gd name="connsiteY24" fmla="*/ 1264118 h 1264118"/>
              <a:gd name="connsiteX25" fmla="*/ 349342 w 1444203"/>
              <a:gd name="connsiteY25" fmla="*/ 1261968 h 1264118"/>
              <a:gd name="connsiteX26" fmla="*/ 301410 w 1444203"/>
              <a:gd name="connsiteY26" fmla="*/ 1238310 h 1264118"/>
              <a:gd name="connsiteX27" fmla="*/ 289770 w 1444203"/>
              <a:gd name="connsiteY27" fmla="*/ 1226389 h 1264118"/>
              <a:gd name="connsiteX28" fmla="*/ 289003 w 1444203"/>
              <a:gd name="connsiteY28" fmla="*/ 1225604 h 1264118"/>
              <a:gd name="connsiteX29" fmla="*/ 15159 w 1444203"/>
              <a:gd name="connsiteY29" fmla="*/ 685860 h 1264118"/>
              <a:gd name="connsiteX30" fmla="*/ 7435 w 1444203"/>
              <a:gd name="connsiteY30" fmla="*/ 670411 h 1264118"/>
              <a:gd name="connsiteX31" fmla="*/ 2150 w 1444203"/>
              <a:gd name="connsiteY31" fmla="*/ 653389 h 1264118"/>
              <a:gd name="connsiteX32" fmla="*/ 0 w 1444203"/>
              <a:gd name="connsiteY32" fmla="*/ 632059 h 1264118"/>
              <a:gd name="connsiteX33" fmla="*/ 2150 w 1444203"/>
              <a:gd name="connsiteY33" fmla="*/ 610730 h 1264118"/>
              <a:gd name="connsiteX34" fmla="*/ 7435 w 1444203"/>
              <a:gd name="connsiteY34" fmla="*/ 593707 h 1264118"/>
              <a:gd name="connsiteX35" fmla="*/ 15159 w 1444203"/>
              <a:gd name="connsiteY35" fmla="*/ 578259 h 1264118"/>
              <a:gd name="connsiteX36" fmla="*/ 278858 w 1444203"/>
              <a:gd name="connsiteY36" fmla="*/ 53155 h 1264118"/>
              <a:gd name="connsiteX37" fmla="*/ 349342 w 1444203"/>
              <a:gd name="connsiteY37" fmla="*/ 2150 h 126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444203" h="1264118">
                <a:moveTo>
                  <a:pt x="370668" y="0"/>
                </a:moveTo>
                <a:lnTo>
                  <a:pt x="370676" y="0"/>
                </a:lnTo>
                <a:lnTo>
                  <a:pt x="1074180" y="0"/>
                </a:lnTo>
                <a:lnTo>
                  <a:pt x="1074187" y="0"/>
                </a:lnTo>
                <a:lnTo>
                  <a:pt x="1095513" y="2150"/>
                </a:lnTo>
                <a:cubicBezTo>
                  <a:pt x="1116182" y="6379"/>
                  <a:pt x="1134656" y="16634"/>
                  <a:pt x="1149021" y="30998"/>
                </a:cubicBezTo>
                <a:lnTo>
                  <a:pt x="1161934" y="46650"/>
                </a:lnTo>
                <a:lnTo>
                  <a:pt x="1172968" y="68717"/>
                </a:lnTo>
                <a:cubicBezTo>
                  <a:pt x="1172968" y="68718"/>
                  <a:pt x="1172968" y="68718"/>
                  <a:pt x="1172968" y="68718"/>
                </a:cubicBezTo>
                <a:lnTo>
                  <a:pt x="1423400" y="569578"/>
                </a:lnTo>
                <a:lnTo>
                  <a:pt x="1423400" y="569579"/>
                </a:lnTo>
                <a:lnTo>
                  <a:pt x="1438905" y="600589"/>
                </a:lnTo>
                <a:lnTo>
                  <a:pt x="1442053" y="610730"/>
                </a:lnTo>
                <a:cubicBezTo>
                  <a:pt x="1443463" y="617619"/>
                  <a:pt x="1444203" y="624753"/>
                  <a:pt x="1444203" y="632059"/>
                </a:cubicBezTo>
                <a:cubicBezTo>
                  <a:pt x="1444203" y="639366"/>
                  <a:pt x="1443463" y="646499"/>
                  <a:pt x="1442053" y="653389"/>
                </a:cubicBezTo>
                <a:lnTo>
                  <a:pt x="1438905" y="663529"/>
                </a:lnTo>
                <a:lnTo>
                  <a:pt x="1423400" y="694540"/>
                </a:lnTo>
                <a:lnTo>
                  <a:pt x="1172968" y="1195401"/>
                </a:lnTo>
                <a:lnTo>
                  <a:pt x="1161934" y="1217468"/>
                </a:lnTo>
                <a:lnTo>
                  <a:pt x="1149021" y="1233120"/>
                </a:lnTo>
                <a:cubicBezTo>
                  <a:pt x="1134656" y="1247484"/>
                  <a:pt x="1116182" y="1257739"/>
                  <a:pt x="1095513" y="1261968"/>
                </a:cubicBezTo>
                <a:lnTo>
                  <a:pt x="1074187" y="1264118"/>
                </a:lnTo>
                <a:lnTo>
                  <a:pt x="1074180" y="1264118"/>
                </a:lnTo>
                <a:lnTo>
                  <a:pt x="370676" y="1264118"/>
                </a:lnTo>
                <a:lnTo>
                  <a:pt x="370668" y="1264118"/>
                </a:lnTo>
                <a:lnTo>
                  <a:pt x="349342" y="1261968"/>
                </a:lnTo>
                <a:cubicBezTo>
                  <a:pt x="331257" y="1258268"/>
                  <a:pt x="314852" y="1249954"/>
                  <a:pt x="301410" y="1238310"/>
                </a:cubicBezTo>
                <a:lnTo>
                  <a:pt x="289770" y="1226389"/>
                </a:lnTo>
                <a:lnTo>
                  <a:pt x="289003" y="1225604"/>
                </a:lnTo>
                <a:lnTo>
                  <a:pt x="15159" y="685860"/>
                </a:lnTo>
                <a:lnTo>
                  <a:pt x="7435" y="670411"/>
                </a:lnTo>
                <a:lnTo>
                  <a:pt x="2150" y="653389"/>
                </a:lnTo>
                <a:cubicBezTo>
                  <a:pt x="741" y="646499"/>
                  <a:pt x="0" y="639366"/>
                  <a:pt x="0" y="632059"/>
                </a:cubicBezTo>
                <a:cubicBezTo>
                  <a:pt x="0" y="624753"/>
                  <a:pt x="741" y="617619"/>
                  <a:pt x="2150" y="610730"/>
                </a:cubicBezTo>
                <a:lnTo>
                  <a:pt x="7435" y="593707"/>
                </a:lnTo>
                <a:lnTo>
                  <a:pt x="15159" y="578259"/>
                </a:lnTo>
                <a:lnTo>
                  <a:pt x="278858" y="53155"/>
                </a:lnTo>
                <a:cubicBezTo>
                  <a:pt x="293725" y="27300"/>
                  <a:pt x="319200" y="8318"/>
                  <a:pt x="349342" y="2150"/>
                </a:cubicBezTo>
                <a:close/>
              </a:path>
            </a:pathLst>
          </a:custGeom>
          <a:solidFill>
            <a:schemeClr val="accent6"/>
          </a:solidFill>
          <a:ln w="76200">
            <a:solidFill>
              <a:schemeClr val="accent6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2474652" y="3842762"/>
            <a:ext cx="1444203" cy="1264118"/>
          </a:xfrm>
          <a:custGeom>
            <a:avLst/>
            <a:gdLst>
              <a:gd name="connsiteX0" fmla="*/ 370669 w 1444203"/>
              <a:gd name="connsiteY0" fmla="*/ 0 h 1264118"/>
              <a:gd name="connsiteX1" fmla="*/ 370676 w 1444203"/>
              <a:gd name="connsiteY1" fmla="*/ 0 h 1264118"/>
              <a:gd name="connsiteX2" fmla="*/ 1074180 w 1444203"/>
              <a:gd name="connsiteY2" fmla="*/ 0 h 1264118"/>
              <a:gd name="connsiteX3" fmla="*/ 1074187 w 1444203"/>
              <a:gd name="connsiteY3" fmla="*/ 0 h 1264118"/>
              <a:gd name="connsiteX4" fmla="*/ 1095513 w 1444203"/>
              <a:gd name="connsiteY4" fmla="*/ 2150 h 1264118"/>
              <a:gd name="connsiteX5" fmla="*/ 1149021 w 1444203"/>
              <a:gd name="connsiteY5" fmla="*/ 30999 h 1264118"/>
              <a:gd name="connsiteX6" fmla="*/ 1161935 w 1444203"/>
              <a:gd name="connsiteY6" fmla="*/ 46650 h 1264118"/>
              <a:gd name="connsiteX7" fmla="*/ 1172968 w 1444203"/>
              <a:gd name="connsiteY7" fmla="*/ 68717 h 1264118"/>
              <a:gd name="connsiteX8" fmla="*/ 1172969 w 1444203"/>
              <a:gd name="connsiteY8" fmla="*/ 68718 h 1264118"/>
              <a:gd name="connsiteX9" fmla="*/ 1423400 w 1444203"/>
              <a:gd name="connsiteY9" fmla="*/ 569579 h 1264118"/>
              <a:gd name="connsiteX10" fmla="*/ 1423400 w 1444203"/>
              <a:gd name="connsiteY10" fmla="*/ 569579 h 1264118"/>
              <a:gd name="connsiteX11" fmla="*/ 1438905 w 1444203"/>
              <a:gd name="connsiteY11" fmla="*/ 600590 h 1264118"/>
              <a:gd name="connsiteX12" fmla="*/ 1442053 w 1444203"/>
              <a:gd name="connsiteY12" fmla="*/ 610730 h 1264118"/>
              <a:gd name="connsiteX13" fmla="*/ 1444203 w 1444203"/>
              <a:gd name="connsiteY13" fmla="*/ 632059 h 1264118"/>
              <a:gd name="connsiteX14" fmla="*/ 1442053 w 1444203"/>
              <a:gd name="connsiteY14" fmla="*/ 653389 h 1264118"/>
              <a:gd name="connsiteX15" fmla="*/ 1438905 w 1444203"/>
              <a:gd name="connsiteY15" fmla="*/ 663529 h 1264118"/>
              <a:gd name="connsiteX16" fmla="*/ 1423400 w 1444203"/>
              <a:gd name="connsiteY16" fmla="*/ 694540 h 1264118"/>
              <a:gd name="connsiteX17" fmla="*/ 1423400 w 1444203"/>
              <a:gd name="connsiteY17" fmla="*/ 694540 h 1264118"/>
              <a:gd name="connsiteX18" fmla="*/ 1172968 w 1444203"/>
              <a:gd name="connsiteY18" fmla="*/ 1195401 h 1264118"/>
              <a:gd name="connsiteX19" fmla="*/ 1161934 w 1444203"/>
              <a:gd name="connsiteY19" fmla="*/ 1217468 h 1264118"/>
              <a:gd name="connsiteX20" fmla="*/ 1149021 w 1444203"/>
              <a:gd name="connsiteY20" fmla="*/ 1233120 h 1264118"/>
              <a:gd name="connsiteX21" fmla="*/ 1095513 w 1444203"/>
              <a:gd name="connsiteY21" fmla="*/ 1261968 h 1264118"/>
              <a:gd name="connsiteX22" fmla="*/ 1074187 w 1444203"/>
              <a:gd name="connsiteY22" fmla="*/ 1264118 h 1264118"/>
              <a:gd name="connsiteX23" fmla="*/ 1074180 w 1444203"/>
              <a:gd name="connsiteY23" fmla="*/ 1264118 h 1264118"/>
              <a:gd name="connsiteX24" fmla="*/ 370676 w 1444203"/>
              <a:gd name="connsiteY24" fmla="*/ 1264118 h 1264118"/>
              <a:gd name="connsiteX25" fmla="*/ 370676 w 1444203"/>
              <a:gd name="connsiteY25" fmla="*/ 1264118 h 1264118"/>
              <a:gd name="connsiteX26" fmla="*/ 370669 w 1444203"/>
              <a:gd name="connsiteY26" fmla="*/ 1264118 h 1264118"/>
              <a:gd name="connsiteX27" fmla="*/ 349342 w 1444203"/>
              <a:gd name="connsiteY27" fmla="*/ 1261968 h 1264118"/>
              <a:gd name="connsiteX28" fmla="*/ 301410 w 1444203"/>
              <a:gd name="connsiteY28" fmla="*/ 1238310 h 1264118"/>
              <a:gd name="connsiteX29" fmla="*/ 289770 w 1444203"/>
              <a:gd name="connsiteY29" fmla="*/ 1226389 h 1264118"/>
              <a:gd name="connsiteX30" fmla="*/ 289004 w 1444203"/>
              <a:gd name="connsiteY30" fmla="*/ 1225604 h 1264118"/>
              <a:gd name="connsiteX31" fmla="*/ 15159 w 1444203"/>
              <a:gd name="connsiteY31" fmla="*/ 685860 h 1264118"/>
              <a:gd name="connsiteX32" fmla="*/ 7435 w 1444203"/>
              <a:gd name="connsiteY32" fmla="*/ 670411 h 1264118"/>
              <a:gd name="connsiteX33" fmla="*/ 2150 w 1444203"/>
              <a:gd name="connsiteY33" fmla="*/ 653389 h 1264118"/>
              <a:gd name="connsiteX34" fmla="*/ 0 w 1444203"/>
              <a:gd name="connsiteY34" fmla="*/ 632059 h 1264118"/>
              <a:gd name="connsiteX35" fmla="*/ 2150 w 1444203"/>
              <a:gd name="connsiteY35" fmla="*/ 610730 h 1264118"/>
              <a:gd name="connsiteX36" fmla="*/ 7435 w 1444203"/>
              <a:gd name="connsiteY36" fmla="*/ 593707 h 1264118"/>
              <a:gd name="connsiteX37" fmla="*/ 15159 w 1444203"/>
              <a:gd name="connsiteY37" fmla="*/ 578259 h 1264118"/>
              <a:gd name="connsiteX38" fmla="*/ 278858 w 1444203"/>
              <a:gd name="connsiteY38" fmla="*/ 53155 h 1264118"/>
              <a:gd name="connsiteX39" fmla="*/ 349342 w 1444203"/>
              <a:gd name="connsiteY39" fmla="*/ 2150 h 126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44203" h="1264118">
                <a:moveTo>
                  <a:pt x="370669" y="0"/>
                </a:moveTo>
                <a:lnTo>
                  <a:pt x="370676" y="0"/>
                </a:lnTo>
                <a:lnTo>
                  <a:pt x="1074180" y="0"/>
                </a:lnTo>
                <a:lnTo>
                  <a:pt x="1074187" y="0"/>
                </a:lnTo>
                <a:lnTo>
                  <a:pt x="1095513" y="2150"/>
                </a:lnTo>
                <a:cubicBezTo>
                  <a:pt x="1116182" y="6379"/>
                  <a:pt x="1134657" y="16634"/>
                  <a:pt x="1149021" y="30999"/>
                </a:cubicBezTo>
                <a:lnTo>
                  <a:pt x="1161935" y="46650"/>
                </a:lnTo>
                <a:lnTo>
                  <a:pt x="1172968" y="68717"/>
                </a:lnTo>
                <a:cubicBezTo>
                  <a:pt x="1172968" y="68718"/>
                  <a:pt x="1172969" y="68718"/>
                  <a:pt x="1172969" y="68718"/>
                </a:cubicBezTo>
                <a:lnTo>
                  <a:pt x="1423400" y="569579"/>
                </a:lnTo>
                <a:lnTo>
                  <a:pt x="1423400" y="569579"/>
                </a:lnTo>
                <a:lnTo>
                  <a:pt x="1438905" y="600590"/>
                </a:lnTo>
                <a:lnTo>
                  <a:pt x="1442053" y="610730"/>
                </a:lnTo>
                <a:cubicBezTo>
                  <a:pt x="1443463" y="617619"/>
                  <a:pt x="1444203" y="624753"/>
                  <a:pt x="1444203" y="632059"/>
                </a:cubicBezTo>
                <a:cubicBezTo>
                  <a:pt x="1444203" y="639366"/>
                  <a:pt x="1443463" y="646499"/>
                  <a:pt x="1442053" y="653389"/>
                </a:cubicBezTo>
                <a:lnTo>
                  <a:pt x="1438905" y="663529"/>
                </a:lnTo>
                <a:lnTo>
                  <a:pt x="1423400" y="694540"/>
                </a:lnTo>
                <a:lnTo>
                  <a:pt x="1423400" y="694540"/>
                </a:lnTo>
                <a:lnTo>
                  <a:pt x="1172968" y="1195401"/>
                </a:lnTo>
                <a:lnTo>
                  <a:pt x="1161934" y="1217468"/>
                </a:lnTo>
                <a:lnTo>
                  <a:pt x="1149021" y="1233120"/>
                </a:lnTo>
                <a:cubicBezTo>
                  <a:pt x="1134656" y="1247484"/>
                  <a:pt x="1116182" y="1257739"/>
                  <a:pt x="1095513" y="1261968"/>
                </a:cubicBezTo>
                <a:lnTo>
                  <a:pt x="1074187" y="1264118"/>
                </a:lnTo>
                <a:lnTo>
                  <a:pt x="1074180" y="1264118"/>
                </a:lnTo>
                <a:lnTo>
                  <a:pt x="370676" y="1264118"/>
                </a:lnTo>
                <a:lnTo>
                  <a:pt x="370676" y="1264118"/>
                </a:lnTo>
                <a:lnTo>
                  <a:pt x="370669" y="1264118"/>
                </a:lnTo>
                <a:lnTo>
                  <a:pt x="349342" y="1261968"/>
                </a:lnTo>
                <a:cubicBezTo>
                  <a:pt x="331257" y="1258268"/>
                  <a:pt x="314852" y="1249954"/>
                  <a:pt x="301410" y="1238310"/>
                </a:cubicBezTo>
                <a:lnTo>
                  <a:pt x="289770" y="1226389"/>
                </a:lnTo>
                <a:lnTo>
                  <a:pt x="289004" y="1225604"/>
                </a:lnTo>
                <a:lnTo>
                  <a:pt x="15159" y="685860"/>
                </a:lnTo>
                <a:lnTo>
                  <a:pt x="7435" y="670411"/>
                </a:lnTo>
                <a:lnTo>
                  <a:pt x="2150" y="653389"/>
                </a:lnTo>
                <a:cubicBezTo>
                  <a:pt x="741" y="646499"/>
                  <a:pt x="0" y="639366"/>
                  <a:pt x="0" y="632059"/>
                </a:cubicBezTo>
                <a:cubicBezTo>
                  <a:pt x="0" y="624753"/>
                  <a:pt x="741" y="617619"/>
                  <a:pt x="2150" y="610730"/>
                </a:cubicBezTo>
                <a:lnTo>
                  <a:pt x="7435" y="593707"/>
                </a:lnTo>
                <a:lnTo>
                  <a:pt x="15159" y="578259"/>
                </a:lnTo>
                <a:lnTo>
                  <a:pt x="278858" y="53155"/>
                </a:lnTo>
                <a:cubicBezTo>
                  <a:pt x="293725" y="27300"/>
                  <a:pt x="319200" y="8318"/>
                  <a:pt x="349342" y="2150"/>
                </a:cubicBezTo>
                <a:close/>
              </a:path>
            </a:pathLst>
          </a:custGeom>
          <a:solidFill>
            <a:schemeClr val="accent6"/>
          </a:solidFill>
          <a:ln w="76200">
            <a:solidFill>
              <a:schemeClr val="accent6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65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7A1A-06BB-49BC-9C6B-7762F8EC9684}" type="datetimeFigureOut">
              <a:rPr lang="zh-CN" altLang="en-US" smtClean="0"/>
              <a:pPr/>
              <a:t>2023/10/25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C84-A73A-4047-92FA-5505D3FE458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245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rgbClr val="F5F5F5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0" y="5766571"/>
            <a:ext cx="12192000" cy="913631"/>
          </a:xfrm>
          <a:custGeom>
            <a:avLst/>
            <a:gdLst>
              <a:gd name="connsiteX0" fmla="*/ 12192000 w 12192000"/>
              <a:gd name="connsiteY0" fmla="*/ 0 h 913631"/>
              <a:gd name="connsiteX1" fmla="*/ 12192000 w 12192000"/>
              <a:gd name="connsiteY1" fmla="*/ 913631 h 913631"/>
              <a:gd name="connsiteX2" fmla="*/ 0 w 12192000"/>
              <a:gd name="connsiteY2" fmla="*/ 913631 h 913631"/>
              <a:gd name="connsiteX3" fmla="*/ 0 w 12192000"/>
              <a:gd name="connsiteY3" fmla="*/ 302241 h 913631"/>
              <a:gd name="connsiteX4" fmla="*/ 159597 w 12192000"/>
              <a:gd name="connsiteY4" fmla="*/ 292938 h 913631"/>
              <a:gd name="connsiteX5" fmla="*/ 5265161 w 12192000"/>
              <a:gd name="connsiteY5" fmla="*/ 553734 h 913631"/>
              <a:gd name="connsiteX6" fmla="*/ 11938866 w 12192000"/>
              <a:gd name="connsiteY6" fmla="*/ 8322 h 91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913631">
                <a:moveTo>
                  <a:pt x="12192000" y="0"/>
                </a:moveTo>
                <a:lnTo>
                  <a:pt x="12192000" y="913631"/>
                </a:lnTo>
                <a:lnTo>
                  <a:pt x="0" y="913631"/>
                </a:lnTo>
                <a:lnTo>
                  <a:pt x="0" y="302241"/>
                </a:lnTo>
                <a:lnTo>
                  <a:pt x="159597" y="292938"/>
                </a:lnTo>
                <a:cubicBezTo>
                  <a:pt x="1272266" y="271291"/>
                  <a:pt x="3269588" y="772280"/>
                  <a:pt x="5265161" y="553734"/>
                </a:cubicBezTo>
                <a:cubicBezTo>
                  <a:pt x="6995909" y="515958"/>
                  <a:pt x="10135147" y="91719"/>
                  <a:pt x="11938866" y="8322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20771764">
            <a:off x="625035" y="-332243"/>
            <a:ext cx="2644643" cy="1158960"/>
          </a:xfrm>
          <a:custGeom>
            <a:avLst/>
            <a:gdLst>
              <a:gd name="connsiteX0" fmla="*/ 0 w 2431556"/>
              <a:gd name="connsiteY0" fmla="*/ 0 h 1065579"/>
              <a:gd name="connsiteX1" fmla="*/ 2431556 w 2431556"/>
              <a:gd name="connsiteY1" fmla="*/ 597425 h 1065579"/>
              <a:gd name="connsiteX2" fmla="*/ 2249766 w 2431556"/>
              <a:gd name="connsiteY2" fmla="*/ 959425 h 1065579"/>
              <a:gd name="connsiteX3" fmla="*/ 2109003 w 2431556"/>
              <a:gd name="connsiteY3" fmla="*/ 1061286 h 1065579"/>
              <a:gd name="connsiteX4" fmla="*/ 2066414 w 2431556"/>
              <a:gd name="connsiteY4" fmla="*/ 1065579 h 1065579"/>
              <a:gd name="connsiteX5" fmla="*/ 2066399 w 2431556"/>
              <a:gd name="connsiteY5" fmla="*/ 1065579 h 1065579"/>
              <a:gd name="connsiteX6" fmla="*/ 661460 w 2431556"/>
              <a:gd name="connsiteY6" fmla="*/ 1065579 h 1065579"/>
              <a:gd name="connsiteX7" fmla="*/ 661446 w 2431556"/>
              <a:gd name="connsiteY7" fmla="*/ 1065579 h 1065579"/>
              <a:gd name="connsiteX8" fmla="*/ 618856 w 2431556"/>
              <a:gd name="connsiteY8" fmla="*/ 1061286 h 1065579"/>
              <a:gd name="connsiteX9" fmla="*/ 511998 w 2431556"/>
              <a:gd name="connsiteY9" fmla="*/ 1003673 h 1065579"/>
              <a:gd name="connsiteX10" fmla="*/ 486209 w 2431556"/>
              <a:gd name="connsiteY10" fmla="*/ 972417 h 1065579"/>
              <a:gd name="connsiteX11" fmla="*/ 464173 w 2431556"/>
              <a:gd name="connsiteY11" fmla="*/ 928346 h 1065579"/>
              <a:gd name="connsiteX12" fmla="*/ 464173 w 2431556"/>
              <a:gd name="connsiteY12" fmla="*/ 928345 h 1065579"/>
              <a:gd name="connsiteX0" fmla="*/ 0 w 2431556"/>
              <a:gd name="connsiteY0" fmla="*/ 0 h 1065579"/>
              <a:gd name="connsiteX1" fmla="*/ 1142847 w 2431556"/>
              <a:gd name="connsiteY1" fmla="*/ 280794 h 1065579"/>
              <a:gd name="connsiteX2" fmla="*/ 2431556 w 2431556"/>
              <a:gd name="connsiteY2" fmla="*/ 597425 h 1065579"/>
              <a:gd name="connsiteX3" fmla="*/ 2249766 w 2431556"/>
              <a:gd name="connsiteY3" fmla="*/ 959425 h 1065579"/>
              <a:gd name="connsiteX4" fmla="*/ 2109003 w 2431556"/>
              <a:gd name="connsiteY4" fmla="*/ 1061286 h 1065579"/>
              <a:gd name="connsiteX5" fmla="*/ 2066414 w 2431556"/>
              <a:gd name="connsiteY5" fmla="*/ 1065579 h 1065579"/>
              <a:gd name="connsiteX6" fmla="*/ 2066399 w 2431556"/>
              <a:gd name="connsiteY6" fmla="*/ 1065579 h 1065579"/>
              <a:gd name="connsiteX7" fmla="*/ 661460 w 2431556"/>
              <a:gd name="connsiteY7" fmla="*/ 1065579 h 1065579"/>
              <a:gd name="connsiteX8" fmla="*/ 661446 w 2431556"/>
              <a:gd name="connsiteY8" fmla="*/ 1065579 h 1065579"/>
              <a:gd name="connsiteX9" fmla="*/ 618856 w 2431556"/>
              <a:gd name="connsiteY9" fmla="*/ 1061286 h 1065579"/>
              <a:gd name="connsiteX10" fmla="*/ 511998 w 2431556"/>
              <a:gd name="connsiteY10" fmla="*/ 1003673 h 1065579"/>
              <a:gd name="connsiteX11" fmla="*/ 486209 w 2431556"/>
              <a:gd name="connsiteY11" fmla="*/ 972417 h 1065579"/>
              <a:gd name="connsiteX12" fmla="*/ 464173 w 2431556"/>
              <a:gd name="connsiteY12" fmla="*/ 928346 h 1065579"/>
              <a:gd name="connsiteX13" fmla="*/ 464173 w 2431556"/>
              <a:gd name="connsiteY13" fmla="*/ 928345 h 1065579"/>
              <a:gd name="connsiteX14" fmla="*/ 0 w 2431556"/>
              <a:gd name="connsiteY14" fmla="*/ 0 h 1065579"/>
              <a:gd name="connsiteX0" fmla="*/ 1142847 w 2431556"/>
              <a:gd name="connsiteY0" fmla="*/ 280794 h 1065579"/>
              <a:gd name="connsiteX1" fmla="*/ 2431556 w 2431556"/>
              <a:gd name="connsiteY1" fmla="*/ 597425 h 1065579"/>
              <a:gd name="connsiteX2" fmla="*/ 2249766 w 2431556"/>
              <a:gd name="connsiteY2" fmla="*/ 959425 h 1065579"/>
              <a:gd name="connsiteX3" fmla="*/ 2109003 w 2431556"/>
              <a:gd name="connsiteY3" fmla="*/ 1061286 h 1065579"/>
              <a:gd name="connsiteX4" fmla="*/ 2066414 w 2431556"/>
              <a:gd name="connsiteY4" fmla="*/ 1065579 h 1065579"/>
              <a:gd name="connsiteX5" fmla="*/ 2066399 w 2431556"/>
              <a:gd name="connsiteY5" fmla="*/ 1065579 h 1065579"/>
              <a:gd name="connsiteX6" fmla="*/ 661460 w 2431556"/>
              <a:gd name="connsiteY6" fmla="*/ 1065579 h 1065579"/>
              <a:gd name="connsiteX7" fmla="*/ 661446 w 2431556"/>
              <a:gd name="connsiteY7" fmla="*/ 1065579 h 1065579"/>
              <a:gd name="connsiteX8" fmla="*/ 618856 w 2431556"/>
              <a:gd name="connsiteY8" fmla="*/ 1061286 h 1065579"/>
              <a:gd name="connsiteX9" fmla="*/ 511998 w 2431556"/>
              <a:gd name="connsiteY9" fmla="*/ 1003673 h 1065579"/>
              <a:gd name="connsiteX10" fmla="*/ 486209 w 2431556"/>
              <a:gd name="connsiteY10" fmla="*/ 972417 h 1065579"/>
              <a:gd name="connsiteX11" fmla="*/ 464173 w 2431556"/>
              <a:gd name="connsiteY11" fmla="*/ 928346 h 1065579"/>
              <a:gd name="connsiteX12" fmla="*/ 464173 w 2431556"/>
              <a:gd name="connsiteY12" fmla="*/ 928345 h 1065579"/>
              <a:gd name="connsiteX13" fmla="*/ 0 w 2431556"/>
              <a:gd name="connsiteY13" fmla="*/ 0 h 1065579"/>
              <a:gd name="connsiteX14" fmla="*/ 1234287 w 2431556"/>
              <a:gd name="connsiteY14" fmla="*/ 372234 h 1065579"/>
              <a:gd name="connsiteX0" fmla="*/ 1142847 w 2431556"/>
              <a:gd name="connsiteY0" fmla="*/ 280794 h 1065579"/>
              <a:gd name="connsiteX1" fmla="*/ 2431556 w 2431556"/>
              <a:gd name="connsiteY1" fmla="*/ 597425 h 1065579"/>
              <a:gd name="connsiteX2" fmla="*/ 2249766 w 2431556"/>
              <a:gd name="connsiteY2" fmla="*/ 959425 h 1065579"/>
              <a:gd name="connsiteX3" fmla="*/ 2109003 w 2431556"/>
              <a:gd name="connsiteY3" fmla="*/ 1061286 h 1065579"/>
              <a:gd name="connsiteX4" fmla="*/ 2066414 w 2431556"/>
              <a:gd name="connsiteY4" fmla="*/ 1065579 h 1065579"/>
              <a:gd name="connsiteX5" fmla="*/ 2066399 w 2431556"/>
              <a:gd name="connsiteY5" fmla="*/ 1065579 h 1065579"/>
              <a:gd name="connsiteX6" fmla="*/ 661460 w 2431556"/>
              <a:gd name="connsiteY6" fmla="*/ 1065579 h 1065579"/>
              <a:gd name="connsiteX7" fmla="*/ 661446 w 2431556"/>
              <a:gd name="connsiteY7" fmla="*/ 1065579 h 1065579"/>
              <a:gd name="connsiteX8" fmla="*/ 618856 w 2431556"/>
              <a:gd name="connsiteY8" fmla="*/ 1061286 h 1065579"/>
              <a:gd name="connsiteX9" fmla="*/ 511998 w 2431556"/>
              <a:gd name="connsiteY9" fmla="*/ 1003673 h 1065579"/>
              <a:gd name="connsiteX10" fmla="*/ 486209 w 2431556"/>
              <a:gd name="connsiteY10" fmla="*/ 972417 h 1065579"/>
              <a:gd name="connsiteX11" fmla="*/ 464173 w 2431556"/>
              <a:gd name="connsiteY11" fmla="*/ 928346 h 1065579"/>
              <a:gd name="connsiteX12" fmla="*/ 464173 w 2431556"/>
              <a:gd name="connsiteY12" fmla="*/ 928345 h 1065579"/>
              <a:gd name="connsiteX13" fmla="*/ 0 w 2431556"/>
              <a:gd name="connsiteY13" fmla="*/ 0 h 1065579"/>
              <a:gd name="connsiteX0" fmla="*/ 2431556 w 2431556"/>
              <a:gd name="connsiteY0" fmla="*/ 597425 h 1065579"/>
              <a:gd name="connsiteX1" fmla="*/ 2249766 w 2431556"/>
              <a:gd name="connsiteY1" fmla="*/ 959425 h 1065579"/>
              <a:gd name="connsiteX2" fmla="*/ 2109003 w 2431556"/>
              <a:gd name="connsiteY2" fmla="*/ 1061286 h 1065579"/>
              <a:gd name="connsiteX3" fmla="*/ 2066414 w 2431556"/>
              <a:gd name="connsiteY3" fmla="*/ 1065579 h 1065579"/>
              <a:gd name="connsiteX4" fmla="*/ 2066399 w 2431556"/>
              <a:gd name="connsiteY4" fmla="*/ 1065579 h 1065579"/>
              <a:gd name="connsiteX5" fmla="*/ 661460 w 2431556"/>
              <a:gd name="connsiteY5" fmla="*/ 1065579 h 1065579"/>
              <a:gd name="connsiteX6" fmla="*/ 661446 w 2431556"/>
              <a:gd name="connsiteY6" fmla="*/ 1065579 h 1065579"/>
              <a:gd name="connsiteX7" fmla="*/ 618856 w 2431556"/>
              <a:gd name="connsiteY7" fmla="*/ 1061286 h 1065579"/>
              <a:gd name="connsiteX8" fmla="*/ 511998 w 2431556"/>
              <a:gd name="connsiteY8" fmla="*/ 1003673 h 1065579"/>
              <a:gd name="connsiteX9" fmla="*/ 486209 w 2431556"/>
              <a:gd name="connsiteY9" fmla="*/ 972417 h 1065579"/>
              <a:gd name="connsiteX10" fmla="*/ 464173 w 2431556"/>
              <a:gd name="connsiteY10" fmla="*/ 928346 h 1065579"/>
              <a:gd name="connsiteX11" fmla="*/ 464173 w 2431556"/>
              <a:gd name="connsiteY11" fmla="*/ 928345 h 1065579"/>
              <a:gd name="connsiteX12" fmla="*/ 0 w 2431556"/>
              <a:gd name="connsiteY12" fmla="*/ 0 h 1065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31556" h="1065579">
                <a:moveTo>
                  <a:pt x="2431556" y="597425"/>
                </a:moveTo>
                <a:lnTo>
                  <a:pt x="2249766" y="959425"/>
                </a:lnTo>
                <a:cubicBezTo>
                  <a:pt x="2220075" y="1011060"/>
                  <a:pt x="2169200" y="1048968"/>
                  <a:pt x="2109003" y="1061286"/>
                </a:cubicBezTo>
                <a:lnTo>
                  <a:pt x="2066414" y="1065579"/>
                </a:lnTo>
                <a:lnTo>
                  <a:pt x="2066399" y="1065579"/>
                </a:lnTo>
                <a:lnTo>
                  <a:pt x="661460" y="1065579"/>
                </a:lnTo>
                <a:lnTo>
                  <a:pt x="661446" y="1065579"/>
                </a:lnTo>
                <a:lnTo>
                  <a:pt x="618856" y="1061286"/>
                </a:lnTo>
                <a:cubicBezTo>
                  <a:pt x="577579" y="1052839"/>
                  <a:pt x="540684" y="1032360"/>
                  <a:pt x="511998" y="1003673"/>
                </a:cubicBezTo>
                <a:lnTo>
                  <a:pt x="486209" y="972417"/>
                </a:lnTo>
                <a:lnTo>
                  <a:pt x="464173" y="928346"/>
                </a:lnTo>
                <a:lnTo>
                  <a:pt x="464173" y="928345"/>
                </a:lnTo>
                <a:lnTo>
                  <a:pt x="0" y="0"/>
                </a:lnTo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0" y="5855471"/>
            <a:ext cx="12192000" cy="913631"/>
          </a:xfrm>
          <a:custGeom>
            <a:avLst/>
            <a:gdLst>
              <a:gd name="connsiteX0" fmla="*/ 12192000 w 12192000"/>
              <a:gd name="connsiteY0" fmla="*/ 0 h 913631"/>
              <a:gd name="connsiteX1" fmla="*/ 12192000 w 12192000"/>
              <a:gd name="connsiteY1" fmla="*/ 913631 h 913631"/>
              <a:gd name="connsiteX2" fmla="*/ 0 w 12192000"/>
              <a:gd name="connsiteY2" fmla="*/ 913631 h 913631"/>
              <a:gd name="connsiteX3" fmla="*/ 0 w 12192000"/>
              <a:gd name="connsiteY3" fmla="*/ 302241 h 913631"/>
              <a:gd name="connsiteX4" fmla="*/ 159597 w 12192000"/>
              <a:gd name="connsiteY4" fmla="*/ 292938 h 913631"/>
              <a:gd name="connsiteX5" fmla="*/ 5265161 w 12192000"/>
              <a:gd name="connsiteY5" fmla="*/ 553734 h 913631"/>
              <a:gd name="connsiteX6" fmla="*/ 11938866 w 12192000"/>
              <a:gd name="connsiteY6" fmla="*/ 8322 h 91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913631">
                <a:moveTo>
                  <a:pt x="12192000" y="0"/>
                </a:moveTo>
                <a:lnTo>
                  <a:pt x="12192000" y="913631"/>
                </a:lnTo>
                <a:lnTo>
                  <a:pt x="0" y="913631"/>
                </a:lnTo>
                <a:lnTo>
                  <a:pt x="0" y="302241"/>
                </a:lnTo>
                <a:lnTo>
                  <a:pt x="159597" y="292938"/>
                </a:lnTo>
                <a:cubicBezTo>
                  <a:pt x="1272266" y="271291"/>
                  <a:pt x="3269588" y="772280"/>
                  <a:pt x="5265161" y="553734"/>
                </a:cubicBezTo>
                <a:cubicBezTo>
                  <a:pt x="6995909" y="515958"/>
                  <a:pt x="10135147" y="91719"/>
                  <a:pt x="11938866" y="832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0" y="5944371"/>
            <a:ext cx="12192000" cy="913631"/>
          </a:xfrm>
          <a:custGeom>
            <a:avLst/>
            <a:gdLst>
              <a:gd name="connsiteX0" fmla="*/ 12192000 w 12192000"/>
              <a:gd name="connsiteY0" fmla="*/ 0 h 913631"/>
              <a:gd name="connsiteX1" fmla="*/ 12192000 w 12192000"/>
              <a:gd name="connsiteY1" fmla="*/ 913631 h 913631"/>
              <a:gd name="connsiteX2" fmla="*/ 0 w 12192000"/>
              <a:gd name="connsiteY2" fmla="*/ 913631 h 913631"/>
              <a:gd name="connsiteX3" fmla="*/ 0 w 12192000"/>
              <a:gd name="connsiteY3" fmla="*/ 302241 h 913631"/>
              <a:gd name="connsiteX4" fmla="*/ 159597 w 12192000"/>
              <a:gd name="connsiteY4" fmla="*/ 292938 h 913631"/>
              <a:gd name="connsiteX5" fmla="*/ 5265161 w 12192000"/>
              <a:gd name="connsiteY5" fmla="*/ 553734 h 913631"/>
              <a:gd name="connsiteX6" fmla="*/ 11938866 w 12192000"/>
              <a:gd name="connsiteY6" fmla="*/ 8322 h 91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913631">
                <a:moveTo>
                  <a:pt x="12192000" y="0"/>
                </a:moveTo>
                <a:lnTo>
                  <a:pt x="12192000" y="913631"/>
                </a:lnTo>
                <a:lnTo>
                  <a:pt x="0" y="913631"/>
                </a:lnTo>
                <a:lnTo>
                  <a:pt x="0" y="302241"/>
                </a:lnTo>
                <a:lnTo>
                  <a:pt x="159597" y="292938"/>
                </a:lnTo>
                <a:cubicBezTo>
                  <a:pt x="1272266" y="271291"/>
                  <a:pt x="3269588" y="772280"/>
                  <a:pt x="5265161" y="553734"/>
                </a:cubicBezTo>
                <a:cubicBezTo>
                  <a:pt x="6995909" y="515958"/>
                  <a:pt x="10135147" y="91719"/>
                  <a:pt x="11938866" y="8322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3" descr="C:\Documents and Settings\Teliss_Tong\My Documents\！个人PPT作品@teliss\PKM图\20120724115140194_easyicon_cn_512.png"/>
          <p:cNvPicPr>
            <a:picLocks noChangeAspect="1" noChangeArrowheads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66" t="9375" r="13640" b="3236"/>
          <a:stretch/>
        </p:blipFill>
        <p:spPr bwMode="auto">
          <a:xfrm>
            <a:off x="10617199" y="5475249"/>
            <a:ext cx="980267" cy="1204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2308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5" r:id="rId3"/>
    <p:sldLayoutId id="2147483666" r:id="rId4"/>
    <p:sldLayoutId id="2147483665" r:id="rId5"/>
    <p:sldLayoutId id="2147483664" r:id="rId6"/>
    <p:sldLayoutId id="2147483663" r:id="rId7"/>
    <p:sldLayoutId id="2147483662" r:id="rId8"/>
    <p:sldLayoutId id="2147483661" r:id="rId9"/>
    <p:sldLayoutId id="2147483660" r:id="rId10"/>
    <p:sldLayoutId id="2147483659" r:id="rId11"/>
    <p:sldLayoutId id="2147483658" r:id="rId12"/>
    <p:sldLayoutId id="2147483657" r:id="rId13"/>
    <p:sldLayoutId id="2147483668" r:id="rId14"/>
  </p:sldLayoutIdLst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1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png"/><Relationship Id="rId5" Type="http://schemas.openxmlformats.org/officeDocument/2006/relationships/oleObject" Target="../embeddings/oleObject6.bin"/><Relationship Id="rId4" Type="http://schemas.openxmlformats.org/officeDocument/2006/relationships/image" Target="../media/image2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图片占位符 116"/>
          <p:cNvPicPr>
            <a:picLocks noGrp="1" noChangeAspect="1"/>
          </p:cNvPicPr>
          <p:nvPr>
            <p:ph type="pic" sz="quarter" idx="14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28" r="16128"/>
          <a:stretch>
            <a:fillRect/>
          </a:stretch>
        </p:blipFill>
        <p:spPr/>
      </p:pic>
      <p:sp>
        <p:nvSpPr>
          <p:cNvPr id="138" name="任意多边形: 形状 137"/>
          <p:cNvSpPr/>
          <p:nvPr/>
        </p:nvSpPr>
        <p:spPr>
          <a:xfrm>
            <a:off x="0" y="4752672"/>
            <a:ext cx="12192000" cy="1928525"/>
          </a:xfrm>
          <a:custGeom>
            <a:avLst/>
            <a:gdLst>
              <a:gd name="connsiteX0" fmla="*/ 12129911 w 12192000"/>
              <a:gd name="connsiteY0" fmla="*/ 0 h 1928525"/>
              <a:gd name="connsiteX1" fmla="*/ 12192000 w 12192000"/>
              <a:gd name="connsiteY1" fmla="*/ 2850 h 1928525"/>
              <a:gd name="connsiteX2" fmla="*/ 12192000 w 12192000"/>
              <a:gd name="connsiteY2" fmla="*/ 1928525 h 1928525"/>
              <a:gd name="connsiteX3" fmla="*/ 0 w 12192000"/>
              <a:gd name="connsiteY3" fmla="*/ 1928525 h 1928525"/>
              <a:gd name="connsiteX4" fmla="*/ 0 w 12192000"/>
              <a:gd name="connsiteY4" fmla="*/ 845187 h 1928525"/>
              <a:gd name="connsiteX5" fmla="*/ 150209 w 12192000"/>
              <a:gd name="connsiteY5" fmla="*/ 835884 h 1928525"/>
              <a:gd name="connsiteX6" fmla="*/ 4955445 w 12192000"/>
              <a:gd name="connsiteY6" fmla="*/ 1096680 h 1928525"/>
              <a:gd name="connsiteX7" fmla="*/ 12129911 w 12192000"/>
              <a:gd name="connsiteY7" fmla="*/ 0 h 192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928525">
                <a:moveTo>
                  <a:pt x="12129911" y="0"/>
                </a:moveTo>
                <a:lnTo>
                  <a:pt x="12192000" y="2850"/>
                </a:lnTo>
                <a:lnTo>
                  <a:pt x="12192000" y="1928525"/>
                </a:lnTo>
                <a:lnTo>
                  <a:pt x="0" y="1928525"/>
                </a:lnTo>
                <a:lnTo>
                  <a:pt x="0" y="845187"/>
                </a:lnTo>
                <a:lnTo>
                  <a:pt x="150209" y="835884"/>
                </a:lnTo>
                <a:cubicBezTo>
                  <a:pt x="1197427" y="814237"/>
                  <a:pt x="3077259" y="1315226"/>
                  <a:pt x="4955445" y="1096680"/>
                </a:cubicBezTo>
                <a:cubicBezTo>
                  <a:pt x="6868725" y="967976"/>
                  <a:pt x="10644609" y="5562"/>
                  <a:pt x="12129911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任意多边形: 形状 136"/>
          <p:cNvSpPr/>
          <p:nvPr/>
        </p:nvSpPr>
        <p:spPr>
          <a:xfrm>
            <a:off x="0" y="4833822"/>
            <a:ext cx="12192000" cy="1928525"/>
          </a:xfrm>
          <a:custGeom>
            <a:avLst/>
            <a:gdLst>
              <a:gd name="connsiteX0" fmla="*/ 12129911 w 12192000"/>
              <a:gd name="connsiteY0" fmla="*/ 0 h 1928525"/>
              <a:gd name="connsiteX1" fmla="*/ 12192000 w 12192000"/>
              <a:gd name="connsiteY1" fmla="*/ 2850 h 1928525"/>
              <a:gd name="connsiteX2" fmla="*/ 12192000 w 12192000"/>
              <a:gd name="connsiteY2" fmla="*/ 1928525 h 1928525"/>
              <a:gd name="connsiteX3" fmla="*/ 0 w 12192000"/>
              <a:gd name="connsiteY3" fmla="*/ 1928525 h 1928525"/>
              <a:gd name="connsiteX4" fmla="*/ 0 w 12192000"/>
              <a:gd name="connsiteY4" fmla="*/ 845187 h 1928525"/>
              <a:gd name="connsiteX5" fmla="*/ 150209 w 12192000"/>
              <a:gd name="connsiteY5" fmla="*/ 835884 h 1928525"/>
              <a:gd name="connsiteX6" fmla="*/ 4955445 w 12192000"/>
              <a:gd name="connsiteY6" fmla="*/ 1096680 h 1928525"/>
              <a:gd name="connsiteX7" fmla="*/ 12129911 w 12192000"/>
              <a:gd name="connsiteY7" fmla="*/ 0 h 192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928525">
                <a:moveTo>
                  <a:pt x="12129911" y="0"/>
                </a:moveTo>
                <a:lnTo>
                  <a:pt x="12192000" y="2850"/>
                </a:lnTo>
                <a:lnTo>
                  <a:pt x="12192000" y="1928525"/>
                </a:lnTo>
                <a:lnTo>
                  <a:pt x="0" y="1928525"/>
                </a:lnTo>
                <a:lnTo>
                  <a:pt x="0" y="845187"/>
                </a:lnTo>
                <a:lnTo>
                  <a:pt x="150209" y="835884"/>
                </a:lnTo>
                <a:cubicBezTo>
                  <a:pt x="1197427" y="814237"/>
                  <a:pt x="3077259" y="1315226"/>
                  <a:pt x="4955445" y="1096680"/>
                </a:cubicBezTo>
                <a:cubicBezTo>
                  <a:pt x="6868725" y="967976"/>
                  <a:pt x="10644609" y="5562"/>
                  <a:pt x="1212991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文本框 105"/>
          <p:cNvSpPr txBox="1"/>
          <p:nvPr/>
        </p:nvSpPr>
        <p:spPr>
          <a:xfrm>
            <a:off x="794780" y="303502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63500" contourW="25400"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pPr algn="ctr"/>
            <a:r>
              <a:rPr lang="zh-CN" altLang="en-US" sz="8000" b="1" dirty="0">
                <a:ln w="0"/>
                <a:solidFill>
                  <a:schemeClr val="accent6"/>
                </a:solidFill>
                <a:effectLst>
                  <a:outerShdw blurRad="152400" dist="38100" dir="5400000" algn="t" rotWithShape="0">
                    <a:prstClr val="black">
                      <a:alpha val="65000"/>
                    </a:prst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rPr>
              <a:t>第四章</a:t>
            </a:r>
          </a:p>
        </p:txBody>
      </p:sp>
      <p:pic>
        <p:nvPicPr>
          <p:cNvPr id="125" name="图片占位符 124"/>
          <p:cNvPicPr>
            <a:picLocks noGrp="1" noChangeAspect="1"/>
          </p:cNvPicPr>
          <p:nvPr>
            <p:ph type="pic" sz="quarter" idx="10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10" r="15810"/>
          <a:stretch>
            <a:fillRect/>
          </a:stretch>
        </p:blipFill>
        <p:spPr/>
      </p:pic>
      <p:pic>
        <p:nvPicPr>
          <p:cNvPr id="123" name="图片占位符 122"/>
          <p:cNvPicPr>
            <a:picLocks noGrp="1" noChangeAspect="1"/>
          </p:cNvPicPr>
          <p:nvPr>
            <p:ph type="pic" sz="quarter" idx="1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64" r="17164"/>
          <a:stretch>
            <a:fillRect/>
          </a:stretch>
        </p:blipFill>
        <p:spPr/>
      </p:pic>
      <p:pic>
        <p:nvPicPr>
          <p:cNvPr id="119" name="图片占位符 118"/>
          <p:cNvPicPr>
            <a:picLocks noGrp="1" noChangeAspect="1"/>
          </p:cNvPicPr>
          <p:nvPr>
            <p:ph type="pic" sz="quarter" idx="13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42" r="20842"/>
          <a:stretch>
            <a:fillRect/>
          </a:stretch>
        </p:blipFill>
        <p:spPr/>
      </p:pic>
      <p:sp>
        <p:nvSpPr>
          <p:cNvPr id="136" name="任意多边形: 形状 135"/>
          <p:cNvSpPr/>
          <p:nvPr/>
        </p:nvSpPr>
        <p:spPr>
          <a:xfrm>
            <a:off x="0" y="4929477"/>
            <a:ext cx="12192000" cy="1928525"/>
          </a:xfrm>
          <a:custGeom>
            <a:avLst/>
            <a:gdLst>
              <a:gd name="connsiteX0" fmla="*/ 12129911 w 12192000"/>
              <a:gd name="connsiteY0" fmla="*/ 0 h 1928525"/>
              <a:gd name="connsiteX1" fmla="*/ 12192000 w 12192000"/>
              <a:gd name="connsiteY1" fmla="*/ 2850 h 1928525"/>
              <a:gd name="connsiteX2" fmla="*/ 12192000 w 12192000"/>
              <a:gd name="connsiteY2" fmla="*/ 1928525 h 1928525"/>
              <a:gd name="connsiteX3" fmla="*/ 0 w 12192000"/>
              <a:gd name="connsiteY3" fmla="*/ 1928525 h 1928525"/>
              <a:gd name="connsiteX4" fmla="*/ 0 w 12192000"/>
              <a:gd name="connsiteY4" fmla="*/ 845187 h 1928525"/>
              <a:gd name="connsiteX5" fmla="*/ 150209 w 12192000"/>
              <a:gd name="connsiteY5" fmla="*/ 835884 h 1928525"/>
              <a:gd name="connsiteX6" fmla="*/ 4955445 w 12192000"/>
              <a:gd name="connsiteY6" fmla="*/ 1096680 h 1928525"/>
              <a:gd name="connsiteX7" fmla="*/ 12129911 w 12192000"/>
              <a:gd name="connsiteY7" fmla="*/ 0 h 192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928525">
                <a:moveTo>
                  <a:pt x="12129911" y="0"/>
                </a:moveTo>
                <a:lnTo>
                  <a:pt x="12192000" y="2850"/>
                </a:lnTo>
                <a:lnTo>
                  <a:pt x="12192000" y="1928525"/>
                </a:lnTo>
                <a:lnTo>
                  <a:pt x="0" y="1928525"/>
                </a:lnTo>
                <a:lnTo>
                  <a:pt x="0" y="845187"/>
                </a:lnTo>
                <a:lnTo>
                  <a:pt x="150209" y="835884"/>
                </a:lnTo>
                <a:cubicBezTo>
                  <a:pt x="1197427" y="814237"/>
                  <a:pt x="3077259" y="1315226"/>
                  <a:pt x="4955445" y="1096680"/>
                </a:cubicBezTo>
                <a:cubicBezTo>
                  <a:pt x="6868725" y="967976"/>
                  <a:pt x="10644609" y="5562"/>
                  <a:pt x="12129911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1" name="图片占位符 120"/>
          <p:cNvPicPr>
            <a:picLocks noGrp="1" noChangeAspect="1"/>
          </p:cNvPicPr>
          <p:nvPr>
            <p:ph type="pic" sz="quarter" idx="12"/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7" r="14987"/>
          <a:stretch>
            <a:fillRect/>
          </a:stretch>
        </p:blipFill>
        <p:spPr/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1003084-C2FD-4E63-A62F-D4CFACAA7865}"/>
              </a:ext>
            </a:extLst>
          </p:cNvPr>
          <p:cNvSpPr/>
          <p:nvPr/>
        </p:nvSpPr>
        <p:spPr>
          <a:xfrm>
            <a:off x="2820209" y="1864972"/>
            <a:ext cx="634019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1" dirty="0">
                <a:ln w="19050">
                  <a:solidFill>
                    <a:schemeClr val="bg1"/>
                  </a:solidFill>
                </a:ln>
                <a:solidFill>
                  <a:schemeClr val="accent6"/>
                </a:solidFill>
                <a:effectLst>
                  <a:outerShdw blurRad="152400" dist="38100" dir="5400000" algn="t" rotWithShape="0">
                    <a:prstClr val="black">
                      <a:alpha val="65000"/>
                    </a:prstClr>
                  </a:outerShdw>
                </a:effectLst>
                <a:latin typeface="+mn-ea"/>
              </a:rPr>
              <a:t>选择结构程序设计</a:t>
            </a:r>
          </a:p>
        </p:txBody>
      </p:sp>
    </p:spTree>
    <p:extLst>
      <p:ext uri="{BB962C8B-B14F-4D97-AF65-F5344CB8AC3E}">
        <p14:creationId xmlns:p14="http://schemas.microsoft.com/office/powerpoint/2010/main" val="265803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  <p:bldP spid="137" grpId="0" animBg="1"/>
      <p:bldP spid="106" grpId="0"/>
      <p:bldP spid="136" grpId="0" animBg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 rot="20771764">
            <a:off x="3404392" y="-616575"/>
            <a:ext cx="4951326" cy="2544632"/>
          </a:xfrm>
          <a:custGeom>
            <a:avLst/>
            <a:gdLst>
              <a:gd name="connsiteX0" fmla="*/ 45538 w 4951326"/>
              <a:gd name="connsiteY0" fmla="*/ 0 h 2544632"/>
              <a:gd name="connsiteX1" fmla="*/ 4951326 w 4951326"/>
              <a:gd name="connsiteY1" fmla="*/ 1205334 h 2544632"/>
              <a:gd name="connsiteX2" fmla="*/ 4379061 w 4951326"/>
              <a:gd name="connsiteY2" fmla="*/ 2344889 h 2544632"/>
              <a:gd name="connsiteX3" fmla="*/ 4114198 w 4951326"/>
              <a:gd name="connsiteY3" fmla="*/ 2536553 h 2544632"/>
              <a:gd name="connsiteX4" fmla="*/ 4034059 w 4951326"/>
              <a:gd name="connsiteY4" fmla="*/ 2544632 h 2544632"/>
              <a:gd name="connsiteX5" fmla="*/ 4034032 w 4951326"/>
              <a:gd name="connsiteY5" fmla="*/ 2544632 h 2544632"/>
              <a:gd name="connsiteX6" fmla="*/ 1390451 w 4951326"/>
              <a:gd name="connsiteY6" fmla="*/ 2544632 h 2544632"/>
              <a:gd name="connsiteX7" fmla="*/ 1390424 w 4951326"/>
              <a:gd name="connsiteY7" fmla="*/ 2544632 h 2544632"/>
              <a:gd name="connsiteX8" fmla="*/ 1310285 w 4951326"/>
              <a:gd name="connsiteY8" fmla="*/ 2536554 h 2544632"/>
              <a:gd name="connsiteX9" fmla="*/ 1109217 w 4951326"/>
              <a:gd name="connsiteY9" fmla="*/ 2428148 h 2544632"/>
              <a:gd name="connsiteX10" fmla="*/ 1060691 w 4951326"/>
              <a:gd name="connsiteY10" fmla="*/ 2369335 h 2544632"/>
              <a:gd name="connsiteX11" fmla="*/ 1019229 w 4951326"/>
              <a:gd name="connsiteY11" fmla="*/ 2286410 h 2544632"/>
              <a:gd name="connsiteX12" fmla="*/ 1019228 w 4951326"/>
              <a:gd name="connsiteY12" fmla="*/ 2286407 h 2544632"/>
              <a:gd name="connsiteX13" fmla="*/ 78174 w 4951326"/>
              <a:gd name="connsiteY13" fmla="*/ 404302 h 2544632"/>
              <a:gd name="connsiteX14" fmla="*/ 78173 w 4951326"/>
              <a:gd name="connsiteY14" fmla="*/ 404301 h 2544632"/>
              <a:gd name="connsiteX15" fmla="*/ 19908 w 4951326"/>
              <a:gd name="connsiteY15" fmla="*/ 287770 h 2544632"/>
              <a:gd name="connsiteX16" fmla="*/ 8081 w 4951326"/>
              <a:gd name="connsiteY16" fmla="*/ 249666 h 2544632"/>
              <a:gd name="connsiteX17" fmla="*/ 0 w 4951326"/>
              <a:gd name="connsiteY17" fmla="*/ 169515 h 2544632"/>
              <a:gd name="connsiteX18" fmla="*/ 8081 w 4951326"/>
              <a:gd name="connsiteY18" fmla="*/ 89363 h 2544632"/>
              <a:gd name="connsiteX19" fmla="*/ 19908 w 4951326"/>
              <a:gd name="connsiteY19" fmla="*/ 51260 h 2544632"/>
              <a:gd name="connsiteX0" fmla="*/ 45538 w 4951326"/>
              <a:gd name="connsiteY0" fmla="*/ 0 h 2544632"/>
              <a:gd name="connsiteX1" fmla="*/ 1105133 w 4951326"/>
              <a:gd name="connsiteY1" fmla="*/ 240722 h 2544632"/>
              <a:gd name="connsiteX2" fmla="*/ 4951326 w 4951326"/>
              <a:gd name="connsiteY2" fmla="*/ 1205334 h 2544632"/>
              <a:gd name="connsiteX3" fmla="*/ 4379061 w 4951326"/>
              <a:gd name="connsiteY3" fmla="*/ 2344889 h 2544632"/>
              <a:gd name="connsiteX4" fmla="*/ 4114198 w 4951326"/>
              <a:gd name="connsiteY4" fmla="*/ 2536553 h 2544632"/>
              <a:gd name="connsiteX5" fmla="*/ 4034059 w 4951326"/>
              <a:gd name="connsiteY5" fmla="*/ 2544632 h 2544632"/>
              <a:gd name="connsiteX6" fmla="*/ 4034032 w 4951326"/>
              <a:gd name="connsiteY6" fmla="*/ 2544632 h 2544632"/>
              <a:gd name="connsiteX7" fmla="*/ 1390451 w 4951326"/>
              <a:gd name="connsiteY7" fmla="*/ 2544632 h 2544632"/>
              <a:gd name="connsiteX8" fmla="*/ 1390424 w 4951326"/>
              <a:gd name="connsiteY8" fmla="*/ 2544632 h 2544632"/>
              <a:gd name="connsiteX9" fmla="*/ 1310285 w 4951326"/>
              <a:gd name="connsiteY9" fmla="*/ 2536554 h 2544632"/>
              <a:gd name="connsiteX10" fmla="*/ 1109217 w 4951326"/>
              <a:gd name="connsiteY10" fmla="*/ 2428148 h 2544632"/>
              <a:gd name="connsiteX11" fmla="*/ 1060691 w 4951326"/>
              <a:gd name="connsiteY11" fmla="*/ 2369335 h 2544632"/>
              <a:gd name="connsiteX12" fmla="*/ 1019229 w 4951326"/>
              <a:gd name="connsiteY12" fmla="*/ 2286410 h 2544632"/>
              <a:gd name="connsiteX13" fmla="*/ 1019228 w 4951326"/>
              <a:gd name="connsiteY13" fmla="*/ 2286407 h 2544632"/>
              <a:gd name="connsiteX14" fmla="*/ 78174 w 4951326"/>
              <a:gd name="connsiteY14" fmla="*/ 404302 h 2544632"/>
              <a:gd name="connsiteX15" fmla="*/ 78173 w 4951326"/>
              <a:gd name="connsiteY15" fmla="*/ 404301 h 2544632"/>
              <a:gd name="connsiteX16" fmla="*/ 19908 w 4951326"/>
              <a:gd name="connsiteY16" fmla="*/ 287770 h 2544632"/>
              <a:gd name="connsiteX17" fmla="*/ 8081 w 4951326"/>
              <a:gd name="connsiteY17" fmla="*/ 249666 h 2544632"/>
              <a:gd name="connsiteX18" fmla="*/ 0 w 4951326"/>
              <a:gd name="connsiteY18" fmla="*/ 169515 h 2544632"/>
              <a:gd name="connsiteX19" fmla="*/ 8081 w 4951326"/>
              <a:gd name="connsiteY19" fmla="*/ 89363 h 2544632"/>
              <a:gd name="connsiteX20" fmla="*/ 19908 w 4951326"/>
              <a:gd name="connsiteY20" fmla="*/ 51260 h 2544632"/>
              <a:gd name="connsiteX21" fmla="*/ 45538 w 4951326"/>
              <a:gd name="connsiteY21" fmla="*/ 0 h 2544632"/>
              <a:gd name="connsiteX0" fmla="*/ 1105133 w 4951326"/>
              <a:gd name="connsiteY0" fmla="*/ 240722 h 2544632"/>
              <a:gd name="connsiteX1" fmla="*/ 4951326 w 4951326"/>
              <a:gd name="connsiteY1" fmla="*/ 1205334 h 2544632"/>
              <a:gd name="connsiteX2" fmla="*/ 4379061 w 4951326"/>
              <a:gd name="connsiteY2" fmla="*/ 2344889 h 2544632"/>
              <a:gd name="connsiteX3" fmla="*/ 4114198 w 4951326"/>
              <a:gd name="connsiteY3" fmla="*/ 2536553 h 2544632"/>
              <a:gd name="connsiteX4" fmla="*/ 4034059 w 4951326"/>
              <a:gd name="connsiteY4" fmla="*/ 2544632 h 2544632"/>
              <a:gd name="connsiteX5" fmla="*/ 4034032 w 4951326"/>
              <a:gd name="connsiteY5" fmla="*/ 2544632 h 2544632"/>
              <a:gd name="connsiteX6" fmla="*/ 1390451 w 4951326"/>
              <a:gd name="connsiteY6" fmla="*/ 2544632 h 2544632"/>
              <a:gd name="connsiteX7" fmla="*/ 1390424 w 4951326"/>
              <a:gd name="connsiteY7" fmla="*/ 2544632 h 2544632"/>
              <a:gd name="connsiteX8" fmla="*/ 1310285 w 4951326"/>
              <a:gd name="connsiteY8" fmla="*/ 2536554 h 2544632"/>
              <a:gd name="connsiteX9" fmla="*/ 1109217 w 4951326"/>
              <a:gd name="connsiteY9" fmla="*/ 2428148 h 2544632"/>
              <a:gd name="connsiteX10" fmla="*/ 1060691 w 4951326"/>
              <a:gd name="connsiteY10" fmla="*/ 2369335 h 2544632"/>
              <a:gd name="connsiteX11" fmla="*/ 1019229 w 4951326"/>
              <a:gd name="connsiteY11" fmla="*/ 2286410 h 2544632"/>
              <a:gd name="connsiteX12" fmla="*/ 1019228 w 4951326"/>
              <a:gd name="connsiteY12" fmla="*/ 2286407 h 2544632"/>
              <a:gd name="connsiteX13" fmla="*/ 78174 w 4951326"/>
              <a:gd name="connsiteY13" fmla="*/ 404302 h 2544632"/>
              <a:gd name="connsiteX14" fmla="*/ 78173 w 4951326"/>
              <a:gd name="connsiteY14" fmla="*/ 404301 h 2544632"/>
              <a:gd name="connsiteX15" fmla="*/ 19908 w 4951326"/>
              <a:gd name="connsiteY15" fmla="*/ 287770 h 2544632"/>
              <a:gd name="connsiteX16" fmla="*/ 8081 w 4951326"/>
              <a:gd name="connsiteY16" fmla="*/ 249666 h 2544632"/>
              <a:gd name="connsiteX17" fmla="*/ 0 w 4951326"/>
              <a:gd name="connsiteY17" fmla="*/ 169515 h 2544632"/>
              <a:gd name="connsiteX18" fmla="*/ 8081 w 4951326"/>
              <a:gd name="connsiteY18" fmla="*/ 89363 h 2544632"/>
              <a:gd name="connsiteX19" fmla="*/ 19908 w 4951326"/>
              <a:gd name="connsiteY19" fmla="*/ 51260 h 2544632"/>
              <a:gd name="connsiteX20" fmla="*/ 45538 w 4951326"/>
              <a:gd name="connsiteY20" fmla="*/ 0 h 2544632"/>
              <a:gd name="connsiteX21" fmla="*/ 1196573 w 4951326"/>
              <a:gd name="connsiteY21" fmla="*/ 332162 h 2544632"/>
              <a:gd name="connsiteX0" fmla="*/ 1105133 w 4951326"/>
              <a:gd name="connsiteY0" fmla="*/ 240722 h 2544632"/>
              <a:gd name="connsiteX1" fmla="*/ 4951326 w 4951326"/>
              <a:gd name="connsiteY1" fmla="*/ 1205334 h 2544632"/>
              <a:gd name="connsiteX2" fmla="*/ 4379061 w 4951326"/>
              <a:gd name="connsiteY2" fmla="*/ 2344889 h 2544632"/>
              <a:gd name="connsiteX3" fmla="*/ 4114198 w 4951326"/>
              <a:gd name="connsiteY3" fmla="*/ 2536553 h 2544632"/>
              <a:gd name="connsiteX4" fmla="*/ 4034059 w 4951326"/>
              <a:gd name="connsiteY4" fmla="*/ 2544632 h 2544632"/>
              <a:gd name="connsiteX5" fmla="*/ 4034032 w 4951326"/>
              <a:gd name="connsiteY5" fmla="*/ 2544632 h 2544632"/>
              <a:gd name="connsiteX6" fmla="*/ 1390451 w 4951326"/>
              <a:gd name="connsiteY6" fmla="*/ 2544632 h 2544632"/>
              <a:gd name="connsiteX7" fmla="*/ 1390424 w 4951326"/>
              <a:gd name="connsiteY7" fmla="*/ 2544632 h 2544632"/>
              <a:gd name="connsiteX8" fmla="*/ 1310285 w 4951326"/>
              <a:gd name="connsiteY8" fmla="*/ 2536554 h 2544632"/>
              <a:gd name="connsiteX9" fmla="*/ 1109217 w 4951326"/>
              <a:gd name="connsiteY9" fmla="*/ 2428148 h 2544632"/>
              <a:gd name="connsiteX10" fmla="*/ 1060691 w 4951326"/>
              <a:gd name="connsiteY10" fmla="*/ 2369335 h 2544632"/>
              <a:gd name="connsiteX11" fmla="*/ 1019229 w 4951326"/>
              <a:gd name="connsiteY11" fmla="*/ 2286410 h 2544632"/>
              <a:gd name="connsiteX12" fmla="*/ 1019228 w 4951326"/>
              <a:gd name="connsiteY12" fmla="*/ 2286407 h 2544632"/>
              <a:gd name="connsiteX13" fmla="*/ 78174 w 4951326"/>
              <a:gd name="connsiteY13" fmla="*/ 404302 h 2544632"/>
              <a:gd name="connsiteX14" fmla="*/ 78173 w 4951326"/>
              <a:gd name="connsiteY14" fmla="*/ 404301 h 2544632"/>
              <a:gd name="connsiteX15" fmla="*/ 19908 w 4951326"/>
              <a:gd name="connsiteY15" fmla="*/ 287770 h 2544632"/>
              <a:gd name="connsiteX16" fmla="*/ 8081 w 4951326"/>
              <a:gd name="connsiteY16" fmla="*/ 249666 h 2544632"/>
              <a:gd name="connsiteX17" fmla="*/ 0 w 4951326"/>
              <a:gd name="connsiteY17" fmla="*/ 169515 h 2544632"/>
              <a:gd name="connsiteX18" fmla="*/ 8081 w 4951326"/>
              <a:gd name="connsiteY18" fmla="*/ 89363 h 2544632"/>
              <a:gd name="connsiteX19" fmla="*/ 19908 w 4951326"/>
              <a:gd name="connsiteY19" fmla="*/ 51260 h 2544632"/>
              <a:gd name="connsiteX20" fmla="*/ 45538 w 4951326"/>
              <a:gd name="connsiteY20" fmla="*/ 0 h 2544632"/>
              <a:gd name="connsiteX0" fmla="*/ 4951326 w 4951326"/>
              <a:gd name="connsiteY0" fmla="*/ 1205334 h 2544632"/>
              <a:gd name="connsiteX1" fmla="*/ 4379061 w 4951326"/>
              <a:gd name="connsiteY1" fmla="*/ 2344889 h 2544632"/>
              <a:gd name="connsiteX2" fmla="*/ 4114198 w 4951326"/>
              <a:gd name="connsiteY2" fmla="*/ 2536553 h 2544632"/>
              <a:gd name="connsiteX3" fmla="*/ 4034059 w 4951326"/>
              <a:gd name="connsiteY3" fmla="*/ 2544632 h 2544632"/>
              <a:gd name="connsiteX4" fmla="*/ 4034032 w 4951326"/>
              <a:gd name="connsiteY4" fmla="*/ 2544632 h 2544632"/>
              <a:gd name="connsiteX5" fmla="*/ 1390451 w 4951326"/>
              <a:gd name="connsiteY5" fmla="*/ 2544632 h 2544632"/>
              <a:gd name="connsiteX6" fmla="*/ 1390424 w 4951326"/>
              <a:gd name="connsiteY6" fmla="*/ 2544632 h 2544632"/>
              <a:gd name="connsiteX7" fmla="*/ 1310285 w 4951326"/>
              <a:gd name="connsiteY7" fmla="*/ 2536554 h 2544632"/>
              <a:gd name="connsiteX8" fmla="*/ 1109217 w 4951326"/>
              <a:gd name="connsiteY8" fmla="*/ 2428148 h 2544632"/>
              <a:gd name="connsiteX9" fmla="*/ 1060691 w 4951326"/>
              <a:gd name="connsiteY9" fmla="*/ 2369335 h 2544632"/>
              <a:gd name="connsiteX10" fmla="*/ 1019229 w 4951326"/>
              <a:gd name="connsiteY10" fmla="*/ 2286410 h 2544632"/>
              <a:gd name="connsiteX11" fmla="*/ 1019228 w 4951326"/>
              <a:gd name="connsiteY11" fmla="*/ 2286407 h 2544632"/>
              <a:gd name="connsiteX12" fmla="*/ 78174 w 4951326"/>
              <a:gd name="connsiteY12" fmla="*/ 404302 h 2544632"/>
              <a:gd name="connsiteX13" fmla="*/ 78173 w 4951326"/>
              <a:gd name="connsiteY13" fmla="*/ 404301 h 2544632"/>
              <a:gd name="connsiteX14" fmla="*/ 19908 w 4951326"/>
              <a:gd name="connsiteY14" fmla="*/ 287770 h 2544632"/>
              <a:gd name="connsiteX15" fmla="*/ 8081 w 4951326"/>
              <a:gd name="connsiteY15" fmla="*/ 249666 h 2544632"/>
              <a:gd name="connsiteX16" fmla="*/ 0 w 4951326"/>
              <a:gd name="connsiteY16" fmla="*/ 169515 h 2544632"/>
              <a:gd name="connsiteX17" fmla="*/ 8081 w 4951326"/>
              <a:gd name="connsiteY17" fmla="*/ 89363 h 2544632"/>
              <a:gd name="connsiteX18" fmla="*/ 19908 w 4951326"/>
              <a:gd name="connsiteY18" fmla="*/ 51260 h 2544632"/>
              <a:gd name="connsiteX19" fmla="*/ 45538 w 4951326"/>
              <a:gd name="connsiteY19" fmla="*/ 0 h 254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51326" h="2544632">
                <a:moveTo>
                  <a:pt x="4951326" y="1205334"/>
                </a:moveTo>
                <a:lnTo>
                  <a:pt x="4379061" y="2344889"/>
                </a:lnTo>
                <a:cubicBezTo>
                  <a:pt x="4323193" y="2442048"/>
                  <a:pt x="4227465" y="2513376"/>
                  <a:pt x="4114198" y="2536553"/>
                </a:cubicBezTo>
                <a:lnTo>
                  <a:pt x="4034059" y="2544632"/>
                </a:lnTo>
                <a:lnTo>
                  <a:pt x="4034032" y="2544632"/>
                </a:lnTo>
                <a:lnTo>
                  <a:pt x="1390451" y="2544632"/>
                </a:lnTo>
                <a:lnTo>
                  <a:pt x="1390424" y="2544632"/>
                </a:lnTo>
                <a:lnTo>
                  <a:pt x="1310285" y="2536554"/>
                </a:lnTo>
                <a:cubicBezTo>
                  <a:pt x="1232617" y="2520660"/>
                  <a:pt x="1163195" y="2482126"/>
                  <a:pt x="1109217" y="2428148"/>
                </a:cubicBezTo>
                <a:lnTo>
                  <a:pt x="1060691" y="2369335"/>
                </a:lnTo>
                <a:lnTo>
                  <a:pt x="1019229" y="2286410"/>
                </a:lnTo>
                <a:cubicBezTo>
                  <a:pt x="1019229" y="2286409"/>
                  <a:pt x="1019228" y="2286408"/>
                  <a:pt x="1019228" y="2286407"/>
                </a:cubicBezTo>
                <a:lnTo>
                  <a:pt x="78174" y="404302"/>
                </a:lnTo>
                <a:lnTo>
                  <a:pt x="78173" y="404301"/>
                </a:lnTo>
                <a:lnTo>
                  <a:pt x="19908" y="287770"/>
                </a:lnTo>
                <a:lnTo>
                  <a:pt x="8081" y="249666"/>
                </a:lnTo>
                <a:cubicBezTo>
                  <a:pt x="2783" y="223777"/>
                  <a:pt x="0" y="196971"/>
                  <a:pt x="0" y="169515"/>
                </a:cubicBezTo>
                <a:cubicBezTo>
                  <a:pt x="0" y="142059"/>
                  <a:pt x="2783" y="115253"/>
                  <a:pt x="8081" y="89363"/>
                </a:cubicBezTo>
                <a:lnTo>
                  <a:pt x="19908" y="51260"/>
                </a:lnTo>
                <a:lnTo>
                  <a:pt x="45538" y="0"/>
                </a:lnTo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19695" y="1062141"/>
            <a:ext cx="1920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</a:rPr>
              <a:t>CONTENT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095226" y="198541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</a:rPr>
              <a:t>目录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156947" y="2399812"/>
            <a:ext cx="4251902" cy="1057598"/>
            <a:chOff x="2011269" y="2621704"/>
            <a:chExt cx="4452758" cy="1107559"/>
          </a:xfrm>
        </p:grpSpPr>
        <p:sp>
          <p:nvSpPr>
            <p:cNvPr id="5" name="椭圆 4"/>
            <p:cNvSpPr/>
            <p:nvPr/>
          </p:nvSpPr>
          <p:spPr>
            <a:xfrm>
              <a:off x="2011269" y="2621704"/>
              <a:ext cx="1107559" cy="1107559"/>
            </a:xfrm>
            <a:prstGeom prst="ellipse">
              <a:avLst/>
            </a:prstGeom>
            <a:solidFill>
              <a:schemeClr val="accent6"/>
            </a:solidFill>
            <a:ln w="76200">
              <a:solidFill>
                <a:schemeClr val="bg1"/>
              </a:solidFill>
            </a:ln>
            <a:effectLst>
              <a:outerShdw blurRad="368300" sx="102000" sy="102000" algn="ctr" rotWithShape="0">
                <a:prstClr val="black">
                  <a:alpha val="5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01</a:t>
              </a:r>
              <a:endParaRPr lang="zh-CN" altLang="en-US" sz="3200" b="1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369797" y="2847957"/>
              <a:ext cx="3094230" cy="676864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63500" contourW="19050"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r>
                <a:rPr lang="zh-CN" altLang="en-US" sz="3600" b="1" dirty="0">
                  <a:ln w="0"/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152400" dist="38100" dir="5400000" algn="t" rotWithShape="0">
                      <a:prstClr val="black">
                        <a:alpha val="65000"/>
                      </a:prstClr>
                    </a:outerShdw>
                  </a:effectLst>
                  <a:latin typeface="+mn-ea"/>
                </a:rPr>
                <a:t>门票价格问题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507764" y="2399812"/>
            <a:ext cx="3790238" cy="1057598"/>
            <a:chOff x="2011269" y="2621704"/>
            <a:chExt cx="3969288" cy="1107559"/>
          </a:xfrm>
        </p:grpSpPr>
        <p:sp>
          <p:nvSpPr>
            <p:cNvPr id="11" name="椭圆 10"/>
            <p:cNvSpPr/>
            <p:nvPr/>
          </p:nvSpPr>
          <p:spPr>
            <a:xfrm>
              <a:off x="2011269" y="2621704"/>
              <a:ext cx="1107559" cy="1107559"/>
            </a:xfrm>
            <a:prstGeom prst="ellipse">
              <a:avLst/>
            </a:prstGeom>
            <a:solidFill>
              <a:schemeClr val="accent6"/>
            </a:solidFill>
            <a:ln w="76200">
              <a:solidFill>
                <a:schemeClr val="bg1"/>
              </a:solidFill>
            </a:ln>
            <a:effectLst>
              <a:outerShdw blurRad="368300" sx="102000" sy="102000" algn="ctr" rotWithShape="0">
                <a:prstClr val="black">
                  <a:alpha val="5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02</a:t>
              </a:r>
              <a:endParaRPr lang="zh-CN" altLang="en-US" sz="3200" b="1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369799" y="2834084"/>
              <a:ext cx="2610758" cy="676864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63500" contourW="19050"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r>
                <a:rPr lang="zh-CN" altLang="en-US" sz="3600" b="1" dirty="0">
                  <a:ln w="0"/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152400" dist="38100" dir="5400000" algn="t" rotWithShape="0">
                      <a:prstClr val="black">
                        <a:alpha val="65000"/>
                      </a:prstClr>
                    </a:outerShdw>
                  </a:effectLst>
                  <a:latin typeface="+mn-ea"/>
                </a:rPr>
                <a:t>条件的表示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156947" y="3671185"/>
            <a:ext cx="3790238" cy="1057598"/>
            <a:chOff x="2011269" y="2621704"/>
            <a:chExt cx="3969290" cy="1107559"/>
          </a:xfrm>
        </p:grpSpPr>
        <p:sp>
          <p:nvSpPr>
            <p:cNvPr id="14" name="椭圆 13"/>
            <p:cNvSpPr/>
            <p:nvPr/>
          </p:nvSpPr>
          <p:spPr>
            <a:xfrm>
              <a:off x="2011269" y="2621704"/>
              <a:ext cx="1107559" cy="1107559"/>
            </a:xfrm>
            <a:prstGeom prst="ellipse">
              <a:avLst/>
            </a:prstGeom>
            <a:solidFill>
              <a:schemeClr val="accent6"/>
            </a:solidFill>
            <a:ln w="76200">
              <a:solidFill>
                <a:schemeClr val="bg1"/>
              </a:solidFill>
            </a:ln>
            <a:effectLst>
              <a:outerShdw blurRad="368300" sx="102000" sy="102000" algn="ctr" rotWithShape="0">
                <a:prstClr val="black">
                  <a:alpha val="5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03</a:t>
              </a:r>
              <a:endParaRPr lang="zh-CN" altLang="en-US" sz="3200" b="1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369799" y="2834080"/>
              <a:ext cx="2610760" cy="676864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63500" contourW="19050"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r>
                <a:rPr lang="zh-CN" altLang="en-US" sz="3600" b="1" dirty="0">
                  <a:ln w="0"/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152400" dist="38100" dir="5400000" algn="t" rotWithShape="0">
                      <a:prstClr val="black">
                        <a:alpha val="65000"/>
                      </a:prstClr>
                    </a:outerShdw>
                  </a:effectLst>
                  <a:latin typeface="+mn-ea"/>
                </a:rPr>
                <a:t>单分支结构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507764" y="3671185"/>
            <a:ext cx="3790238" cy="1057598"/>
            <a:chOff x="2011269" y="2621704"/>
            <a:chExt cx="3969289" cy="1107559"/>
          </a:xfrm>
        </p:grpSpPr>
        <p:sp>
          <p:nvSpPr>
            <p:cNvPr id="17" name="椭圆 16"/>
            <p:cNvSpPr/>
            <p:nvPr/>
          </p:nvSpPr>
          <p:spPr>
            <a:xfrm>
              <a:off x="2011269" y="2621704"/>
              <a:ext cx="1107559" cy="1107559"/>
            </a:xfrm>
            <a:prstGeom prst="ellipse">
              <a:avLst/>
            </a:prstGeom>
            <a:solidFill>
              <a:schemeClr val="accent6"/>
            </a:solidFill>
            <a:ln w="76200">
              <a:solidFill>
                <a:schemeClr val="bg1"/>
              </a:solidFill>
            </a:ln>
            <a:effectLst>
              <a:outerShdw blurRad="368300" sx="102000" sy="102000" algn="ctr" rotWithShape="0">
                <a:prstClr val="black">
                  <a:alpha val="5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04</a:t>
              </a:r>
              <a:endParaRPr lang="zh-CN" altLang="en-US" sz="3200" b="1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369799" y="2845480"/>
              <a:ext cx="2610759" cy="676864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63500" contourW="19050"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r>
                <a:rPr lang="zh-CN" altLang="en-US" sz="3600" b="1" dirty="0">
                  <a:ln w="0"/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152400" dist="38100" dir="5400000" algn="t" rotWithShape="0">
                      <a:prstClr val="black">
                        <a:alpha val="65000"/>
                      </a:prstClr>
                    </a:outerShdw>
                  </a:effectLst>
                  <a:latin typeface="+mn-ea"/>
                </a:rPr>
                <a:t>双分支结构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D6B8641A-9799-44FF-9F31-D59D3D94AD42}"/>
              </a:ext>
            </a:extLst>
          </p:cNvPr>
          <p:cNvGrpSpPr/>
          <p:nvPr/>
        </p:nvGrpSpPr>
        <p:grpSpPr>
          <a:xfrm>
            <a:off x="1155110" y="4936286"/>
            <a:ext cx="3790238" cy="1057598"/>
            <a:chOff x="2011269" y="2621704"/>
            <a:chExt cx="3969290" cy="1107559"/>
          </a:xfrm>
        </p:grpSpPr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96FB12D5-034F-4178-80D0-5E3F7C27563A}"/>
                </a:ext>
              </a:extLst>
            </p:cNvPr>
            <p:cNvSpPr/>
            <p:nvPr/>
          </p:nvSpPr>
          <p:spPr>
            <a:xfrm>
              <a:off x="2011269" y="2621704"/>
              <a:ext cx="1107559" cy="1107559"/>
            </a:xfrm>
            <a:prstGeom prst="ellipse">
              <a:avLst/>
            </a:prstGeom>
            <a:solidFill>
              <a:schemeClr val="accent6"/>
            </a:solidFill>
            <a:ln w="76200">
              <a:solidFill>
                <a:schemeClr val="bg1"/>
              </a:solidFill>
            </a:ln>
            <a:effectLst>
              <a:outerShdw blurRad="368300" sx="102000" sy="102000" algn="ctr" rotWithShape="0">
                <a:prstClr val="black">
                  <a:alpha val="5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03</a:t>
              </a:r>
              <a:endParaRPr lang="zh-CN" altLang="en-US" sz="3200" b="1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9273EF9-0744-43B4-B3A1-0DCFBC7E104C}"/>
                </a:ext>
              </a:extLst>
            </p:cNvPr>
            <p:cNvSpPr txBox="1"/>
            <p:nvPr/>
          </p:nvSpPr>
          <p:spPr>
            <a:xfrm>
              <a:off x="3369799" y="2845483"/>
              <a:ext cx="2610760" cy="676864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63500" contourW="19050"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r>
                <a:rPr lang="zh-CN" altLang="en-US" sz="3600" b="1" dirty="0">
                  <a:ln w="0"/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152400" dist="38100" dir="5400000" algn="t" rotWithShape="0">
                      <a:prstClr val="black">
                        <a:alpha val="65000"/>
                      </a:prstClr>
                    </a:outerShdw>
                  </a:effectLst>
                  <a:latin typeface="+mn-ea"/>
                </a:rPr>
                <a:t>多分支结构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F65F65D-0499-4735-A727-05BEDA2A4C68}"/>
              </a:ext>
            </a:extLst>
          </p:cNvPr>
          <p:cNvGrpSpPr/>
          <p:nvPr/>
        </p:nvGrpSpPr>
        <p:grpSpPr>
          <a:xfrm>
            <a:off x="6505926" y="4936286"/>
            <a:ext cx="3328573" cy="1057598"/>
            <a:chOff x="2011269" y="2621704"/>
            <a:chExt cx="3485815" cy="1107559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AFF1AC9C-0F2F-48D8-BFA1-F76A5008B50C}"/>
                </a:ext>
              </a:extLst>
            </p:cNvPr>
            <p:cNvSpPr/>
            <p:nvPr/>
          </p:nvSpPr>
          <p:spPr>
            <a:xfrm>
              <a:off x="2011269" y="2621704"/>
              <a:ext cx="1107559" cy="1107559"/>
            </a:xfrm>
            <a:prstGeom prst="ellipse">
              <a:avLst/>
            </a:prstGeom>
            <a:solidFill>
              <a:schemeClr val="accent6"/>
            </a:solidFill>
            <a:ln w="76200">
              <a:solidFill>
                <a:schemeClr val="bg1"/>
              </a:solidFill>
            </a:ln>
            <a:effectLst>
              <a:outerShdw blurRad="368300" sx="102000" sy="102000" algn="ctr" rotWithShape="0">
                <a:prstClr val="black">
                  <a:alpha val="5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04</a:t>
              </a:r>
              <a:endParaRPr lang="zh-CN" altLang="en-US" sz="3200" b="1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9CE40B9-C644-4540-9CB4-09D0D4E2F43C}"/>
                </a:ext>
              </a:extLst>
            </p:cNvPr>
            <p:cNvSpPr txBox="1"/>
            <p:nvPr/>
          </p:nvSpPr>
          <p:spPr>
            <a:xfrm>
              <a:off x="3369799" y="2822684"/>
              <a:ext cx="2127285" cy="676864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63500" contourW="19050"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r>
                <a:rPr lang="zh-CN" altLang="en-US" sz="3600" b="1" dirty="0">
                  <a:ln w="0"/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152400" dist="38100" dir="5400000" algn="t" rotWithShape="0">
                      <a:prstClr val="black">
                        <a:alpha val="65000"/>
                      </a:prstClr>
                    </a:outerShdw>
                  </a:effectLst>
                  <a:latin typeface="+mn-ea"/>
                </a:rPr>
                <a:t>综合案例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8736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0" y="1415139"/>
            <a:ext cx="2861186" cy="4027722"/>
          </a:xfrm>
          <a:custGeom>
            <a:avLst/>
            <a:gdLst>
              <a:gd name="connsiteX0" fmla="*/ 0 w 2861186"/>
              <a:gd name="connsiteY0" fmla="*/ 0 h 4027722"/>
              <a:gd name="connsiteX1" fmla="*/ 1680145 w 2861186"/>
              <a:gd name="connsiteY1" fmla="*/ 0 h 4027722"/>
              <a:gd name="connsiteX2" fmla="*/ 1680145 w 2861186"/>
              <a:gd name="connsiteY2" fmla="*/ 0 h 4027722"/>
              <a:gd name="connsiteX3" fmla="*/ 1680168 w 2861186"/>
              <a:gd name="connsiteY3" fmla="*/ 0 h 4027722"/>
              <a:gd name="connsiteX4" fmla="*/ 1748117 w 2861186"/>
              <a:gd name="connsiteY4" fmla="*/ 6850 h 4027722"/>
              <a:gd name="connsiteX5" fmla="*/ 1900839 w 2861186"/>
              <a:gd name="connsiteY5" fmla="*/ 82229 h 4027722"/>
              <a:gd name="connsiteX6" fmla="*/ 1937927 w 2861186"/>
              <a:gd name="connsiteY6" fmla="*/ 120214 h 4027722"/>
              <a:gd name="connsiteX7" fmla="*/ 1940368 w 2861186"/>
              <a:gd name="connsiteY7" fmla="*/ 122714 h 4027722"/>
              <a:gd name="connsiteX8" fmla="*/ 2812889 w 2861186"/>
              <a:gd name="connsiteY8" fmla="*/ 1842443 h 4027722"/>
              <a:gd name="connsiteX9" fmla="*/ 2837499 w 2861186"/>
              <a:gd name="connsiteY9" fmla="*/ 1891664 h 4027722"/>
              <a:gd name="connsiteX10" fmla="*/ 2854335 w 2861186"/>
              <a:gd name="connsiteY10" fmla="*/ 1945900 h 4027722"/>
              <a:gd name="connsiteX11" fmla="*/ 2861186 w 2861186"/>
              <a:gd name="connsiteY11" fmla="*/ 2013861 h 4027722"/>
              <a:gd name="connsiteX12" fmla="*/ 2854335 w 2861186"/>
              <a:gd name="connsiteY12" fmla="*/ 2081822 h 4027722"/>
              <a:gd name="connsiteX13" fmla="*/ 2837499 w 2861186"/>
              <a:gd name="connsiteY13" fmla="*/ 2136058 h 4027722"/>
              <a:gd name="connsiteX14" fmla="*/ 2812889 w 2861186"/>
              <a:gd name="connsiteY14" fmla="*/ 2185279 h 4027722"/>
              <a:gd name="connsiteX15" fmla="*/ 1972695 w 2861186"/>
              <a:gd name="connsiteY15" fmla="*/ 3858360 h 4027722"/>
              <a:gd name="connsiteX16" fmla="*/ 1748117 w 2861186"/>
              <a:gd name="connsiteY16" fmla="*/ 4020872 h 4027722"/>
              <a:gd name="connsiteX17" fmla="*/ 1680168 w 2861186"/>
              <a:gd name="connsiteY17" fmla="*/ 4027722 h 4027722"/>
              <a:gd name="connsiteX18" fmla="*/ 1680145 w 2861186"/>
              <a:gd name="connsiteY18" fmla="*/ 4027722 h 4027722"/>
              <a:gd name="connsiteX19" fmla="*/ 0 w 2861186"/>
              <a:gd name="connsiteY19" fmla="*/ 4027722 h 4027722"/>
              <a:gd name="connsiteX0" fmla="*/ 0 w 2861186"/>
              <a:gd name="connsiteY0" fmla="*/ 0 h 4027722"/>
              <a:gd name="connsiteX1" fmla="*/ 1680145 w 2861186"/>
              <a:gd name="connsiteY1" fmla="*/ 0 h 4027722"/>
              <a:gd name="connsiteX2" fmla="*/ 1680145 w 2861186"/>
              <a:gd name="connsiteY2" fmla="*/ 0 h 4027722"/>
              <a:gd name="connsiteX3" fmla="*/ 1680168 w 2861186"/>
              <a:gd name="connsiteY3" fmla="*/ 0 h 4027722"/>
              <a:gd name="connsiteX4" fmla="*/ 1748117 w 2861186"/>
              <a:gd name="connsiteY4" fmla="*/ 6850 h 4027722"/>
              <a:gd name="connsiteX5" fmla="*/ 1900839 w 2861186"/>
              <a:gd name="connsiteY5" fmla="*/ 82229 h 4027722"/>
              <a:gd name="connsiteX6" fmla="*/ 1937927 w 2861186"/>
              <a:gd name="connsiteY6" fmla="*/ 120214 h 4027722"/>
              <a:gd name="connsiteX7" fmla="*/ 1940368 w 2861186"/>
              <a:gd name="connsiteY7" fmla="*/ 122714 h 4027722"/>
              <a:gd name="connsiteX8" fmla="*/ 2812889 w 2861186"/>
              <a:gd name="connsiteY8" fmla="*/ 1842443 h 4027722"/>
              <a:gd name="connsiteX9" fmla="*/ 2837499 w 2861186"/>
              <a:gd name="connsiteY9" fmla="*/ 1891664 h 4027722"/>
              <a:gd name="connsiteX10" fmla="*/ 2854335 w 2861186"/>
              <a:gd name="connsiteY10" fmla="*/ 1945900 h 4027722"/>
              <a:gd name="connsiteX11" fmla="*/ 2861186 w 2861186"/>
              <a:gd name="connsiteY11" fmla="*/ 2013861 h 4027722"/>
              <a:gd name="connsiteX12" fmla="*/ 2854335 w 2861186"/>
              <a:gd name="connsiteY12" fmla="*/ 2081822 h 4027722"/>
              <a:gd name="connsiteX13" fmla="*/ 2837499 w 2861186"/>
              <a:gd name="connsiteY13" fmla="*/ 2136058 h 4027722"/>
              <a:gd name="connsiteX14" fmla="*/ 2812889 w 2861186"/>
              <a:gd name="connsiteY14" fmla="*/ 2185279 h 4027722"/>
              <a:gd name="connsiteX15" fmla="*/ 1972695 w 2861186"/>
              <a:gd name="connsiteY15" fmla="*/ 3858360 h 4027722"/>
              <a:gd name="connsiteX16" fmla="*/ 1748117 w 2861186"/>
              <a:gd name="connsiteY16" fmla="*/ 4020872 h 4027722"/>
              <a:gd name="connsiteX17" fmla="*/ 1680168 w 2861186"/>
              <a:gd name="connsiteY17" fmla="*/ 4027722 h 4027722"/>
              <a:gd name="connsiteX18" fmla="*/ 1680145 w 2861186"/>
              <a:gd name="connsiteY18" fmla="*/ 4027722 h 4027722"/>
              <a:gd name="connsiteX19" fmla="*/ 0 w 2861186"/>
              <a:gd name="connsiteY19" fmla="*/ 4027722 h 4027722"/>
              <a:gd name="connsiteX20" fmla="*/ 0 w 2861186"/>
              <a:gd name="connsiteY20" fmla="*/ 832761 h 4027722"/>
              <a:gd name="connsiteX21" fmla="*/ 0 w 2861186"/>
              <a:gd name="connsiteY21" fmla="*/ 0 h 4027722"/>
              <a:gd name="connsiteX0" fmla="*/ 0 w 2861186"/>
              <a:gd name="connsiteY0" fmla="*/ 832761 h 4027722"/>
              <a:gd name="connsiteX1" fmla="*/ 0 w 2861186"/>
              <a:gd name="connsiteY1" fmla="*/ 0 h 4027722"/>
              <a:gd name="connsiteX2" fmla="*/ 1680145 w 2861186"/>
              <a:gd name="connsiteY2" fmla="*/ 0 h 4027722"/>
              <a:gd name="connsiteX3" fmla="*/ 1680145 w 2861186"/>
              <a:gd name="connsiteY3" fmla="*/ 0 h 4027722"/>
              <a:gd name="connsiteX4" fmla="*/ 1680168 w 2861186"/>
              <a:gd name="connsiteY4" fmla="*/ 0 h 4027722"/>
              <a:gd name="connsiteX5" fmla="*/ 1748117 w 2861186"/>
              <a:gd name="connsiteY5" fmla="*/ 6850 h 4027722"/>
              <a:gd name="connsiteX6" fmla="*/ 1900839 w 2861186"/>
              <a:gd name="connsiteY6" fmla="*/ 82229 h 4027722"/>
              <a:gd name="connsiteX7" fmla="*/ 1937927 w 2861186"/>
              <a:gd name="connsiteY7" fmla="*/ 120214 h 4027722"/>
              <a:gd name="connsiteX8" fmla="*/ 1940368 w 2861186"/>
              <a:gd name="connsiteY8" fmla="*/ 122714 h 4027722"/>
              <a:gd name="connsiteX9" fmla="*/ 2812889 w 2861186"/>
              <a:gd name="connsiteY9" fmla="*/ 1842443 h 4027722"/>
              <a:gd name="connsiteX10" fmla="*/ 2837499 w 2861186"/>
              <a:gd name="connsiteY10" fmla="*/ 1891664 h 4027722"/>
              <a:gd name="connsiteX11" fmla="*/ 2854335 w 2861186"/>
              <a:gd name="connsiteY11" fmla="*/ 1945900 h 4027722"/>
              <a:gd name="connsiteX12" fmla="*/ 2861186 w 2861186"/>
              <a:gd name="connsiteY12" fmla="*/ 2013861 h 4027722"/>
              <a:gd name="connsiteX13" fmla="*/ 2854335 w 2861186"/>
              <a:gd name="connsiteY13" fmla="*/ 2081822 h 4027722"/>
              <a:gd name="connsiteX14" fmla="*/ 2837499 w 2861186"/>
              <a:gd name="connsiteY14" fmla="*/ 2136058 h 4027722"/>
              <a:gd name="connsiteX15" fmla="*/ 2812889 w 2861186"/>
              <a:gd name="connsiteY15" fmla="*/ 2185279 h 4027722"/>
              <a:gd name="connsiteX16" fmla="*/ 1972695 w 2861186"/>
              <a:gd name="connsiteY16" fmla="*/ 3858360 h 4027722"/>
              <a:gd name="connsiteX17" fmla="*/ 1748117 w 2861186"/>
              <a:gd name="connsiteY17" fmla="*/ 4020872 h 4027722"/>
              <a:gd name="connsiteX18" fmla="*/ 1680168 w 2861186"/>
              <a:gd name="connsiteY18" fmla="*/ 4027722 h 4027722"/>
              <a:gd name="connsiteX19" fmla="*/ 1680145 w 2861186"/>
              <a:gd name="connsiteY19" fmla="*/ 4027722 h 4027722"/>
              <a:gd name="connsiteX20" fmla="*/ 0 w 2861186"/>
              <a:gd name="connsiteY20" fmla="*/ 4027722 h 4027722"/>
              <a:gd name="connsiteX21" fmla="*/ 91440 w 2861186"/>
              <a:gd name="connsiteY21" fmla="*/ 924201 h 4027722"/>
              <a:gd name="connsiteX0" fmla="*/ 0 w 2861186"/>
              <a:gd name="connsiteY0" fmla="*/ 832761 h 4027722"/>
              <a:gd name="connsiteX1" fmla="*/ 0 w 2861186"/>
              <a:gd name="connsiteY1" fmla="*/ 0 h 4027722"/>
              <a:gd name="connsiteX2" fmla="*/ 1680145 w 2861186"/>
              <a:gd name="connsiteY2" fmla="*/ 0 h 4027722"/>
              <a:gd name="connsiteX3" fmla="*/ 1680145 w 2861186"/>
              <a:gd name="connsiteY3" fmla="*/ 0 h 4027722"/>
              <a:gd name="connsiteX4" fmla="*/ 1680168 w 2861186"/>
              <a:gd name="connsiteY4" fmla="*/ 0 h 4027722"/>
              <a:gd name="connsiteX5" fmla="*/ 1748117 w 2861186"/>
              <a:gd name="connsiteY5" fmla="*/ 6850 h 4027722"/>
              <a:gd name="connsiteX6" fmla="*/ 1900839 w 2861186"/>
              <a:gd name="connsiteY6" fmla="*/ 82229 h 4027722"/>
              <a:gd name="connsiteX7" fmla="*/ 1937927 w 2861186"/>
              <a:gd name="connsiteY7" fmla="*/ 120214 h 4027722"/>
              <a:gd name="connsiteX8" fmla="*/ 1940368 w 2861186"/>
              <a:gd name="connsiteY8" fmla="*/ 122714 h 4027722"/>
              <a:gd name="connsiteX9" fmla="*/ 2812889 w 2861186"/>
              <a:gd name="connsiteY9" fmla="*/ 1842443 h 4027722"/>
              <a:gd name="connsiteX10" fmla="*/ 2837499 w 2861186"/>
              <a:gd name="connsiteY10" fmla="*/ 1891664 h 4027722"/>
              <a:gd name="connsiteX11" fmla="*/ 2854335 w 2861186"/>
              <a:gd name="connsiteY11" fmla="*/ 1945900 h 4027722"/>
              <a:gd name="connsiteX12" fmla="*/ 2861186 w 2861186"/>
              <a:gd name="connsiteY12" fmla="*/ 2013861 h 4027722"/>
              <a:gd name="connsiteX13" fmla="*/ 2854335 w 2861186"/>
              <a:gd name="connsiteY13" fmla="*/ 2081822 h 4027722"/>
              <a:gd name="connsiteX14" fmla="*/ 2837499 w 2861186"/>
              <a:gd name="connsiteY14" fmla="*/ 2136058 h 4027722"/>
              <a:gd name="connsiteX15" fmla="*/ 2812889 w 2861186"/>
              <a:gd name="connsiteY15" fmla="*/ 2185279 h 4027722"/>
              <a:gd name="connsiteX16" fmla="*/ 1972695 w 2861186"/>
              <a:gd name="connsiteY16" fmla="*/ 3858360 h 4027722"/>
              <a:gd name="connsiteX17" fmla="*/ 1748117 w 2861186"/>
              <a:gd name="connsiteY17" fmla="*/ 4020872 h 4027722"/>
              <a:gd name="connsiteX18" fmla="*/ 1680168 w 2861186"/>
              <a:gd name="connsiteY18" fmla="*/ 4027722 h 4027722"/>
              <a:gd name="connsiteX19" fmla="*/ 1680145 w 2861186"/>
              <a:gd name="connsiteY19" fmla="*/ 4027722 h 4027722"/>
              <a:gd name="connsiteX20" fmla="*/ 0 w 2861186"/>
              <a:gd name="connsiteY20" fmla="*/ 4027722 h 4027722"/>
              <a:gd name="connsiteX0" fmla="*/ 0 w 2861186"/>
              <a:gd name="connsiteY0" fmla="*/ 0 h 4027722"/>
              <a:gd name="connsiteX1" fmla="*/ 1680145 w 2861186"/>
              <a:gd name="connsiteY1" fmla="*/ 0 h 4027722"/>
              <a:gd name="connsiteX2" fmla="*/ 1680145 w 2861186"/>
              <a:gd name="connsiteY2" fmla="*/ 0 h 4027722"/>
              <a:gd name="connsiteX3" fmla="*/ 1680168 w 2861186"/>
              <a:gd name="connsiteY3" fmla="*/ 0 h 4027722"/>
              <a:gd name="connsiteX4" fmla="*/ 1748117 w 2861186"/>
              <a:gd name="connsiteY4" fmla="*/ 6850 h 4027722"/>
              <a:gd name="connsiteX5" fmla="*/ 1900839 w 2861186"/>
              <a:gd name="connsiteY5" fmla="*/ 82229 h 4027722"/>
              <a:gd name="connsiteX6" fmla="*/ 1937927 w 2861186"/>
              <a:gd name="connsiteY6" fmla="*/ 120214 h 4027722"/>
              <a:gd name="connsiteX7" fmla="*/ 1940368 w 2861186"/>
              <a:gd name="connsiteY7" fmla="*/ 122714 h 4027722"/>
              <a:gd name="connsiteX8" fmla="*/ 2812889 w 2861186"/>
              <a:gd name="connsiteY8" fmla="*/ 1842443 h 4027722"/>
              <a:gd name="connsiteX9" fmla="*/ 2837499 w 2861186"/>
              <a:gd name="connsiteY9" fmla="*/ 1891664 h 4027722"/>
              <a:gd name="connsiteX10" fmla="*/ 2854335 w 2861186"/>
              <a:gd name="connsiteY10" fmla="*/ 1945900 h 4027722"/>
              <a:gd name="connsiteX11" fmla="*/ 2861186 w 2861186"/>
              <a:gd name="connsiteY11" fmla="*/ 2013861 h 4027722"/>
              <a:gd name="connsiteX12" fmla="*/ 2854335 w 2861186"/>
              <a:gd name="connsiteY12" fmla="*/ 2081822 h 4027722"/>
              <a:gd name="connsiteX13" fmla="*/ 2837499 w 2861186"/>
              <a:gd name="connsiteY13" fmla="*/ 2136058 h 4027722"/>
              <a:gd name="connsiteX14" fmla="*/ 2812889 w 2861186"/>
              <a:gd name="connsiteY14" fmla="*/ 2185279 h 4027722"/>
              <a:gd name="connsiteX15" fmla="*/ 1972695 w 2861186"/>
              <a:gd name="connsiteY15" fmla="*/ 3858360 h 4027722"/>
              <a:gd name="connsiteX16" fmla="*/ 1748117 w 2861186"/>
              <a:gd name="connsiteY16" fmla="*/ 4020872 h 4027722"/>
              <a:gd name="connsiteX17" fmla="*/ 1680168 w 2861186"/>
              <a:gd name="connsiteY17" fmla="*/ 4027722 h 4027722"/>
              <a:gd name="connsiteX18" fmla="*/ 1680145 w 2861186"/>
              <a:gd name="connsiteY18" fmla="*/ 4027722 h 4027722"/>
              <a:gd name="connsiteX19" fmla="*/ 0 w 2861186"/>
              <a:gd name="connsiteY19" fmla="*/ 4027722 h 402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861186" h="4027722">
                <a:moveTo>
                  <a:pt x="0" y="0"/>
                </a:moveTo>
                <a:lnTo>
                  <a:pt x="1680145" y="0"/>
                </a:lnTo>
                <a:lnTo>
                  <a:pt x="1680145" y="0"/>
                </a:lnTo>
                <a:lnTo>
                  <a:pt x="1680168" y="0"/>
                </a:lnTo>
                <a:lnTo>
                  <a:pt x="1748117" y="6850"/>
                </a:lnTo>
                <a:cubicBezTo>
                  <a:pt x="1805741" y="18641"/>
                  <a:pt x="1858011" y="45130"/>
                  <a:pt x="1900839" y="82229"/>
                </a:cubicBezTo>
                <a:lnTo>
                  <a:pt x="1937927" y="120214"/>
                </a:lnTo>
                <a:lnTo>
                  <a:pt x="1940368" y="122714"/>
                </a:lnTo>
                <a:lnTo>
                  <a:pt x="2812889" y="1842443"/>
                </a:lnTo>
                <a:lnTo>
                  <a:pt x="2837499" y="1891664"/>
                </a:lnTo>
                <a:lnTo>
                  <a:pt x="2854335" y="1945900"/>
                </a:lnTo>
                <a:cubicBezTo>
                  <a:pt x="2858827" y="1967853"/>
                  <a:pt x="2861186" y="1990581"/>
                  <a:pt x="2861186" y="2013861"/>
                </a:cubicBezTo>
                <a:cubicBezTo>
                  <a:pt x="2861186" y="2037141"/>
                  <a:pt x="2858827" y="2059870"/>
                  <a:pt x="2854335" y="2081822"/>
                </a:cubicBezTo>
                <a:lnTo>
                  <a:pt x="2837499" y="2136058"/>
                </a:lnTo>
                <a:lnTo>
                  <a:pt x="2812889" y="2185279"/>
                </a:lnTo>
                <a:lnTo>
                  <a:pt x="1972695" y="3858360"/>
                </a:lnTo>
                <a:cubicBezTo>
                  <a:pt x="1925324" y="3940741"/>
                  <a:pt x="1844157" y="4001220"/>
                  <a:pt x="1748117" y="4020872"/>
                </a:cubicBezTo>
                <a:lnTo>
                  <a:pt x="1680168" y="4027722"/>
                </a:lnTo>
                <a:lnTo>
                  <a:pt x="1680145" y="4027722"/>
                </a:lnTo>
                <a:lnTo>
                  <a:pt x="0" y="4027722"/>
                </a:lnTo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4259" y="2362200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SECTION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1801" y="2792680"/>
            <a:ext cx="14414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800" b="1" dirty="0">
                <a:solidFill>
                  <a:schemeClr val="bg1"/>
                </a:solidFill>
              </a:rPr>
              <a:t>01</a:t>
            </a:r>
            <a:endParaRPr lang="zh-CN" altLang="en-US" sz="8800" b="1" dirty="0">
              <a:solidFill>
                <a:schemeClr val="bg1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891772" y="2740831"/>
            <a:ext cx="5262979" cy="1473571"/>
            <a:chOff x="3244042" y="2880263"/>
            <a:chExt cx="5262979" cy="1473571"/>
          </a:xfrm>
        </p:grpSpPr>
        <p:sp>
          <p:nvSpPr>
            <p:cNvPr id="8" name="文本框 7"/>
            <p:cNvSpPr txBox="1"/>
            <p:nvPr/>
          </p:nvSpPr>
          <p:spPr>
            <a:xfrm>
              <a:off x="3244042" y="2880263"/>
              <a:ext cx="526297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63500" contourW="25400"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r>
                <a:rPr lang="zh-CN" altLang="en-US" sz="6600" b="1" dirty="0">
                  <a:ln w="0"/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152400" dist="38100" dir="5400000" algn="t" rotWithShape="0">
                      <a:prstClr val="black">
                        <a:alpha val="65000"/>
                      </a:prstClr>
                    </a:outerShdw>
                  </a:effectLst>
                  <a:latin typeface="+mn-ea"/>
                </a:rPr>
                <a:t>门票价格问题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3269342" y="3830614"/>
              <a:ext cx="376635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sz="2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Content of courses</a:t>
              </a:r>
              <a:endPara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211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020394" y="8099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lstStyle/>
          <a:p>
            <a:pPr lvl="0" algn="ctr">
              <a:defRPr/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门票价格</a:t>
            </a:r>
          </a:p>
        </p:txBody>
      </p:sp>
      <p:sp>
        <p:nvSpPr>
          <p:cNvPr id="23" name="椭圆 3"/>
          <p:cNvSpPr/>
          <p:nvPr/>
        </p:nvSpPr>
        <p:spPr>
          <a:xfrm>
            <a:off x="6094918" y="2544530"/>
            <a:ext cx="482600" cy="280099"/>
          </a:xfrm>
          <a:custGeom>
            <a:avLst/>
            <a:gdLst>
              <a:gd name="connsiteX0" fmla="*/ 242998 w 328675"/>
              <a:gd name="connsiteY0" fmla="*/ 18010 h 190762"/>
              <a:gd name="connsiteX1" fmla="*/ 261136 w 328675"/>
              <a:gd name="connsiteY1" fmla="*/ 54229 h 190762"/>
              <a:gd name="connsiteX2" fmla="*/ 283160 w 328675"/>
              <a:gd name="connsiteY2" fmla="*/ 95621 h 190762"/>
              <a:gd name="connsiteX3" fmla="*/ 284456 w 328675"/>
              <a:gd name="connsiteY3" fmla="*/ 96915 h 190762"/>
              <a:gd name="connsiteX4" fmla="*/ 281865 w 328675"/>
              <a:gd name="connsiteY4" fmla="*/ 103382 h 190762"/>
              <a:gd name="connsiteX5" fmla="*/ 280569 w 328675"/>
              <a:gd name="connsiteY5" fmla="*/ 104676 h 190762"/>
              <a:gd name="connsiteX6" fmla="*/ 276683 w 328675"/>
              <a:gd name="connsiteY6" fmla="*/ 103382 h 190762"/>
              <a:gd name="connsiteX7" fmla="*/ 267614 w 328675"/>
              <a:gd name="connsiteY7" fmla="*/ 105970 h 190762"/>
              <a:gd name="connsiteX8" fmla="*/ 245589 w 328675"/>
              <a:gd name="connsiteY8" fmla="*/ 112437 h 190762"/>
              <a:gd name="connsiteX9" fmla="*/ 217087 w 328675"/>
              <a:gd name="connsiteY9" fmla="*/ 133133 h 190762"/>
              <a:gd name="connsiteX10" fmla="*/ 185994 w 328675"/>
              <a:gd name="connsiteY10" fmla="*/ 157710 h 190762"/>
              <a:gd name="connsiteX11" fmla="*/ 235225 w 328675"/>
              <a:gd name="connsiteY11" fmla="*/ 130546 h 190762"/>
              <a:gd name="connsiteX12" fmla="*/ 263727 w 328675"/>
              <a:gd name="connsiteY12" fmla="*/ 115024 h 190762"/>
              <a:gd name="connsiteX13" fmla="*/ 298707 w 328675"/>
              <a:gd name="connsiteY13" fmla="*/ 108557 h 190762"/>
              <a:gd name="connsiteX14" fmla="*/ 268909 w 328675"/>
              <a:gd name="connsiteY14" fmla="*/ 47761 h 190762"/>
              <a:gd name="connsiteX15" fmla="*/ 242998 w 328675"/>
              <a:gd name="connsiteY15" fmla="*/ 18010 h 190762"/>
              <a:gd name="connsiteX16" fmla="*/ 88200 w 328675"/>
              <a:gd name="connsiteY16" fmla="*/ 16115 h 190762"/>
              <a:gd name="connsiteX17" fmla="*/ 68939 w 328675"/>
              <a:gd name="connsiteY17" fmla="*/ 27638 h 190762"/>
              <a:gd name="connsiteX18" fmla="*/ 58667 w 328675"/>
              <a:gd name="connsiteY18" fmla="*/ 46841 h 190762"/>
              <a:gd name="connsiteX19" fmla="*/ 30419 w 328675"/>
              <a:gd name="connsiteY19" fmla="*/ 107013 h 190762"/>
              <a:gd name="connsiteX20" fmla="*/ 117732 w 328675"/>
              <a:gd name="connsiteY20" fmla="*/ 133898 h 190762"/>
              <a:gd name="connsiteX21" fmla="*/ 52247 w 328675"/>
              <a:gd name="connsiteY21" fmla="*/ 98051 h 190762"/>
              <a:gd name="connsiteX22" fmla="*/ 52247 w 328675"/>
              <a:gd name="connsiteY22" fmla="*/ 90370 h 190762"/>
              <a:gd name="connsiteX23" fmla="*/ 61235 w 328675"/>
              <a:gd name="connsiteY23" fmla="*/ 71166 h 190762"/>
              <a:gd name="connsiteX24" fmla="*/ 74076 w 328675"/>
              <a:gd name="connsiteY24" fmla="*/ 45561 h 190762"/>
              <a:gd name="connsiteX25" fmla="*/ 88200 w 328675"/>
              <a:gd name="connsiteY25" fmla="*/ 16115 h 190762"/>
              <a:gd name="connsiteX26" fmla="*/ 229033 w 328675"/>
              <a:gd name="connsiteY26" fmla="*/ 13248 h 190762"/>
              <a:gd name="connsiteX27" fmla="*/ 216098 w 328675"/>
              <a:gd name="connsiteY27" fmla="*/ 15843 h 190762"/>
              <a:gd name="connsiteX28" fmla="*/ 195401 w 328675"/>
              <a:gd name="connsiteY28" fmla="*/ 23629 h 190762"/>
              <a:gd name="connsiteX29" fmla="*/ 169531 w 328675"/>
              <a:gd name="connsiteY29" fmla="*/ 50879 h 190762"/>
              <a:gd name="connsiteX30" fmla="*/ 166944 w 328675"/>
              <a:gd name="connsiteY30" fmla="*/ 155985 h 190762"/>
              <a:gd name="connsiteX31" fmla="*/ 168238 w 328675"/>
              <a:gd name="connsiteY31" fmla="*/ 159878 h 190762"/>
              <a:gd name="connsiteX32" fmla="*/ 168238 w 328675"/>
              <a:gd name="connsiteY32" fmla="*/ 162473 h 190762"/>
              <a:gd name="connsiteX33" fmla="*/ 195401 w 328675"/>
              <a:gd name="connsiteY33" fmla="*/ 139116 h 190762"/>
              <a:gd name="connsiteX34" fmla="*/ 229033 w 328675"/>
              <a:gd name="connsiteY34" fmla="*/ 111867 h 190762"/>
              <a:gd name="connsiteX35" fmla="*/ 269132 w 328675"/>
              <a:gd name="connsiteY35" fmla="*/ 96295 h 190762"/>
              <a:gd name="connsiteX36" fmla="*/ 271719 w 328675"/>
              <a:gd name="connsiteY36" fmla="*/ 96295 h 190762"/>
              <a:gd name="connsiteX37" fmla="*/ 253610 w 328675"/>
              <a:gd name="connsiteY37" fmla="*/ 58665 h 190762"/>
              <a:gd name="connsiteX38" fmla="*/ 229033 w 328675"/>
              <a:gd name="connsiteY38" fmla="*/ 13248 h 190762"/>
              <a:gd name="connsiteX39" fmla="*/ 107016 w 328675"/>
              <a:gd name="connsiteY39" fmla="*/ 9778 h 190762"/>
              <a:gd name="connsiteX40" fmla="*/ 94117 w 328675"/>
              <a:gd name="connsiteY40" fmla="*/ 24002 h 190762"/>
              <a:gd name="connsiteX41" fmla="*/ 60581 w 328675"/>
              <a:gd name="connsiteY41" fmla="*/ 91240 h 190762"/>
              <a:gd name="connsiteX42" fmla="*/ 158610 w 328675"/>
              <a:gd name="connsiteY42" fmla="*/ 168823 h 190762"/>
              <a:gd name="connsiteX43" fmla="*/ 159899 w 328675"/>
              <a:gd name="connsiteY43" fmla="*/ 162358 h 190762"/>
              <a:gd name="connsiteX44" fmla="*/ 162479 w 328675"/>
              <a:gd name="connsiteY44" fmla="*/ 104171 h 190762"/>
              <a:gd name="connsiteX45" fmla="*/ 163769 w 328675"/>
              <a:gd name="connsiteY45" fmla="*/ 67965 h 190762"/>
              <a:gd name="connsiteX46" fmla="*/ 163769 w 328675"/>
              <a:gd name="connsiteY46" fmla="*/ 55035 h 190762"/>
              <a:gd name="connsiteX47" fmla="*/ 163769 w 328675"/>
              <a:gd name="connsiteY47" fmla="*/ 52449 h 190762"/>
              <a:gd name="connsiteX48" fmla="*/ 163769 w 328675"/>
              <a:gd name="connsiteY48" fmla="*/ 51156 h 190762"/>
              <a:gd name="connsiteX49" fmla="*/ 159899 w 328675"/>
              <a:gd name="connsiteY49" fmla="*/ 49863 h 190762"/>
              <a:gd name="connsiteX50" fmla="*/ 126363 w 328675"/>
              <a:gd name="connsiteY50" fmla="*/ 16244 h 190762"/>
              <a:gd name="connsiteX51" fmla="*/ 107016 w 328675"/>
              <a:gd name="connsiteY51" fmla="*/ 9778 h 190762"/>
              <a:gd name="connsiteX52" fmla="*/ 115067 w 328675"/>
              <a:gd name="connsiteY52" fmla="*/ 1621 h 190762"/>
              <a:gd name="connsiteX53" fmla="*/ 129896 w 328675"/>
              <a:gd name="connsiteY53" fmla="*/ 8755 h 190762"/>
              <a:gd name="connsiteX54" fmla="*/ 166001 w 328675"/>
              <a:gd name="connsiteY54" fmla="*/ 43774 h 190762"/>
              <a:gd name="connsiteX55" fmla="*/ 186632 w 328675"/>
              <a:gd name="connsiteY55" fmla="*/ 17834 h 190762"/>
              <a:gd name="connsiteX56" fmla="*/ 211132 w 328675"/>
              <a:gd name="connsiteY56" fmla="*/ 7458 h 190762"/>
              <a:gd name="connsiteX57" fmla="*/ 230474 w 328675"/>
              <a:gd name="connsiteY57" fmla="*/ 3567 h 190762"/>
              <a:gd name="connsiteX58" fmla="*/ 234342 w 328675"/>
              <a:gd name="connsiteY58" fmla="*/ 7458 h 190762"/>
              <a:gd name="connsiteX59" fmla="*/ 235632 w 328675"/>
              <a:gd name="connsiteY59" fmla="*/ 8755 h 190762"/>
              <a:gd name="connsiteX60" fmla="*/ 236921 w 328675"/>
              <a:gd name="connsiteY60" fmla="*/ 10052 h 190762"/>
              <a:gd name="connsiteX61" fmla="*/ 264000 w 328675"/>
              <a:gd name="connsiteY61" fmla="*/ 19131 h 190762"/>
              <a:gd name="connsiteX62" fmla="*/ 294947 w 328675"/>
              <a:gd name="connsiteY62" fmla="*/ 46367 h 190762"/>
              <a:gd name="connsiteX63" fmla="*/ 325894 w 328675"/>
              <a:gd name="connsiteY63" fmla="*/ 100841 h 190762"/>
              <a:gd name="connsiteX64" fmla="*/ 306552 w 328675"/>
              <a:gd name="connsiteY64" fmla="*/ 139750 h 190762"/>
              <a:gd name="connsiteX65" fmla="*/ 233053 w 328675"/>
              <a:gd name="connsiteY65" fmla="*/ 164393 h 190762"/>
              <a:gd name="connsiteX66" fmla="*/ 173738 w 328675"/>
              <a:gd name="connsiteY66" fmla="*/ 189035 h 190762"/>
              <a:gd name="connsiteX67" fmla="*/ 142790 w 328675"/>
              <a:gd name="connsiteY67" fmla="*/ 182550 h 190762"/>
              <a:gd name="connsiteX68" fmla="*/ 86054 w 328675"/>
              <a:gd name="connsiteY68" fmla="*/ 156611 h 190762"/>
              <a:gd name="connsiteX69" fmla="*/ 31897 w 328675"/>
              <a:gd name="connsiteY69" fmla="*/ 133265 h 190762"/>
              <a:gd name="connsiteX70" fmla="*/ 3528 w 328675"/>
              <a:gd name="connsiteY70" fmla="*/ 124186 h 190762"/>
              <a:gd name="connsiteX71" fmla="*/ 3528 w 328675"/>
              <a:gd name="connsiteY71" fmla="*/ 102138 h 190762"/>
              <a:gd name="connsiteX72" fmla="*/ 57686 w 328675"/>
              <a:gd name="connsiteY72" fmla="*/ 15240 h 190762"/>
              <a:gd name="connsiteX73" fmla="*/ 60265 w 328675"/>
              <a:gd name="connsiteY73" fmla="*/ 13943 h 190762"/>
              <a:gd name="connsiteX74" fmla="*/ 66712 w 328675"/>
              <a:gd name="connsiteY74" fmla="*/ 16537 h 190762"/>
              <a:gd name="connsiteX75" fmla="*/ 92501 w 328675"/>
              <a:gd name="connsiteY75" fmla="*/ 10052 h 190762"/>
              <a:gd name="connsiteX76" fmla="*/ 100238 w 328675"/>
              <a:gd name="connsiteY76" fmla="*/ 2270 h 190762"/>
              <a:gd name="connsiteX77" fmla="*/ 115067 w 328675"/>
              <a:gd name="connsiteY77" fmla="*/ 1621 h 190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28675" h="190762">
                <a:moveTo>
                  <a:pt x="242998" y="18010"/>
                </a:moveTo>
                <a:cubicBezTo>
                  <a:pt x="250772" y="29652"/>
                  <a:pt x="255954" y="42587"/>
                  <a:pt x="261136" y="54229"/>
                </a:cubicBezTo>
                <a:cubicBezTo>
                  <a:pt x="268909" y="67164"/>
                  <a:pt x="277978" y="81393"/>
                  <a:pt x="283160" y="95621"/>
                </a:cubicBezTo>
                <a:cubicBezTo>
                  <a:pt x="283160" y="95621"/>
                  <a:pt x="283160" y="96915"/>
                  <a:pt x="284456" y="96915"/>
                </a:cubicBezTo>
                <a:cubicBezTo>
                  <a:pt x="285752" y="99502"/>
                  <a:pt x="284456" y="103382"/>
                  <a:pt x="281865" y="103382"/>
                </a:cubicBezTo>
                <a:cubicBezTo>
                  <a:pt x="281865" y="103382"/>
                  <a:pt x="281865" y="103382"/>
                  <a:pt x="280569" y="104676"/>
                </a:cubicBezTo>
                <a:cubicBezTo>
                  <a:pt x="279274" y="104676"/>
                  <a:pt x="277978" y="104676"/>
                  <a:pt x="276683" y="103382"/>
                </a:cubicBezTo>
                <a:cubicBezTo>
                  <a:pt x="274092" y="104676"/>
                  <a:pt x="268909" y="105970"/>
                  <a:pt x="267614" y="105970"/>
                </a:cubicBezTo>
                <a:cubicBezTo>
                  <a:pt x="259840" y="107263"/>
                  <a:pt x="252067" y="108557"/>
                  <a:pt x="245589" y="112437"/>
                </a:cubicBezTo>
                <a:cubicBezTo>
                  <a:pt x="235225" y="117611"/>
                  <a:pt x="226156" y="125372"/>
                  <a:pt x="217087" y="133133"/>
                </a:cubicBezTo>
                <a:cubicBezTo>
                  <a:pt x="206723" y="140895"/>
                  <a:pt x="196358" y="149949"/>
                  <a:pt x="185994" y="157710"/>
                </a:cubicBezTo>
                <a:cubicBezTo>
                  <a:pt x="201541" y="148656"/>
                  <a:pt x="218383" y="140895"/>
                  <a:pt x="235225" y="130546"/>
                </a:cubicBezTo>
                <a:cubicBezTo>
                  <a:pt x="244294" y="125372"/>
                  <a:pt x="253363" y="118905"/>
                  <a:pt x="263727" y="115024"/>
                </a:cubicBezTo>
                <a:cubicBezTo>
                  <a:pt x="275387" y="109850"/>
                  <a:pt x="287047" y="109850"/>
                  <a:pt x="298707" y="108557"/>
                </a:cubicBezTo>
                <a:cubicBezTo>
                  <a:pt x="292229" y="87860"/>
                  <a:pt x="279274" y="68457"/>
                  <a:pt x="268909" y="47761"/>
                </a:cubicBezTo>
                <a:cubicBezTo>
                  <a:pt x="262432" y="33532"/>
                  <a:pt x="258545" y="19304"/>
                  <a:pt x="242998" y="18010"/>
                </a:cubicBezTo>
                <a:close/>
                <a:moveTo>
                  <a:pt x="88200" y="16115"/>
                </a:moveTo>
                <a:cubicBezTo>
                  <a:pt x="79212" y="14835"/>
                  <a:pt x="74076" y="17396"/>
                  <a:pt x="68939" y="27638"/>
                </a:cubicBezTo>
                <a:cubicBezTo>
                  <a:pt x="65087" y="34039"/>
                  <a:pt x="62519" y="40440"/>
                  <a:pt x="58667" y="46841"/>
                </a:cubicBezTo>
                <a:cubicBezTo>
                  <a:pt x="47111" y="66045"/>
                  <a:pt x="35555" y="85249"/>
                  <a:pt x="30419" y="107013"/>
                </a:cubicBezTo>
                <a:cubicBezTo>
                  <a:pt x="57383" y="113414"/>
                  <a:pt x="90768" y="119816"/>
                  <a:pt x="117732" y="133898"/>
                </a:cubicBezTo>
                <a:cubicBezTo>
                  <a:pt x="99756" y="114695"/>
                  <a:pt x="80496" y="100612"/>
                  <a:pt x="52247" y="98051"/>
                </a:cubicBezTo>
                <a:cubicBezTo>
                  <a:pt x="48395" y="98051"/>
                  <a:pt x="47111" y="91650"/>
                  <a:pt x="52247" y="90370"/>
                </a:cubicBezTo>
                <a:cubicBezTo>
                  <a:pt x="52247" y="83969"/>
                  <a:pt x="57383" y="77567"/>
                  <a:pt x="61235" y="71166"/>
                </a:cubicBezTo>
                <a:cubicBezTo>
                  <a:pt x="66371" y="63485"/>
                  <a:pt x="70223" y="54523"/>
                  <a:pt x="74076" y="45561"/>
                </a:cubicBezTo>
                <a:cubicBezTo>
                  <a:pt x="77928" y="35319"/>
                  <a:pt x="83064" y="25077"/>
                  <a:pt x="88200" y="16115"/>
                </a:cubicBezTo>
                <a:close/>
                <a:moveTo>
                  <a:pt x="229033" y="13248"/>
                </a:moveTo>
                <a:cubicBezTo>
                  <a:pt x="223859" y="14546"/>
                  <a:pt x="219978" y="14546"/>
                  <a:pt x="216098" y="15843"/>
                </a:cubicBezTo>
                <a:cubicBezTo>
                  <a:pt x="208337" y="18439"/>
                  <a:pt x="201869" y="21034"/>
                  <a:pt x="195401" y="23629"/>
                </a:cubicBezTo>
                <a:cubicBezTo>
                  <a:pt x="182466" y="30117"/>
                  <a:pt x="174705" y="37903"/>
                  <a:pt x="169531" y="50879"/>
                </a:cubicBezTo>
                <a:cubicBezTo>
                  <a:pt x="175999" y="69045"/>
                  <a:pt x="170825" y="131331"/>
                  <a:pt x="166944" y="155985"/>
                </a:cubicBezTo>
                <a:cubicBezTo>
                  <a:pt x="168238" y="157283"/>
                  <a:pt x="169531" y="158580"/>
                  <a:pt x="168238" y="159878"/>
                </a:cubicBezTo>
                <a:cubicBezTo>
                  <a:pt x="168238" y="161176"/>
                  <a:pt x="168238" y="161176"/>
                  <a:pt x="168238" y="162473"/>
                </a:cubicBezTo>
                <a:cubicBezTo>
                  <a:pt x="175999" y="154688"/>
                  <a:pt x="186347" y="146902"/>
                  <a:pt x="195401" y="139116"/>
                </a:cubicBezTo>
                <a:cubicBezTo>
                  <a:pt x="207043" y="130033"/>
                  <a:pt x="217391" y="119652"/>
                  <a:pt x="229033" y="111867"/>
                </a:cubicBezTo>
                <a:cubicBezTo>
                  <a:pt x="241968" y="102783"/>
                  <a:pt x="254903" y="100188"/>
                  <a:pt x="269132" y="96295"/>
                </a:cubicBezTo>
                <a:cubicBezTo>
                  <a:pt x="270426" y="96295"/>
                  <a:pt x="270426" y="96295"/>
                  <a:pt x="271719" y="96295"/>
                </a:cubicBezTo>
                <a:cubicBezTo>
                  <a:pt x="263958" y="84617"/>
                  <a:pt x="258784" y="70343"/>
                  <a:pt x="253610" y="58665"/>
                </a:cubicBezTo>
                <a:cubicBezTo>
                  <a:pt x="245849" y="43093"/>
                  <a:pt x="238088" y="28820"/>
                  <a:pt x="229033" y="13248"/>
                </a:cubicBezTo>
                <a:close/>
                <a:moveTo>
                  <a:pt x="107016" y="9778"/>
                </a:moveTo>
                <a:cubicBezTo>
                  <a:pt x="101856" y="8485"/>
                  <a:pt x="95407" y="21416"/>
                  <a:pt x="94117" y="24002"/>
                </a:cubicBezTo>
                <a:cubicBezTo>
                  <a:pt x="81219" y="45984"/>
                  <a:pt x="74769" y="70552"/>
                  <a:pt x="60581" y="91240"/>
                </a:cubicBezTo>
                <a:cubicBezTo>
                  <a:pt x="104436" y="91240"/>
                  <a:pt x="132813" y="139083"/>
                  <a:pt x="158610" y="168823"/>
                </a:cubicBezTo>
                <a:cubicBezTo>
                  <a:pt x="158610" y="166237"/>
                  <a:pt x="158610" y="164944"/>
                  <a:pt x="159899" y="162358"/>
                </a:cubicBezTo>
                <a:cubicBezTo>
                  <a:pt x="162479" y="142962"/>
                  <a:pt x="162479" y="123567"/>
                  <a:pt x="162479" y="104171"/>
                </a:cubicBezTo>
                <a:cubicBezTo>
                  <a:pt x="163769" y="92533"/>
                  <a:pt x="163769" y="79603"/>
                  <a:pt x="163769" y="67965"/>
                </a:cubicBezTo>
                <a:cubicBezTo>
                  <a:pt x="163769" y="64086"/>
                  <a:pt x="163769" y="58914"/>
                  <a:pt x="163769" y="55035"/>
                </a:cubicBezTo>
                <a:cubicBezTo>
                  <a:pt x="163769" y="52449"/>
                  <a:pt x="161189" y="48570"/>
                  <a:pt x="163769" y="52449"/>
                </a:cubicBezTo>
                <a:cubicBezTo>
                  <a:pt x="163769" y="51156"/>
                  <a:pt x="163769" y="51156"/>
                  <a:pt x="163769" y="51156"/>
                </a:cubicBezTo>
                <a:cubicBezTo>
                  <a:pt x="162479" y="51156"/>
                  <a:pt x="161189" y="51156"/>
                  <a:pt x="159899" y="49863"/>
                </a:cubicBezTo>
                <a:cubicBezTo>
                  <a:pt x="149581" y="36932"/>
                  <a:pt x="140552" y="25295"/>
                  <a:pt x="126363" y="16244"/>
                </a:cubicBezTo>
                <a:cubicBezTo>
                  <a:pt x="119914" y="13657"/>
                  <a:pt x="113465" y="11071"/>
                  <a:pt x="107016" y="9778"/>
                </a:cubicBezTo>
                <a:close/>
                <a:moveTo>
                  <a:pt x="115067" y="1621"/>
                </a:moveTo>
                <a:cubicBezTo>
                  <a:pt x="120870" y="3567"/>
                  <a:pt x="126672" y="6809"/>
                  <a:pt x="129896" y="8755"/>
                </a:cubicBezTo>
                <a:cubicBezTo>
                  <a:pt x="145369" y="17834"/>
                  <a:pt x="155685" y="29507"/>
                  <a:pt x="166001" y="43774"/>
                </a:cubicBezTo>
                <a:cubicBezTo>
                  <a:pt x="167290" y="33398"/>
                  <a:pt x="176316" y="23022"/>
                  <a:pt x="186632" y="17834"/>
                </a:cubicBezTo>
                <a:cubicBezTo>
                  <a:pt x="194369" y="13943"/>
                  <a:pt x="202106" y="10052"/>
                  <a:pt x="211132" y="7458"/>
                </a:cubicBezTo>
                <a:cubicBezTo>
                  <a:pt x="216290" y="6161"/>
                  <a:pt x="224027" y="2270"/>
                  <a:pt x="230474" y="3567"/>
                </a:cubicBezTo>
                <a:cubicBezTo>
                  <a:pt x="233053" y="3567"/>
                  <a:pt x="234342" y="6161"/>
                  <a:pt x="234342" y="7458"/>
                </a:cubicBezTo>
                <a:cubicBezTo>
                  <a:pt x="234342" y="7458"/>
                  <a:pt x="234342" y="8755"/>
                  <a:pt x="235632" y="8755"/>
                </a:cubicBezTo>
                <a:cubicBezTo>
                  <a:pt x="235632" y="8755"/>
                  <a:pt x="236921" y="10052"/>
                  <a:pt x="236921" y="10052"/>
                </a:cubicBezTo>
                <a:cubicBezTo>
                  <a:pt x="249816" y="7458"/>
                  <a:pt x="257553" y="11349"/>
                  <a:pt x="264000" y="19131"/>
                </a:cubicBezTo>
                <a:cubicBezTo>
                  <a:pt x="278184" y="11349"/>
                  <a:pt x="289789" y="37289"/>
                  <a:pt x="294947" y="46367"/>
                </a:cubicBezTo>
                <a:cubicBezTo>
                  <a:pt x="303973" y="64525"/>
                  <a:pt x="316868" y="82683"/>
                  <a:pt x="325894" y="100841"/>
                </a:cubicBezTo>
                <a:cubicBezTo>
                  <a:pt x="333631" y="121592"/>
                  <a:pt x="324605" y="131968"/>
                  <a:pt x="306552" y="139750"/>
                </a:cubicBezTo>
                <a:cubicBezTo>
                  <a:pt x="283342" y="148829"/>
                  <a:pt x="257553" y="156611"/>
                  <a:pt x="233053" y="164393"/>
                </a:cubicBezTo>
                <a:cubicBezTo>
                  <a:pt x="212421" y="170878"/>
                  <a:pt x="194369" y="179956"/>
                  <a:pt x="173738" y="189035"/>
                </a:cubicBezTo>
                <a:cubicBezTo>
                  <a:pt x="163422" y="194223"/>
                  <a:pt x="153106" y="186441"/>
                  <a:pt x="142790" y="182550"/>
                </a:cubicBezTo>
                <a:cubicBezTo>
                  <a:pt x="124738" y="172175"/>
                  <a:pt x="105396" y="164393"/>
                  <a:pt x="86054" y="156611"/>
                </a:cubicBezTo>
                <a:cubicBezTo>
                  <a:pt x="69291" y="148829"/>
                  <a:pt x="51238" y="137156"/>
                  <a:pt x="31897" y="133265"/>
                </a:cubicBezTo>
                <a:cubicBezTo>
                  <a:pt x="22870" y="130671"/>
                  <a:pt x="11265" y="129374"/>
                  <a:pt x="3528" y="124186"/>
                </a:cubicBezTo>
                <a:cubicBezTo>
                  <a:pt x="-2919" y="118998"/>
                  <a:pt x="949" y="107326"/>
                  <a:pt x="3528" y="102138"/>
                </a:cubicBezTo>
                <a:cubicBezTo>
                  <a:pt x="19002" y="72307"/>
                  <a:pt x="34475" y="38586"/>
                  <a:pt x="57686" y="15240"/>
                </a:cubicBezTo>
                <a:cubicBezTo>
                  <a:pt x="57686" y="13943"/>
                  <a:pt x="60265" y="13943"/>
                  <a:pt x="60265" y="13943"/>
                </a:cubicBezTo>
                <a:cubicBezTo>
                  <a:pt x="64133" y="15240"/>
                  <a:pt x="65423" y="15240"/>
                  <a:pt x="66712" y="16537"/>
                </a:cubicBezTo>
                <a:cubicBezTo>
                  <a:pt x="74449" y="7458"/>
                  <a:pt x="84765" y="973"/>
                  <a:pt x="92501" y="10052"/>
                </a:cubicBezTo>
                <a:cubicBezTo>
                  <a:pt x="95080" y="7458"/>
                  <a:pt x="97659" y="4864"/>
                  <a:pt x="100238" y="2270"/>
                </a:cubicBezTo>
                <a:cubicBezTo>
                  <a:pt x="103462" y="-973"/>
                  <a:pt x="109264" y="-324"/>
                  <a:pt x="115067" y="162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4" name="椭圆 18"/>
          <p:cNvSpPr/>
          <p:nvPr/>
        </p:nvSpPr>
        <p:spPr>
          <a:xfrm>
            <a:off x="8838118" y="2493126"/>
            <a:ext cx="482600" cy="382908"/>
          </a:xfrm>
          <a:custGeom>
            <a:avLst/>
            <a:gdLst>
              <a:gd name="connsiteX0" fmla="*/ 112713 w 338138"/>
              <a:gd name="connsiteY0" fmla="*/ 239713 h 268288"/>
              <a:gd name="connsiteX1" fmla="*/ 103188 w 338138"/>
              <a:gd name="connsiteY1" fmla="*/ 248445 h 268288"/>
              <a:gd name="connsiteX2" fmla="*/ 112713 w 338138"/>
              <a:gd name="connsiteY2" fmla="*/ 257177 h 268288"/>
              <a:gd name="connsiteX3" fmla="*/ 122238 w 338138"/>
              <a:gd name="connsiteY3" fmla="*/ 248445 h 268288"/>
              <a:gd name="connsiteX4" fmla="*/ 112713 w 338138"/>
              <a:gd name="connsiteY4" fmla="*/ 239713 h 268288"/>
              <a:gd name="connsiteX5" fmla="*/ 150813 w 338138"/>
              <a:gd name="connsiteY5" fmla="*/ 207963 h 268288"/>
              <a:gd name="connsiteX6" fmla="*/ 161272 w 338138"/>
              <a:gd name="connsiteY6" fmla="*/ 215901 h 268288"/>
              <a:gd name="connsiteX7" fmla="*/ 173038 w 338138"/>
              <a:gd name="connsiteY7" fmla="*/ 207963 h 268288"/>
              <a:gd name="connsiteX8" fmla="*/ 161272 w 338138"/>
              <a:gd name="connsiteY8" fmla="*/ 207963 h 268288"/>
              <a:gd name="connsiteX9" fmla="*/ 150813 w 338138"/>
              <a:gd name="connsiteY9" fmla="*/ 207963 h 268288"/>
              <a:gd name="connsiteX10" fmla="*/ 271501 w 338138"/>
              <a:gd name="connsiteY10" fmla="*/ 187325 h 268288"/>
              <a:gd name="connsiteX11" fmla="*/ 191197 w 338138"/>
              <a:gd name="connsiteY11" fmla="*/ 206131 h 268288"/>
              <a:gd name="connsiteX12" fmla="*/ 171450 w 338138"/>
              <a:gd name="connsiteY12" fmla="*/ 222250 h 268288"/>
              <a:gd name="connsiteX13" fmla="*/ 267552 w 338138"/>
              <a:gd name="connsiteY13" fmla="*/ 241056 h 268288"/>
              <a:gd name="connsiteX14" fmla="*/ 271501 w 338138"/>
              <a:gd name="connsiteY14" fmla="*/ 187325 h 268288"/>
              <a:gd name="connsiteX15" fmla="*/ 52349 w 338138"/>
              <a:gd name="connsiteY15" fmla="*/ 187325 h 268288"/>
              <a:gd name="connsiteX16" fmla="*/ 56298 w 338138"/>
              <a:gd name="connsiteY16" fmla="*/ 240017 h 268288"/>
              <a:gd name="connsiteX17" fmla="*/ 93159 w 338138"/>
              <a:gd name="connsiteY17" fmla="*/ 246603 h 268288"/>
              <a:gd name="connsiteX18" fmla="*/ 112906 w 338138"/>
              <a:gd name="connsiteY18" fmla="*/ 228161 h 268288"/>
              <a:gd name="connsiteX19" fmla="*/ 128704 w 338138"/>
              <a:gd name="connsiteY19" fmla="*/ 234748 h 268288"/>
              <a:gd name="connsiteX20" fmla="*/ 152400 w 338138"/>
              <a:gd name="connsiteY20" fmla="*/ 221575 h 268288"/>
              <a:gd name="connsiteX21" fmla="*/ 132653 w 338138"/>
              <a:gd name="connsiteY21" fmla="*/ 205767 h 268288"/>
              <a:gd name="connsiteX22" fmla="*/ 52349 w 338138"/>
              <a:gd name="connsiteY22" fmla="*/ 187325 h 268288"/>
              <a:gd name="connsiteX23" fmla="*/ 251163 w 338138"/>
              <a:gd name="connsiteY23" fmla="*/ 142875 h 268288"/>
              <a:gd name="connsiteX24" fmla="*/ 214279 w 338138"/>
              <a:gd name="connsiteY24" fmla="*/ 187203 h 268288"/>
              <a:gd name="connsiteX25" fmla="*/ 206375 w 338138"/>
              <a:gd name="connsiteY25" fmla="*/ 195263 h 268288"/>
              <a:gd name="connsiteX26" fmla="*/ 268288 w 338138"/>
              <a:gd name="connsiteY26" fmla="*/ 177800 h 268288"/>
              <a:gd name="connsiteX27" fmla="*/ 251163 w 338138"/>
              <a:gd name="connsiteY27" fmla="*/ 142875 h 268288"/>
              <a:gd name="connsiteX28" fmla="*/ 72688 w 338138"/>
              <a:gd name="connsiteY28" fmla="*/ 142875 h 268288"/>
              <a:gd name="connsiteX29" fmla="*/ 55563 w 338138"/>
              <a:gd name="connsiteY29" fmla="*/ 177800 h 268288"/>
              <a:gd name="connsiteX30" fmla="*/ 117476 w 338138"/>
              <a:gd name="connsiteY30" fmla="*/ 195263 h 268288"/>
              <a:gd name="connsiteX31" fmla="*/ 109572 w 338138"/>
              <a:gd name="connsiteY31" fmla="*/ 187203 h 268288"/>
              <a:gd name="connsiteX32" fmla="*/ 72688 w 338138"/>
              <a:gd name="connsiteY32" fmla="*/ 142875 h 268288"/>
              <a:gd name="connsiteX33" fmla="*/ 318295 w 338138"/>
              <a:gd name="connsiteY33" fmla="*/ 125413 h 268288"/>
              <a:gd name="connsiteX34" fmla="*/ 309563 w 338138"/>
              <a:gd name="connsiteY34" fmla="*/ 134145 h 268288"/>
              <a:gd name="connsiteX35" fmla="*/ 318295 w 338138"/>
              <a:gd name="connsiteY35" fmla="*/ 142877 h 268288"/>
              <a:gd name="connsiteX36" fmla="*/ 327027 w 338138"/>
              <a:gd name="connsiteY36" fmla="*/ 134145 h 268288"/>
              <a:gd name="connsiteX37" fmla="*/ 318295 w 338138"/>
              <a:gd name="connsiteY37" fmla="*/ 125413 h 268288"/>
              <a:gd name="connsiteX38" fmla="*/ 278456 w 338138"/>
              <a:gd name="connsiteY38" fmla="*/ 95250 h 268288"/>
              <a:gd name="connsiteX39" fmla="*/ 257175 w 338138"/>
              <a:gd name="connsiteY39" fmla="*/ 134144 h 268288"/>
              <a:gd name="connsiteX40" fmla="*/ 278456 w 338138"/>
              <a:gd name="connsiteY40" fmla="*/ 173038 h 268288"/>
              <a:gd name="connsiteX41" fmla="*/ 306388 w 338138"/>
              <a:gd name="connsiteY41" fmla="*/ 150998 h 268288"/>
              <a:gd name="connsiteX42" fmla="*/ 297077 w 338138"/>
              <a:gd name="connsiteY42" fmla="*/ 134144 h 268288"/>
              <a:gd name="connsiteX43" fmla="*/ 306388 w 338138"/>
              <a:gd name="connsiteY43" fmla="*/ 117290 h 268288"/>
              <a:gd name="connsiteX44" fmla="*/ 278456 w 338138"/>
              <a:gd name="connsiteY44" fmla="*/ 95250 h 268288"/>
              <a:gd name="connsiteX45" fmla="*/ 45509 w 338138"/>
              <a:gd name="connsiteY45" fmla="*/ 95250 h 268288"/>
              <a:gd name="connsiteX46" fmla="*/ 11113 w 338138"/>
              <a:gd name="connsiteY46" fmla="*/ 134144 h 268288"/>
              <a:gd name="connsiteX47" fmla="*/ 45509 w 338138"/>
              <a:gd name="connsiteY47" fmla="*/ 173038 h 268288"/>
              <a:gd name="connsiteX48" fmla="*/ 66676 w 338138"/>
              <a:gd name="connsiteY48" fmla="*/ 134144 h 268288"/>
              <a:gd name="connsiteX49" fmla="*/ 45509 w 338138"/>
              <a:gd name="connsiteY49" fmla="*/ 95250 h 268288"/>
              <a:gd name="connsiteX50" fmla="*/ 206375 w 338138"/>
              <a:gd name="connsiteY50" fmla="*/ 73025 h 268288"/>
              <a:gd name="connsiteX51" fmla="*/ 214279 w 338138"/>
              <a:gd name="connsiteY51" fmla="*/ 81046 h 268288"/>
              <a:gd name="connsiteX52" fmla="*/ 251163 w 338138"/>
              <a:gd name="connsiteY52" fmla="*/ 123825 h 268288"/>
              <a:gd name="connsiteX53" fmla="*/ 268288 w 338138"/>
              <a:gd name="connsiteY53" fmla="*/ 89067 h 268288"/>
              <a:gd name="connsiteX54" fmla="*/ 206375 w 338138"/>
              <a:gd name="connsiteY54" fmla="*/ 73025 h 268288"/>
              <a:gd name="connsiteX55" fmla="*/ 117476 w 338138"/>
              <a:gd name="connsiteY55" fmla="*/ 73025 h 268288"/>
              <a:gd name="connsiteX56" fmla="*/ 55563 w 338138"/>
              <a:gd name="connsiteY56" fmla="*/ 89067 h 268288"/>
              <a:gd name="connsiteX57" fmla="*/ 72688 w 338138"/>
              <a:gd name="connsiteY57" fmla="*/ 123825 h 268288"/>
              <a:gd name="connsiteX58" fmla="*/ 109572 w 338138"/>
              <a:gd name="connsiteY58" fmla="*/ 81046 h 268288"/>
              <a:gd name="connsiteX59" fmla="*/ 117476 w 338138"/>
              <a:gd name="connsiteY59" fmla="*/ 73025 h 268288"/>
              <a:gd name="connsiteX60" fmla="*/ 136169 w 338138"/>
              <a:gd name="connsiteY60" fmla="*/ 72744 h 268288"/>
              <a:gd name="connsiteX61" fmla="*/ 117678 w 338138"/>
              <a:gd name="connsiteY61" fmla="*/ 89727 h 268288"/>
              <a:gd name="connsiteX62" fmla="*/ 79375 w 338138"/>
              <a:gd name="connsiteY62" fmla="*/ 134145 h 268288"/>
              <a:gd name="connsiteX63" fmla="*/ 117678 w 338138"/>
              <a:gd name="connsiteY63" fmla="*/ 178562 h 268288"/>
              <a:gd name="connsiteX64" fmla="*/ 136169 w 338138"/>
              <a:gd name="connsiteY64" fmla="*/ 195545 h 268288"/>
              <a:gd name="connsiteX65" fmla="*/ 187680 w 338138"/>
              <a:gd name="connsiteY65" fmla="*/ 195545 h 268288"/>
              <a:gd name="connsiteX66" fmla="*/ 206172 w 338138"/>
              <a:gd name="connsiteY66" fmla="*/ 178562 h 268288"/>
              <a:gd name="connsiteX67" fmla="*/ 244475 w 338138"/>
              <a:gd name="connsiteY67" fmla="*/ 134145 h 268288"/>
              <a:gd name="connsiteX68" fmla="*/ 206172 w 338138"/>
              <a:gd name="connsiteY68" fmla="*/ 89727 h 268288"/>
              <a:gd name="connsiteX69" fmla="*/ 187680 w 338138"/>
              <a:gd name="connsiteY69" fmla="*/ 72744 h 268288"/>
              <a:gd name="connsiteX70" fmla="*/ 136169 w 338138"/>
              <a:gd name="connsiteY70" fmla="*/ 72744 h 268288"/>
              <a:gd name="connsiteX71" fmla="*/ 162579 w 338138"/>
              <a:gd name="connsiteY71" fmla="*/ 50800 h 268288"/>
              <a:gd name="connsiteX72" fmla="*/ 150813 w 338138"/>
              <a:gd name="connsiteY72" fmla="*/ 60325 h 268288"/>
              <a:gd name="connsiteX73" fmla="*/ 173038 w 338138"/>
              <a:gd name="connsiteY73" fmla="*/ 60325 h 268288"/>
              <a:gd name="connsiteX74" fmla="*/ 162579 w 338138"/>
              <a:gd name="connsiteY74" fmla="*/ 50800 h 268288"/>
              <a:gd name="connsiteX75" fmla="*/ 251795 w 338138"/>
              <a:gd name="connsiteY75" fmla="*/ 19215 h 268288"/>
              <a:gd name="connsiteX76" fmla="*/ 171450 w 338138"/>
              <a:gd name="connsiteY76" fmla="*/ 45244 h 268288"/>
              <a:gd name="connsiteX77" fmla="*/ 191197 w 338138"/>
              <a:gd name="connsiteY77" fmla="*/ 60997 h 268288"/>
              <a:gd name="connsiteX78" fmla="*/ 271501 w 338138"/>
              <a:gd name="connsiteY78" fmla="*/ 79376 h 268288"/>
              <a:gd name="connsiteX79" fmla="*/ 267552 w 338138"/>
              <a:gd name="connsiteY79" fmla="*/ 26866 h 268288"/>
              <a:gd name="connsiteX80" fmla="*/ 251795 w 338138"/>
              <a:gd name="connsiteY80" fmla="*/ 19215 h 268288"/>
              <a:gd name="connsiteX81" fmla="*/ 73248 w 338138"/>
              <a:gd name="connsiteY81" fmla="*/ 18780 h 268288"/>
              <a:gd name="connsiteX82" fmla="*/ 56298 w 338138"/>
              <a:gd name="connsiteY82" fmla="*/ 26684 h 268288"/>
              <a:gd name="connsiteX83" fmla="*/ 52349 w 338138"/>
              <a:gd name="connsiteY83" fmla="*/ 79376 h 268288"/>
              <a:gd name="connsiteX84" fmla="*/ 132653 w 338138"/>
              <a:gd name="connsiteY84" fmla="*/ 60934 h 268288"/>
              <a:gd name="connsiteX85" fmla="*/ 152400 w 338138"/>
              <a:gd name="connsiteY85" fmla="*/ 45126 h 268288"/>
              <a:gd name="connsiteX86" fmla="*/ 128704 w 338138"/>
              <a:gd name="connsiteY86" fmla="*/ 31953 h 268288"/>
              <a:gd name="connsiteX87" fmla="*/ 112906 w 338138"/>
              <a:gd name="connsiteY87" fmla="*/ 38540 h 268288"/>
              <a:gd name="connsiteX88" fmla="*/ 93159 w 338138"/>
              <a:gd name="connsiteY88" fmla="*/ 18780 h 268288"/>
              <a:gd name="connsiteX89" fmla="*/ 73248 w 338138"/>
              <a:gd name="connsiteY89" fmla="*/ 18780 h 268288"/>
              <a:gd name="connsiteX90" fmla="*/ 112713 w 338138"/>
              <a:gd name="connsiteY90" fmla="*/ 9525 h 268288"/>
              <a:gd name="connsiteX91" fmla="*/ 103188 w 338138"/>
              <a:gd name="connsiteY91" fmla="*/ 19050 h 268288"/>
              <a:gd name="connsiteX92" fmla="*/ 112713 w 338138"/>
              <a:gd name="connsiteY92" fmla="*/ 28575 h 268288"/>
              <a:gd name="connsiteX93" fmla="*/ 122238 w 338138"/>
              <a:gd name="connsiteY93" fmla="*/ 19050 h 268288"/>
              <a:gd name="connsiteX94" fmla="*/ 112713 w 338138"/>
              <a:gd name="connsiteY94" fmla="*/ 9525 h 268288"/>
              <a:gd name="connsiteX95" fmla="*/ 112272 w 338138"/>
              <a:gd name="connsiteY95" fmla="*/ 0 h 268288"/>
              <a:gd name="connsiteX96" fmla="*/ 132085 w 338138"/>
              <a:gd name="connsiteY96" fmla="*/ 19727 h 268288"/>
              <a:gd name="connsiteX97" fmla="*/ 132085 w 338138"/>
              <a:gd name="connsiteY97" fmla="*/ 22357 h 268288"/>
              <a:gd name="connsiteX98" fmla="*/ 162465 w 338138"/>
              <a:gd name="connsiteY98" fmla="*/ 38139 h 268288"/>
              <a:gd name="connsiteX99" fmla="*/ 225865 w 338138"/>
              <a:gd name="connsiteY99" fmla="*/ 10521 h 268288"/>
              <a:gd name="connsiteX100" fmla="*/ 276058 w 338138"/>
              <a:gd name="connsiteY100" fmla="*/ 19727 h 268288"/>
              <a:gd name="connsiteX101" fmla="*/ 282662 w 338138"/>
              <a:gd name="connsiteY101" fmla="*/ 84169 h 268288"/>
              <a:gd name="connsiteX102" fmla="*/ 318325 w 338138"/>
              <a:gd name="connsiteY102" fmla="*/ 114417 h 268288"/>
              <a:gd name="connsiteX103" fmla="*/ 338138 w 338138"/>
              <a:gd name="connsiteY103" fmla="*/ 134144 h 268288"/>
              <a:gd name="connsiteX104" fmla="*/ 318325 w 338138"/>
              <a:gd name="connsiteY104" fmla="*/ 153871 h 268288"/>
              <a:gd name="connsiteX105" fmla="*/ 282662 w 338138"/>
              <a:gd name="connsiteY105" fmla="*/ 184119 h 268288"/>
              <a:gd name="connsiteX106" fmla="*/ 276058 w 338138"/>
              <a:gd name="connsiteY106" fmla="*/ 248561 h 268288"/>
              <a:gd name="connsiteX107" fmla="*/ 243037 w 338138"/>
              <a:gd name="connsiteY107" fmla="*/ 260397 h 268288"/>
              <a:gd name="connsiteX108" fmla="*/ 225865 w 338138"/>
              <a:gd name="connsiteY108" fmla="*/ 257767 h 268288"/>
              <a:gd name="connsiteX109" fmla="*/ 161144 w 338138"/>
              <a:gd name="connsiteY109" fmla="*/ 230149 h 268288"/>
              <a:gd name="connsiteX110" fmla="*/ 133406 w 338138"/>
              <a:gd name="connsiteY110" fmla="*/ 245931 h 268288"/>
              <a:gd name="connsiteX111" fmla="*/ 133406 w 338138"/>
              <a:gd name="connsiteY111" fmla="*/ 248561 h 268288"/>
              <a:gd name="connsiteX112" fmla="*/ 112272 w 338138"/>
              <a:gd name="connsiteY112" fmla="*/ 268288 h 268288"/>
              <a:gd name="connsiteX113" fmla="*/ 95101 w 338138"/>
              <a:gd name="connsiteY113" fmla="*/ 259082 h 268288"/>
              <a:gd name="connsiteX114" fmla="*/ 80572 w 338138"/>
              <a:gd name="connsiteY114" fmla="*/ 260397 h 268288"/>
              <a:gd name="connsiteX115" fmla="*/ 47551 w 338138"/>
              <a:gd name="connsiteY115" fmla="*/ 248561 h 268288"/>
              <a:gd name="connsiteX116" fmla="*/ 40946 w 338138"/>
              <a:gd name="connsiteY116" fmla="*/ 184119 h 268288"/>
              <a:gd name="connsiteX117" fmla="*/ 0 w 338138"/>
              <a:gd name="connsiteY117" fmla="*/ 134144 h 268288"/>
              <a:gd name="connsiteX118" fmla="*/ 40946 w 338138"/>
              <a:gd name="connsiteY118" fmla="*/ 84169 h 268288"/>
              <a:gd name="connsiteX119" fmla="*/ 47551 w 338138"/>
              <a:gd name="connsiteY119" fmla="*/ 19727 h 268288"/>
              <a:gd name="connsiteX120" fmla="*/ 95101 w 338138"/>
              <a:gd name="connsiteY120" fmla="*/ 9206 h 268288"/>
              <a:gd name="connsiteX121" fmla="*/ 112272 w 338138"/>
              <a:gd name="connsiteY121" fmla="*/ 0 h 26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338138" h="268288">
                <a:moveTo>
                  <a:pt x="112713" y="239713"/>
                </a:moveTo>
                <a:cubicBezTo>
                  <a:pt x="107452" y="239713"/>
                  <a:pt x="103188" y="243622"/>
                  <a:pt x="103188" y="248445"/>
                </a:cubicBezTo>
                <a:cubicBezTo>
                  <a:pt x="103188" y="253268"/>
                  <a:pt x="107452" y="257177"/>
                  <a:pt x="112713" y="257177"/>
                </a:cubicBezTo>
                <a:cubicBezTo>
                  <a:pt x="117974" y="257177"/>
                  <a:pt x="122238" y="253268"/>
                  <a:pt x="122238" y="248445"/>
                </a:cubicBezTo>
                <a:cubicBezTo>
                  <a:pt x="122238" y="243622"/>
                  <a:pt x="117974" y="239713"/>
                  <a:pt x="112713" y="239713"/>
                </a:cubicBezTo>
                <a:close/>
                <a:moveTo>
                  <a:pt x="150813" y="207963"/>
                </a:moveTo>
                <a:cubicBezTo>
                  <a:pt x="154735" y="210609"/>
                  <a:pt x="158657" y="213255"/>
                  <a:pt x="161272" y="215901"/>
                </a:cubicBezTo>
                <a:cubicBezTo>
                  <a:pt x="165194" y="213255"/>
                  <a:pt x="169116" y="210609"/>
                  <a:pt x="173038" y="207963"/>
                </a:cubicBezTo>
                <a:cubicBezTo>
                  <a:pt x="169116" y="207963"/>
                  <a:pt x="165194" y="207963"/>
                  <a:pt x="161272" y="207963"/>
                </a:cubicBezTo>
                <a:cubicBezTo>
                  <a:pt x="158657" y="207963"/>
                  <a:pt x="154735" y="207963"/>
                  <a:pt x="150813" y="207963"/>
                </a:cubicBezTo>
                <a:close/>
                <a:moveTo>
                  <a:pt x="271501" y="187325"/>
                </a:moveTo>
                <a:cubicBezTo>
                  <a:pt x="249121" y="198071"/>
                  <a:pt x="221475" y="203444"/>
                  <a:pt x="191197" y="206131"/>
                </a:cubicBezTo>
                <a:cubicBezTo>
                  <a:pt x="184615" y="212847"/>
                  <a:pt x="178032" y="218220"/>
                  <a:pt x="171450" y="222250"/>
                </a:cubicBezTo>
                <a:cubicBezTo>
                  <a:pt x="213577" y="250459"/>
                  <a:pt x="251754" y="257175"/>
                  <a:pt x="267552" y="241056"/>
                </a:cubicBezTo>
                <a:cubicBezTo>
                  <a:pt x="278083" y="230310"/>
                  <a:pt x="279400" y="211504"/>
                  <a:pt x="271501" y="187325"/>
                </a:cubicBezTo>
                <a:close/>
                <a:moveTo>
                  <a:pt x="52349" y="187325"/>
                </a:moveTo>
                <a:cubicBezTo>
                  <a:pt x="44450" y="211036"/>
                  <a:pt x="45766" y="229479"/>
                  <a:pt x="56298" y="240017"/>
                </a:cubicBezTo>
                <a:cubicBezTo>
                  <a:pt x="65513" y="249238"/>
                  <a:pt x="81311" y="249238"/>
                  <a:pt x="93159" y="246603"/>
                </a:cubicBezTo>
                <a:cubicBezTo>
                  <a:pt x="93159" y="236065"/>
                  <a:pt x="102374" y="228161"/>
                  <a:pt x="112906" y="228161"/>
                </a:cubicBezTo>
                <a:cubicBezTo>
                  <a:pt x="119488" y="228161"/>
                  <a:pt x="124754" y="230796"/>
                  <a:pt x="128704" y="234748"/>
                </a:cubicBezTo>
                <a:cubicBezTo>
                  <a:pt x="136602" y="232113"/>
                  <a:pt x="144501" y="226844"/>
                  <a:pt x="152400" y="221575"/>
                </a:cubicBezTo>
                <a:cubicBezTo>
                  <a:pt x="145818" y="217623"/>
                  <a:pt x="139235" y="212354"/>
                  <a:pt x="132653" y="205767"/>
                </a:cubicBezTo>
                <a:cubicBezTo>
                  <a:pt x="102374" y="203133"/>
                  <a:pt x="74729" y="197863"/>
                  <a:pt x="52349" y="187325"/>
                </a:cubicBezTo>
                <a:close/>
                <a:moveTo>
                  <a:pt x="251163" y="142875"/>
                </a:moveTo>
                <a:cubicBezTo>
                  <a:pt x="240625" y="158994"/>
                  <a:pt x="228769" y="173771"/>
                  <a:pt x="214279" y="187203"/>
                </a:cubicBezTo>
                <a:cubicBezTo>
                  <a:pt x="211644" y="189890"/>
                  <a:pt x="209009" y="192576"/>
                  <a:pt x="206375" y="195263"/>
                </a:cubicBezTo>
                <a:cubicBezTo>
                  <a:pt x="230086" y="191233"/>
                  <a:pt x="251163" y="185860"/>
                  <a:pt x="268288" y="177800"/>
                </a:cubicBezTo>
                <a:cubicBezTo>
                  <a:pt x="264336" y="167054"/>
                  <a:pt x="259067" y="154965"/>
                  <a:pt x="251163" y="142875"/>
                </a:cubicBezTo>
                <a:close/>
                <a:moveTo>
                  <a:pt x="72688" y="142875"/>
                </a:moveTo>
                <a:cubicBezTo>
                  <a:pt x="64784" y="154965"/>
                  <a:pt x="59515" y="167054"/>
                  <a:pt x="55563" y="177800"/>
                </a:cubicBezTo>
                <a:cubicBezTo>
                  <a:pt x="72688" y="185860"/>
                  <a:pt x="93765" y="191233"/>
                  <a:pt x="117476" y="195263"/>
                </a:cubicBezTo>
                <a:cubicBezTo>
                  <a:pt x="114841" y="192576"/>
                  <a:pt x="112207" y="189890"/>
                  <a:pt x="109572" y="187203"/>
                </a:cubicBezTo>
                <a:cubicBezTo>
                  <a:pt x="95082" y="172427"/>
                  <a:pt x="83226" y="158994"/>
                  <a:pt x="72688" y="142875"/>
                </a:cubicBezTo>
                <a:close/>
                <a:moveTo>
                  <a:pt x="318295" y="125413"/>
                </a:moveTo>
                <a:cubicBezTo>
                  <a:pt x="313472" y="125413"/>
                  <a:pt x="309563" y="129322"/>
                  <a:pt x="309563" y="134145"/>
                </a:cubicBezTo>
                <a:cubicBezTo>
                  <a:pt x="309563" y="138968"/>
                  <a:pt x="313472" y="142877"/>
                  <a:pt x="318295" y="142877"/>
                </a:cubicBezTo>
                <a:cubicBezTo>
                  <a:pt x="323118" y="142877"/>
                  <a:pt x="327027" y="138968"/>
                  <a:pt x="327027" y="134145"/>
                </a:cubicBezTo>
                <a:cubicBezTo>
                  <a:pt x="327027" y="129322"/>
                  <a:pt x="323118" y="125413"/>
                  <a:pt x="318295" y="125413"/>
                </a:cubicBezTo>
                <a:close/>
                <a:moveTo>
                  <a:pt x="278456" y="95250"/>
                </a:moveTo>
                <a:cubicBezTo>
                  <a:pt x="273136" y="108215"/>
                  <a:pt x="266485" y="121179"/>
                  <a:pt x="257175" y="134144"/>
                </a:cubicBezTo>
                <a:cubicBezTo>
                  <a:pt x="266485" y="147109"/>
                  <a:pt x="273136" y="160073"/>
                  <a:pt x="278456" y="173038"/>
                </a:cubicBezTo>
                <a:cubicBezTo>
                  <a:pt x="291757" y="166556"/>
                  <a:pt x="301068" y="158777"/>
                  <a:pt x="306388" y="150998"/>
                </a:cubicBezTo>
                <a:cubicBezTo>
                  <a:pt x="301068" y="147109"/>
                  <a:pt x="297077" y="140626"/>
                  <a:pt x="297077" y="134144"/>
                </a:cubicBezTo>
                <a:cubicBezTo>
                  <a:pt x="297077" y="127662"/>
                  <a:pt x="301068" y="121179"/>
                  <a:pt x="306388" y="117290"/>
                </a:cubicBezTo>
                <a:cubicBezTo>
                  <a:pt x="301068" y="109511"/>
                  <a:pt x="291757" y="101732"/>
                  <a:pt x="278456" y="95250"/>
                </a:cubicBezTo>
                <a:close/>
                <a:moveTo>
                  <a:pt x="45509" y="95250"/>
                </a:moveTo>
                <a:cubicBezTo>
                  <a:pt x="23019" y="106918"/>
                  <a:pt x="11113" y="119883"/>
                  <a:pt x="11113" y="134144"/>
                </a:cubicBezTo>
                <a:cubicBezTo>
                  <a:pt x="11113" y="148405"/>
                  <a:pt x="23019" y="161370"/>
                  <a:pt x="45509" y="173038"/>
                </a:cubicBezTo>
                <a:cubicBezTo>
                  <a:pt x="50801" y="160073"/>
                  <a:pt x="57415" y="147109"/>
                  <a:pt x="66676" y="134144"/>
                </a:cubicBezTo>
                <a:cubicBezTo>
                  <a:pt x="57415" y="121179"/>
                  <a:pt x="50801" y="108215"/>
                  <a:pt x="45509" y="95250"/>
                </a:cubicBezTo>
                <a:close/>
                <a:moveTo>
                  <a:pt x="206375" y="73025"/>
                </a:moveTo>
                <a:cubicBezTo>
                  <a:pt x="209009" y="75699"/>
                  <a:pt x="211644" y="78372"/>
                  <a:pt x="214279" y="81046"/>
                </a:cubicBezTo>
                <a:cubicBezTo>
                  <a:pt x="228769" y="94414"/>
                  <a:pt x="240625" y="109120"/>
                  <a:pt x="251163" y="123825"/>
                </a:cubicBezTo>
                <a:cubicBezTo>
                  <a:pt x="259067" y="113130"/>
                  <a:pt x="264336" y="101099"/>
                  <a:pt x="268288" y="89067"/>
                </a:cubicBezTo>
                <a:cubicBezTo>
                  <a:pt x="251163" y="82383"/>
                  <a:pt x="230086" y="77035"/>
                  <a:pt x="206375" y="73025"/>
                </a:cubicBezTo>
                <a:close/>
                <a:moveTo>
                  <a:pt x="117476" y="73025"/>
                </a:moveTo>
                <a:cubicBezTo>
                  <a:pt x="93765" y="77035"/>
                  <a:pt x="72688" y="82383"/>
                  <a:pt x="55563" y="89067"/>
                </a:cubicBezTo>
                <a:cubicBezTo>
                  <a:pt x="59515" y="101099"/>
                  <a:pt x="64784" y="113130"/>
                  <a:pt x="72688" y="123825"/>
                </a:cubicBezTo>
                <a:cubicBezTo>
                  <a:pt x="83226" y="109120"/>
                  <a:pt x="95082" y="94414"/>
                  <a:pt x="109572" y="81046"/>
                </a:cubicBezTo>
                <a:cubicBezTo>
                  <a:pt x="112207" y="78372"/>
                  <a:pt x="114841" y="75699"/>
                  <a:pt x="117476" y="73025"/>
                </a:cubicBezTo>
                <a:close/>
                <a:moveTo>
                  <a:pt x="136169" y="72744"/>
                </a:moveTo>
                <a:cubicBezTo>
                  <a:pt x="129565" y="77970"/>
                  <a:pt x="122961" y="83195"/>
                  <a:pt x="117678" y="89727"/>
                </a:cubicBezTo>
                <a:cubicBezTo>
                  <a:pt x="103149" y="104098"/>
                  <a:pt x="89941" y="118468"/>
                  <a:pt x="79375" y="134145"/>
                </a:cubicBezTo>
                <a:cubicBezTo>
                  <a:pt x="89941" y="149821"/>
                  <a:pt x="103149" y="164191"/>
                  <a:pt x="117678" y="178562"/>
                </a:cubicBezTo>
                <a:cubicBezTo>
                  <a:pt x="122961" y="185094"/>
                  <a:pt x="129565" y="190319"/>
                  <a:pt x="136169" y="195545"/>
                </a:cubicBezTo>
                <a:cubicBezTo>
                  <a:pt x="153340" y="196851"/>
                  <a:pt x="170510" y="196851"/>
                  <a:pt x="187680" y="195545"/>
                </a:cubicBezTo>
                <a:cubicBezTo>
                  <a:pt x="194284" y="190319"/>
                  <a:pt x="200888" y="185094"/>
                  <a:pt x="206172" y="178562"/>
                </a:cubicBezTo>
                <a:cubicBezTo>
                  <a:pt x="220700" y="164191"/>
                  <a:pt x="233908" y="149821"/>
                  <a:pt x="244475" y="134145"/>
                </a:cubicBezTo>
                <a:cubicBezTo>
                  <a:pt x="233908" y="118468"/>
                  <a:pt x="220700" y="104098"/>
                  <a:pt x="206172" y="89727"/>
                </a:cubicBezTo>
                <a:cubicBezTo>
                  <a:pt x="200888" y="83195"/>
                  <a:pt x="194284" y="77970"/>
                  <a:pt x="187680" y="72744"/>
                </a:cubicBezTo>
                <a:cubicBezTo>
                  <a:pt x="170510" y="71438"/>
                  <a:pt x="153340" y="71438"/>
                  <a:pt x="136169" y="72744"/>
                </a:cubicBezTo>
                <a:close/>
                <a:moveTo>
                  <a:pt x="162579" y="50800"/>
                </a:moveTo>
                <a:cubicBezTo>
                  <a:pt x="158657" y="53521"/>
                  <a:pt x="154735" y="57604"/>
                  <a:pt x="150813" y="60325"/>
                </a:cubicBezTo>
                <a:cubicBezTo>
                  <a:pt x="158657" y="60325"/>
                  <a:pt x="165194" y="60325"/>
                  <a:pt x="173038" y="60325"/>
                </a:cubicBezTo>
                <a:cubicBezTo>
                  <a:pt x="169116" y="57604"/>
                  <a:pt x="165194" y="53521"/>
                  <a:pt x="162579" y="50800"/>
                </a:cubicBezTo>
                <a:close/>
                <a:moveTo>
                  <a:pt x="251795" y="19215"/>
                </a:moveTo>
                <a:cubicBezTo>
                  <a:pt x="232419" y="15708"/>
                  <a:pt x="203045" y="24569"/>
                  <a:pt x="171450" y="45244"/>
                </a:cubicBezTo>
                <a:cubicBezTo>
                  <a:pt x="178032" y="49183"/>
                  <a:pt x="184615" y="54434"/>
                  <a:pt x="191197" y="60997"/>
                </a:cubicBezTo>
                <a:cubicBezTo>
                  <a:pt x="221475" y="63623"/>
                  <a:pt x="249121" y="68874"/>
                  <a:pt x="271501" y="79376"/>
                </a:cubicBezTo>
                <a:cubicBezTo>
                  <a:pt x="279400" y="55746"/>
                  <a:pt x="278083" y="37368"/>
                  <a:pt x="267552" y="26866"/>
                </a:cubicBezTo>
                <a:cubicBezTo>
                  <a:pt x="263602" y="22928"/>
                  <a:pt x="258254" y="20384"/>
                  <a:pt x="251795" y="19215"/>
                </a:cubicBezTo>
                <a:close/>
                <a:moveTo>
                  <a:pt x="73248" y="18780"/>
                </a:moveTo>
                <a:cubicBezTo>
                  <a:pt x="66830" y="19768"/>
                  <a:pt x="60906" y="22074"/>
                  <a:pt x="56298" y="26684"/>
                </a:cubicBezTo>
                <a:cubicBezTo>
                  <a:pt x="45766" y="37222"/>
                  <a:pt x="44450" y="55665"/>
                  <a:pt x="52349" y="79376"/>
                </a:cubicBezTo>
                <a:cubicBezTo>
                  <a:pt x="74729" y="68838"/>
                  <a:pt x="102374" y="62251"/>
                  <a:pt x="132653" y="60934"/>
                </a:cubicBezTo>
                <a:cubicBezTo>
                  <a:pt x="139235" y="54347"/>
                  <a:pt x="145818" y="49078"/>
                  <a:pt x="152400" y="45126"/>
                </a:cubicBezTo>
                <a:cubicBezTo>
                  <a:pt x="144501" y="39857"/>
                  <a:pt x="136602" y="34588"/>
                  <a:pt x="128704" y="31953"/>
                </a:cubicBezTo>
                <a:cubicBezTo>
                  <a:pt x="124754" y="35905"/>
                  <a:pt x="119488" y="38540"/>
                  <a:pt x="112906" y="38540"/>
                </a:cubicBezTo>
                <a:cubicBezTo>
                  <a:pt x="102374" y="38540"/>
                  <a:pt x="93159" y="30636"/>
                  <a:pt x="93159" y="18780"/>
                </a:cubicBezTo>
                <a:cubicBezTo>
                  <a:pt x="86577" y="18122"/>
                  <a:pt x="79665" y="17792"/>
                  <a:pt x="73248" y="18780"/>
                </a:cubicBezTo>
                <a:close/>
                <a:moveTo>
                  <a:pt x="112713" y="9525"/>
                </a:moveTo>
                <a:cubicBezTo>
                  <a:pt x="107452" y="9525"/>
                  <a:pt x="103188" y="13789"/>
                  <a:pt x="103188" y="19050"/>
                </a:cubicBezTo>
                <a:cubicBezTo>
                  <a:pt x="103188" y="24311"/>
                  <a:pt x="107452" y="28575"/>
                  <a:pt x="112713" y="28575"/>
                </a:cubicBezTo>
                <a:cubicBezTo>
                  <a:pt x="117974" y="28575"/>
                  <a:pt x="122238" y="24311"/>
                  <a:pt x="122238" y="19050"/>
                </a:cubicBezTo>
                <a:cubicBezTo>
                  <a:pt x="122238" y="13789"/>
                  <a:pt x="117974" y="9525"/>
                  <a:pt x="112713" y="9525"/>
                </a:cubicBezTo>
                <a:close/>
                <a:moveTo>
                  <a:pt x="112272" y="0"/>
                </a:moveTo>
                <a:cubicBezTo>
                  <a:pt x="122839" y="0"/>
                  <a:pt x="132085" y="9206"/>
                  <a:pt x="132085" y="19727"/>
                </a:cubicBezTo>
                <a:cubicBezTo>
                  <a:pt x="132085" y="21042"/>
                  <a:pt x="132085" y="21042"/>
                  <a:pt x="132085" y="22357"/>
                </a:cubicBezTo>
                <a:cubicBezTo>
                  <a:pt x="141331" y="26303"/>
                  <a:pt x="151898" y="31563"/>
                  <a:pt x="162465" y="38139"/>
                </a:cubicBezTo>
                <a:cubicBezTo>
                  <a:pt x="184919" y="23672"/>
                  <a:pt x="206053" y="14466"/>
                  <a:pt x="225865" y="10521"/>
                </a:cubicBezTo>
                <a:cubicBezTo>
                  <a:pt x="248320" y="5261"/>
                  <a:pt x="265491" y="9206"/>
                  <a:pt x="276058" y="19727"/>
                </a:cubicBezTo>
                <a:cubicBezTo>
                  <a:pt x="289266" y="32878"/>
                  <a:pt x="291908" y="56551"/>
                  <a:pt x="282662" y="84169"/>
                </a:cubicBezTo>
                <a:cubicBezTo>
                  <a:pt x="299833" y="93375"/>
                  <a:pt x="311721" y="102581"/>
                  <a:pt x="318325" y="114417"/>
                </a:cubicBezTo>
                <a:cubicBezTo>
                  <a:pt x="328892" y="114417"/>
                  <a:pt x="338138" y="123623"/>
                  <a:pt x="338138" y="134144"/>
                </a:cubicBezTo>
                <a:cubicBezTo>
                  <a:pt x="338138" y="144665"/>
                  <a:pt x="328892" y="153871"/>
                  <a:pt x="318325" y="153871"/>
                </a:cubicBezTo>
                <a:cubicBezTo>
                  <a:pt x="311721" y="165707"/>
                  <a:pt x="298512" y="174913"/>
                  <a:pt x="282662" y="184119"/>
                </a:cubicBezTo>
                <a:cubicBezTo>
                  <a:pt x="291908" y="211737"/>
                  <a:pt x="289266" y="235410"/>
                  <a:pt x="276058" y="248561"/>
                </a:cubicBezTo>
                <a:cubicBezTo>
                  <a:pt x="268133" y="256452"/>
                  <a:pt x="257566" y="260397"/>
                  <a:pt x="243037" y="260397"/>
                </a:cubicBezTo>
                <a:cubicBezTo>
                  <a:pt x="237753" y="260397"/>
                  <a:pt x="232470" y="259082"/>
                  <a:pt x="225865" y="257767"/>
                </a:cubicBezTo>
                <a:cubicBezTo>
                  <a:pt x="206053" y="253822"/>
                  <a:pt x="184919" y="244616"/>
                  <a:pt x="161144" y="230149"/>
                </a:cubicBezTo>
                <a:cubicBezTo>
                  <a:pt x="151898" y="235410"/>
                  <a:pt x="142652" y="241985"/>
                  <a:pt x="133406" y="245931"/>
                </a:cubicBezTo>
                <a:cubicBezTo>
                  <a:pt x="133406" y="247246"/>
                  <a:pt x="133406" y="247246"/>
                  <a:pt x="133406" y="248561"/>
                </a:cubicBezTo>
                <a:cubicBezTo>
                  <a:pt x="133406" y="259082"/>
                  <a:pt x="124160" y="268288"/>
                  <a:pt x="112272" y="268288"/>
                </a:cubicBezTo>
                <a:cubicBezTo>
                  <a:pt x="105668" y="268288"/>
                  <a:pt x="99064" y="264343"/>
                  <a:pt x="95101" y="259082"/>
                </a:cubicBezTo>
                <a:cubicBezTo>
                  <a:pt x="89818" y="259082"/>
                  <a:pt x="84534" y="260397"/>
                  <a:pt x="80572" y="260397"/>
                </a:cubicBezTo>
                <a:cubicBezTo>
                  <a:pt x="66042" y="260397"/>
                  <a:pt x="55476" y="256452"/>
                  <a:pt x="47551" y="248561"/>
                </a:cubicBezTo>
                <a:cubicBezTo>
                  <a:pt x="34342" y="235410"/>
                  <a:pt x="31700" y="211737"/>
                  <a:pt x="40946" y="184119"/>
                </a:cubicBezTo>
                <a:cubicBezTo>
                  <a:pt x="14529" y="170968"/>
                  <a:pt x="0" y="152556"/>
                  <a:pt x="0" y="134144"/>
                </a:cubicBezTo>
                <a:cubicBezTo>
                  <a:pt x="0" y="115732"/>
                  <a:pt x="14529" y="97320"/>
                  <a:pt x="40946" y="84169"/>
                </a:cubicBezTo>
                <a:cubicBezTo>
                  <a:pt x="31700" y="56551"/>
                  <a:pt x="34342" y="32878"/>
                  <a:pt x="47551" y="19727"/>
                </a:cubicBezTo>
                <a:cubicBezTo>
                  <a:pt x="58117" y="9206"/>
                  <a:pt x="73968" y="6576"/>
                  <a:pt x="95101" y="9206"/>
                </a:cubicBezTo>
                <a:cubicBezTo>
                  <a:pt x="97743" y="3945"/>
                  <a:pt x="104347" y="0"/>
                  <a:pt x="1122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8208EF2-4CBC-4C75-BF84-AD6FDF72AB1B}"/>
              </a:ext>
            </a:extLst>
          </p:cNvPr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22473" y="914400"/>
            <a:ext cx="8654783" cy="5029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7229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0" y="1415139"/>
            <a:ext cx="2861186" cy="4027722"/>
          </a:xfrm>
          <a:custGeom>
            <a:avLst/>
            <a:gdLst>
              <a:gd name="connsiteX0" fmla="*/ 0 w 2861186"/>
              <a:gd name="connsiteY0" fmla="*/ 0 h 4027722"/>
              <a:gd name="connsiteX1" fmla="*/ 1680145 w 2861186"/>
              <a:gd name="connsiteY1" fmla="*/ 0 h 4027722"/>
              <a:gd name="connsiteX2" fmla="*/ 1680145 w 2861186"/>
              <a:gd name="connsiteY2" fmla="*/ 0 h 4027722"/>
              <a:gd name="connsiteX3" fmla="*/ 1680168 w 2861186"/>
              <a:gd name="connsiteY3" fmla="*/ 0 h 4027722"/>
              <a:gd name="connsiteX4" fmla="*/ 1748117 w 2861186"/>
              <a:gd name="connsiteY4" fmla="*/ 6850 h 4027722"/>
              <a:gd name="connsiteX5" fmla="*/ 1900839 w 2861186"/>
              <a:gd name="connsiteY5" fmla="*/ 82229 h 4027722"/>
              <a:gd name="connsiteX6" fmla="*/ 1937927 w 2861186"/>
              <a:gd name="connsiteY6" fmla="*/ 120214 h 4027722"/>
              <a:gd name="connsiteX7" fmla="*/ 1940368 w 2861186"/>
              <a:gd name="connsiteY7" fmla="*/ 122714 h 4027722"/>
              <a:gd name="connsiteX8" fmla="*/ 2812889 w 2861186"/>
              <a:gd name="connsiteY8" fmla="*/ 1842443 h 4027722"/>
              <a:gd name="connsiteX9" fmla="*/ 2837499 w 2861186"/>
              <a:gd name="connsiteY9" fmla="*/ 1891664 h 4027722"/>
              <a:gd name="connsiteX10" fmla="*/ 2854335 w 2861186"/>
              <a:gd name="connsiteY10" fmla="*/ 1945900 h 4027722"/>
              <a:gd name="connsiteX11" fmla="*/ 2861186 w 2861186"/>
              <a:gd name="connsiteY11" fmla="*/ 2013861 h 4027722"/>
              <a:gd name="connsiteX12" fmla="*/ 2854335 w 2861186"/>
              <a:gd name="connsiteY12" fmla="*/ 2081822 h 4027722"/>
              <a:gd name="connsiteX13" fmla="*/ 2837499 w 2861186"/>
              <a:gd name="connsiteY13" fmla="*/ 2136058 h 4027722"/>
              <a:gd name="connsiteX14" fmla="*/ 2812889 w 2861186"/>
              <a:gd name="connsiteY14" fmla="*/ 2185279 h 4027722"/>
              <a:gd name="connsiteX15" fmla="*/ 1972695 w 2861186"/>
              <a:gd name="connsiteY15" fmla="*/ 3858360 h 4027722"/>
              <a:gd name="connsiteX16" fmla="*/ 1748117 w 2861186"/>
              <a:gd name="connsiteY16" fmla="*/ 4020872 h 4027722"/>
              <a:gd name="connsiteX17" fmla="*/ 1680168 w 2861186"/>
              <a:gd name="connsiteY17" fmla="*/ 4027722 h 4027722"/>
              <a:gd name="connsiteX18" fmla="*/ 1680145 w 2861186"/>
              <a:gd name="connsiteY18" fmla="*/ 4027722 h 4027722"/>
              <a:gd name="connsiteX19" fmla="*/ 0 w 2861186"/>
              <a:gd name="connsiteY19" fmla="*/ 4027722 h 4027722"/>
              <a:gd name="connsiteX0" fmla="*/ 0 w 2861186"/>
              <a:gd name="connsiteY0" fmla="*/ 0 h 4027722"/>
              <a:gd name="connsiteX1" fmla="*/ 1680145 w 2861186"/>
              <a:gd name="connsiteY1" fmla="*/ 0 h 4027722"/>
              <a:gd name="connsiteX2" fmla="*/ 1680145 w 2861186"/>
              <a:gd name="connsiteY2" fmla="*/ 0 h 4027722"/>
              <a:gd name="connsiteX3" fmla="*/ 1680168 w 2861186"/>
              <a:gd name="connsiteY3" fmla="*/ 0 h 4027722"/>
              <a:gd name="connsiteX4" fmla="*/ 1748117 w 2861186"/>
              <a:gd name="connsiteY4" fmla="*/ 6850 h 4027722"/>
              <a:gd name="connsiteX5" fmla="*/ 1900839 w 2861186"/>
              <a:gd name="connsiteY5" fmla="*/ 82229 h 4027722"/>
              <a:gd name="connsiteX6" fmla="*/ 1937927 w 2861186"/>
              <a:gd name="connsiteY6" fmla="*/ 120214 h 4027722"/>
              <a:gd name="connsiteX7" fmla="*/ 1940368 w 2861186"/>
              <a:gd name="connsiteY7" fmla="*/ 122714 h 4027722"/>
              <a:gd name="connsiteX8" fmla="*/ 2812889 w 2861186"/>
              <a:gd name="connsiteY8" fmla="*/ 1842443 h 4027722"/>
              <a:gd name="connsiteX9" fmla="*/ 2837499 w 2861186"/>
              <a:gd name="connsiteY9" fmla="*/ 1891664 h 4027722"/>
              <a:gd name="connsiteX10" fmla="*/ 2854335 w 2861186"/>
              <a:gd name="connsiteY10" fmla="*/ 1945900 h 4027722"/>
              <a:gd name="connsiteX11" fmla="*/ 2861186 w 2861186"/>
              <a:gd name="connsiteY11" fmla="*/ 2013861 h 4027722"/>
              <a:gd name="connsiteX12" fmla="*/ 2854335 w 2861186"/>
              <a:gd name="connsiteY12" fmla="*/ 2081822 h 4027722"/>
              <a:gd name="connsiteX13" fmla="*/ 2837499 w 2861186"/>
              <a:gd name="connsiteY13" fmla="*/ 2136058 h 4027722"/>
              <a:gd name="connsiteX14" fmla="*/ 2812889 w 2861186"/>
              <a:gd name="connsiteY14" fmla="*/ 2185279 h 4027722"/>
              <a:gd name="connsiteX15" fmla="*/ 1972695 w 2861186"/>
              <a:gd name="connsiteY15" fmla="*/ 3858360 h 4027722"/>
              <a:gd name="connsiteX16" fmla="*/ 1748117 w 2861186"/>
              <a:gd name="connsiteY16" fmla="*/ 4020872 h 4027722"/>
              <a:gd name="connsiteX17" fmla="*/ 1680168 w 2861186"/>
              <a:gd name="connsiteY17" fmla="*/ 4027722 h 4027722"/>
              <a:gd name="connsiteX18" fmla="*/ 1680145 w 2861186"/>
              <a:gd name="connsiteY18" fmla="*/ 4027722 h 4027722"/>
              <a:gd name="connsiteX19" fmla="*/ 0 w 2861186"/>
              <a:gd name="connsiteY19" fmla="*/ 4027722 h 4027722"/>
              <a:gd name="connsiteX20" fmla="*/ 0 w 2861186"/>
              <a:gd name="connsiteY20" fmla="*/ 832761 h 4027722"/>
              <a:gd name="connsiteX21" fmla="*/ 0 w 2861186"/>
              <a:gd name="connsiteY21" fmla="*/ 0 h 4027722"/>
              <a:gd name="connsiteX0" fmla="*/ 0 w 2861186"/>
              <a:gd name="connsiteY0" fmla="*/ 832761 h 4027722"/>
              <a:gd name="connsiteX1" fmla="*/ 0 w 2861186"/>
              <a:gd name="connsiteY1" fmla="*/ 0 h 4027722"/>
              <a:gd name="connsiteX2" fmla="*/ 1680145 w 2861186"/>
              <a:gd name="connsiteY2" fmla="*/ 0 h 4027722"/>
              <a:gd name="connsiteX3" fmla="*/ 1680145 w 2861186"/>
              <a:gd name="connsiteY3" fmla="*/ 0 h 4027722"/>
              <a:gd name="connsiteX4" fmla="*/ 1680168 w 2861186"/>
              <a:gd name="connsiteY4" fmla="*/ 0 h 4027722"/>
              <a:gd name="connsiteX5" fmla="*/ 1748117 w 2861186"/>
              <a:gd name="connsiteY5" fmla="*/ 6850 h 4027722"/>
              <a:gd name="connsiteX6" fmla="*/ 1900839 w 2861186"/>
              <a:gd name="connsiteY6" fmla="*/ 82229 h 4027722"/>
              <a:gd name="connsiteX7" fmla="*/ 1937927 w 2861186"/>
              <a:gd name="connsiteY7" fmla="*/ 120214 h 4027722"/>
              <a:gd name="connsiteX8" fmla="*/ 1940368 w 2861186"/>
              <a:gd name="connsiteY8" fmla="*/ 122714 h 4027722"/>
              <a:gd name="connsiteX9" fmla="*/ 2812889 w 2861186"/>
              <a:gd name="connsiteY9" fmla="*/ 1842443 h 4027722"/>
              <a:gd name="connsiteX10" fmla="*/ 2837499 w 2861186"/>
              <a:gd name="connsiteY10" fmla="*/ 1891664 h 4027722"/>
              <a:gd name="connsiteX11" fmla="*/ 2854335 w 2861186"/>
              <a:gd name="connsiteY11" fmla="*/ 1945900 h 4027722"/>
              <a:gd name="connsiteX12" fmla="*/ 2861186 w 2861186"/>
              <a:gd name="connsiteY12" fmla="*/ 2013861 h 4027722"/>
              <a:gd name="connsiteX13" fmla="*/ 2854335 w 2861186"/>
              <a:gd name="connsiteY13" fmla="*/ 2081822 h 4027722"/>
              <a:gd name="connsiteX14" fmla="*/ 2837499 w 2861186"/>
              <a:gd name="connsiteY14" fmla="*/ 2136058 h 4027722"/>
              <a:gd name="connsiteX15" fmla="*/ 2812889 w 2861186"/>
              <a:gd name="connsiteY15" fmla="*/ 2185279 h 4027722"/>
              <a:gd name="connsiteX16" fmla="*/ 1972695 w 2861186"/>
              <a:gd name="connsiteY16" fmla="*/ 3858360 h 4027722"/>
              <a:gd name="connsiteX17" fmla="*/ 1748117 w 2861186"/>
              <a:gd name="connsiteY17" fmla="*/ 4020872 h 4027722"/>
              <a:gd name="connsiteX18" fmla="*/ 1680168 w 2861186"/>
              <a:gd name="connsiteY18" fmla="*/ 4027722 h 4027722"/>
              <a:gd name="connsiteX19" fmla="*/ 1680145 w 2861186"/>
              <a:gd name="connsiteY19" fmla="*/ 4027722 h 4027722"/>
              <a:gd name="connsiteX20" fmla="*/ 0 w 2861186"/>
              <a:gd name="connsiteY20" fmla="*/ 4027722 h 4027722"/>
              <a:gd name="connsiteX21" fmla="*/ 91440 w 2861186"/>
              <a:gd name="connsiteY21" fmla="*/ 924201 h 4027722"/>
              <a:gd name="connsiteX0" fmla="*/ 0 w 2861186"/>
              <a:gd name="connsiteY0" fmla="*/ 832761 h 4027722"/>
              <a:gd name="connsiteX1" fmla="*/ 0 w 2861186"/>
              <a:gd name="connsiteY1" fmla="*/ 0 h 4027722"/>
              <a:gd name="connsiteX2" fmla="*/ 1680145 w 2861186"/>
              <a:gd name="connsiteY2" fmla="*/ 0 h 4027722"/>
              <a:gd name="connsiteX3" fmla="*/ 1680145 w 2861186"/>
              <a:gd name="connsiteY3" fmla="*/ 0 h 4027722"/>
              <a:gd name="connsiteX4" fmla="*/ 1680168 w 2861186"/>
              <a:gd name="connsiteY4" fmla="*/ 0 h 4027722"/>
              <a:gd name="connsiteX5" fmla="*/ 1748117 w 2861186"/>
              <a:gd name="connsiteY5" fmla="*/ 6850 h 4027722"/>
              <a:gd name="connsiteX6" fmla="*/ 1900839 w 2861186"/>
              <a:gd name="connsiteY6" fmla="*/ 82229 h 4027722"/>
              <a:gd name="connsiteX7" fmla="*/ 1937927 w 2861186"/>
              <a:gd name="connsiteY7" fmla="*/ 120214 h 4027722"/>
              <a:gd name="connsiteX8" fmla="*/ 1940368 w 2861186"/>
              <a:gd name="connsiteY8" fmla="*/ 122714 h 4027722"/>
              <a:gd name="connsiteX9" fmla="*/ 2812889 w 2861186"/>
              <a:gd name="connsiteY9" fmla="*/ 1842443 h 4027722"/>
              <a:gd name="connsiteX10" fmla="*/ 2837499 w 2861186"/>
              <a:gd name="connsiteY10" fmla="*/ 1891664 h 4027722"/>
              <a:gd name="connsiteX11" fmla="*/ 2854335 w 2861186"/>
              <a:gd name="connsiteY11" fmla="*/ 1945900 h 4027722"/>
              <a:gd name="connsiteX12" fmla="*/ 2861186 w 2861186"/>
              <a:gd name="connsiteY12" fmla="*/ 2013861 h 4027722"/>
              <a:gd name="connsiteX13" fmla="*/ 2854335 w 2861186"/>
              <a:gd name="connsiteY13" fmla="*/ 2081822 h 4027722"/>
              <a:gd name="connsiteX14" fmla="*/ 2837499 w 2861186"/>
              <a:gd name="connsiteY14" fmla="*/ 2136058 h 4027722"/>
              <a:gd name="connsiteX15" fmla="*/ 2812889 w 2861186"/>
              <a:gd name="connsiteY15" fmla="*/ 2185279 h 4027722"/>
              <a:gd name="connsiteX16" fmla="*/ 1972695 w 2861186"/>
              <a:gd name="connsiteY16" fmla="*/ 3858360 h 4027722"/>
              <a:gd name="connsiteX17" fmla="*/ 1748117 w 2861186"/>
              <a:gd name="connsiteY17" fmla="*/ 4020872 h 4027722"/>
              <a:gd name="connsiteX18" fmla="*/ 1680168 w 2861186"/>
              <a:gd name="connsiteY18" fmla="*/ 4027722 h 4027722"/>
              <a:gd name="connsiteX19" fmla="*/ 1680145 w 2861186"/>
              <a:gd name="connsiteY19" fmla="*/ 4027722 h 4027722"/>
              <a:gd name="connsiteX20" fmla="*/ 0 w 2861186"/>
              <a:gd name="connsiteY20" fmla="*/ 4027722 h 4027722"/>
              <a:gd name="connsiteX0" fmla="*/ 0 w 2861186"/>
              <a:gd name="connsiteY0" fmla="*/ 0 h 4027722"/>
              <a:gd name="connsiteX1" fmla="*/ 1680145 w 2861186"/>
              <a:gd name="connsiteY1" fmla="*/ 0 h 4027722"/>
              <a:gd name="connsiteX2" fmla="*/ 1680145 w 2861186"/>
              <a:gd name="connsiteY2" fmla="*/ 0 h 4027722"/>
              <a:gd name="connsiteX3" fmla="*/ 1680168 w 2861186"/>
              <a:gd name="connsiteY3" fmla="*/ 0 h 4027722"/>
              <a:gd name="connsiteX4" fmla="*/ 1748117 w 2861186"/>
              <a:gd name="connsiteY4" fmla="*/ 6850 h 4027722"/>
              <a:gd name="connsiteX5" fmla="*/ 1900839 w 2861186"/>
              <a:gd name="connsiteY5" fmla="*/ 82229 h 4027722"/>
              <a:gd name="connsiteX6" fmla="*/ 1937927 w 2861186"/>
              <a:gd name="connsiteY6" fmla="*/ 120214 h 4027722"/>
              <a:gd name="connsiteX7" fmla="*/ 1940368 w 2861186"/>
              <a:gd name="connsiteY7" fmla="*/ 122714 h 4027722"/>
              <a:gd name="connsiteX8" fmla="*/ 2812889 w 2861186"/>
              <a:gd name="connsiteY8" fmla="*/ 1842443 h 4027722"/>
              <a:gd name="connsiteX9" fmla="*/ 2837499 w 2861186"/>
              <a:gd name="connsiteY9" fmla="*/ 1891664 h 4027722"/>
              <a:gd name="connsiteX10" fmla="*/ 2854335 w 2861186"/>
              <a:gd name="connsiteY10" fmla="*/ 1945900 h 4027722"/>
              <a:gd name="connsiteX11" fmla="*/ 2861186 w 2861186"/>
              <a:gd name="connsiteY11" fmla="*/ 2013861 h 4027722"/>
              <a:gd name="connsiteX12" fmla="*/ 2854335 w 2861186"/>
              <a:gd name="connsiteY12" fmla="*/ 2081822 h 4027722"/>
              <a:gd name="connsiteX13" fmla="*/ 2837499 w 2861186"/>
              <a:gd name="connsiteY13" fmla="*/ 2136058 h 4027722"/>
              <a:gd name="connsiteX14" fmla="*/ 2812889 w 2861186"/>
              <a:gd name="connsiteY14" fmla="*/ 2185279 h 4027722"/>
              <a:gd name="connsiteX15" fmla="*/ 1972695 w 2861186"/>
              <a:gd name="connsiteY15" fmla="*/ 3858360 h 4027722"/>
              <a:gd name="connsiteX16" fmla="*/ 1748117 w 2861186"/>
              <a:gd name="connsiteY16" fmla="*/ 4020872 h 4027722"/>
              <a:gd name="connsiteX17" fmla="*/ 1680168 w 2861186"/>
              <a:gd name="connsiteY17" fmla="*/ 4027722 h 4027722"/>
              <a:gd name="connsiteX18" fmla="*/ 1680145 w 2861186"/>
              <a:gd name="connsiteY18" fmla="*/ 4027722 h 4027722"/>
              <a:gd name="connsiteX19" fmla="*/ 0 w 2861186"/>
              <a:gd name="connsiteY19" fmla="*/ 4027722 h 402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861186" h="4027722">
                <a:moveTo>
                  <a:pt x="0" y="0"/>
                </a:moveTo>
                <a:lnTo>
                  <a:pt x="1680145" y="0"/>
                </a:lnTo>
                <a:lnTo>
                  <a:pt x="1680145" y="0"/>
                </a:lnTo>
                <a:lnTo>
                  <a:pt x="1680168" y="0"/>
                </a:lnTo>
                <a:lnTo>
                  <a:pt x="1748117" y="6850"/>
                </a:lnTo>
                <a:cubicBezTo>
                  <a:pt x="1805741" y="18641"/>
                  <a:pt x="1858011" y="45130"/>
                  <a:pt x="1900839" y="82229"/>
                </a:cubicBezTo>
                <a:lnTo>
                  <a:pt x="1937927" y="120214"/>
                </a:lnTo>
                <a:lnTo>
                  <a:pt x="1940368" y="122714"/>
                </a:lnTo>
                <a:lnTo>
                  <a:pt x="2812889" y="1842443"/>
                </a:lnTo>
                <a:lnTo>
                  <a:pt x="2837499" y="1891664"/>
                </a:lnTo>
                <a:lnTo>
                  <a:pt x="2854335" y="1945900"/>
                </a:lnTo>
                <a:cubicBezTo>
                  <a:pt x="2858827" y="1967853"/>
                  <a:pt x="2861186" y="1990581"/>
                  <a:pt x="2861186" y="2013861"/>
                </a:cubicBezTo>
                <a:cubicBezTo>
                  <a:pt x="2861186" y="2037141"/>
                  <a:pt x="2858827" y="2059870"/>
                  <a:pt x="2854335" y="2081822"/>
                </a:cubicBezTo>
                <a:lnTo>
                  <a:pt x="2837499" y="2136058"/>
                </a:lnTo>
                <a:lnTo>
                  <a:pt x="2812889" y="2185279"/>
                </a:lnTo>
                <a:lnTo>
                  <a:pt x="1972695" y="3858360"/>
                </a:lnTo>
                <a:cubicBezTo>
                  <a:pt x="1925324" y="3940741"/>
                  <a:pt x="1844157" y="4001220"/>
                  <a:pt x="1748117" y="4020872"/>
                </a:cubicBezTo>
                <a:lnTo>
                  <a:pt x="1680168" y="4027722"/>
                </a:lnTo>
                <a:lnTo>
                  <a:pt x="1680145" y="4027722"/>
                </a:lnTo>
                <a:lnTo>
                  <a:pt x="0" y="4027722"/>
                </a:lnTo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4259" y="2362200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SECTION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1801" y="2792680"/>
            <a:ext cx="14414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800" b="1" dirty="0">
                <a:solidFill>
                  <a:schemeClr val="bg1"/>
                </a:solidFill>
              </a:rPr>
              <a:t>02</a:t>
            </a:r>
            <a:endParaRPr lang="zh-CN" altLang="en-US" sz="8800" b="1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33753" y="2122269"/>
            <a:ext cx="3749744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3600" b="1" dirty="0">
                <a:ln w="12700">
                  <a:solidFill>
                    <a:schemeClr val="bg1"/>
                  </a:solidFill>
                </a:ln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4.2.1 </a:t>
            </a:r>
            <a:r>
              <a:rPr lang="zh-CN" altLang="en-US" sz="3600" b="1" dirty="0">
                <a:ln w="12700">
                  <a:solidFill>
                    <a:schemeClr val="bg1"/>
                  </a:solidFill>
                </a:ln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关系运算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2891772" y="2740831"/>
            <a:ext cx="3781022" cy="1494837"/>
            <a:chOff x="3244042" y="2880263"/>
            <a:chExt cx="3781022" cy="1494837"/>
          </a:xfrm>
        </p:grpSpPr>
        <p:sp>
          <p:nvSpPr>
            <p:cNvPr id="8" name="文本框 7"/>
            <p:cNvSpPr txBox="1"/>
            <p:nvPr/>
          </p:nvSpPr>
          <p:spPr>
            <a:xfrm>
              <a:off x="3244042" y="2880263"/>
              <a:ext cx="3570208" cy="1107996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63500" contourW="25400"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r>
                <a:rPr lang="zh-CN" altLang="en-US" sz="6600" b="1" dirty="0">
                  <a:ln w="0"/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152400" dist="38100" dir="5400000" algn="t" rotWithShape="0">
                      <a:prstClr val="black">
                        <a:alpha val="65000"/>
                      </a:prst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条件表示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3258707" y="3851880"/>
              <a:ext cx="376635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sz="2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Content of courses</a:t>
              </a:r>
              <a:endPara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7633753" y="3003800"/>
            <a:ext cx="3749744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3600" b="1" dirty="0">
                <a:ln w="12700">
                  <a:solidFill>
                    <a:schemeClr val="bg1"/>
                  </a:solidFill>
                </a:ln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4.2.2 </a:t>
            </a:r>
            <a:r>
              <a:rPr lang="zh-CN" altLang="en-US" sz="3600" b="1" dirty="0">
                <a:ln w="12700">
                  <a:solidFill>
                    <a:schemeClr val="bg1"/>
                  </a:solidFill>
                </a:ln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逻辑运算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633753" y="3901690"/>
            <a:ext cx="3749744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3600" b="1" dirty="0">
                <a:ln w="12700">
                  <a:solidFill>
                    <a:schemeClr val="bg1"/>
                  </a:solidFill>
                </a:ln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4.2.3 </a:t>
            </a:r>
            <a:r>
              <a:rPr lang="zh-CN" altLang="en-US" sz="3600" b="1" dirty="0">
                <a:ln w="12700">
                  <a:solidFill>
                    <a:schemeClr val="bg1"/>
                  </a:solidFill>
                </a:ln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短路求值</a:t>
            </a:r>
          </a:p>
        </p:txBody>
      </p:sp>
    </p:spTree>
    <p:extLst>
      <p:ext uri="{BB962C8B-B14F-4D97-AF65-F5344CB8AC3E}">
        <p14:creationId xmlns:p14="http://schemas.microsoft.com/office/powerpoint/2010/main" val="190603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020394" y="8099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lstStyle/>
          <a:p>
            <a:pPr lvl="0" algn="ctr">
              <a:defRPr/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门票价格</a:t>
            </a:r>
          </a:p>
        </p:txBody>
      </p:sp>
      <p:sp>
        <p:nvSpPr>
          <p:cNvPr id="23" name="椭圆 3"/>
          <p:cNvSpPr/>
          <p:nvPr/>
        </p:nvSpPr>
        <p:spPr>
          <a:xfrm>
            <a:off x="6094918" y="2544530"/>
            <a:ext cx="482600" cy="280099"/>
          </a:xfrm>
          <a:custGeom>
            <a:avLst/>
            <a:gdLst>
              <a:gd name="connsiteX0" fmla="*/ 242998 w 328675"/>
              <a:gd name="connsiteY0" fmla="*/ 18010 h 190762"/>
              <a:gd name="connsiteX1" fmla="*/ 261136 w 328675"/>
              <a:gd name="connsiteY1" fmla="*/ 54229 h 190762"/>
              <a:gd name="connsiteX2" fmla="*/ 283160 w 328675"/>
              <a:gd name="connsiteY2" fmla="*/ 95621 h 190762"/>
              <a:gd name="connsiteX3" fmla="*/ 284456 w 328675"/>
              <a:gd name="connsiteY3" fmla="*/ 96915 h 190762"/>
              <a:gd name="connsiteX4" fmla="*/ 281865 w 328675"/>
              <a:gd name="connsiteY4" fmla="*/ 103382 h 190762"/>
              <a:gd name="connsiteX5" fmla="*/ 280569 w 328675"/>
              <a:gd name="connsiteY5" fmla="*/ 104676 h 190762"/>
              <a:gd name="connsiteX6" fmla="*/ 276683 w 328675"/>
              <a:gd name="connsiteY6" fmla="*/ 103382 h 190762"/>
              <a:gd name="connsiteX7" fmla="*/ 267614 w 328675"/>
              <a:gd name="connsiteY7" fmla="*/ 105970 h 190762"/>
              <a:gd name="connsiteX8" fmla="*/ 245589 w 328675"/>
              <a:gd name="connsiteY8" fmla="*/ 112437 h 190762"/>
              <a:gd name="connsiteX9" fmla="*/ 217087 w 328675"/>
              <a:gd name="connsiteY9" fmla="*/ 133133 h 190762"/>
              <a:gd name="connsiteX10" fmla="*/ 185994 w 328675"/>
              <a:gd name="connsiteY10" fmla="*/ 157710 h 190762"/>
              <a:gd name="connsiteX11" fmla="*/ 235225 w 328675"/>
              <a:gd name="connsiteY11" fmla="*/ 130546 h 190762"/>
              <a:gd name="connsiteX12" fmla="*/ 263727 w 328675"/>
              <a:gd name="connsiteY12" fmla="*/ 115024 h 190762"/>
              <a:gd name="connsiteX13" fmla="*/ 298707 w 328675"/>
              <a:gd name="connsiteY13" fmla="*/ 108557 h 190762"/>
              <a:gd name="connsiteX14" fmla="*/ 268909 w 328675"/>
              <a:gd name="connsiteY14" fmla="*/ 47761 h 190762"/>
              <a:gd name="connsiteX15" fmla="*/ 242998 w 328675"/>
              <a:gd name="connsiteY15" fmla="*/ 18010 h 190762"/>
              <a:gd name="connsiteX16" fmla="*/ 88200 w 328675"/>
              <a:gd name="connsiteY16" fmla="*/ 16115 h 190762"/>
              <a:gd name="connsiteX17" fmla="*/ 68939 w 328675"/>
              <a:gd name="connsiteY17" fmla="*/ 27638 h 190762"/>
              <a:gd name="connsiteX18" fmla="*/ 58667 w 328675"/>
              <a:gd name="connsiteY18" fmla="*/ 46841 h 190762"/>
              <a:gd name="connsiteX19" fmla="*/ 30419 w 328675"/>
              <a:gd name="connsiteY19" fmla="*/ 107013 h 190762"/>
              <a:gd name="connsiteX20" fmla="*/ 117732 w 328675"/>
              <a:gd name="connsiteY20" fmla="*/ 133898 h 190762"/>
              <a:gd name="connsiteX21" fmla="*/ 52247 w 328675"/>
              <a:gd name="connsiteY21" fmla="*/ 98051 h 190762"/>
              <a:gd name="connsiteX22" fmla="*/ 52247 w 328675"/>
              <a:gd name="connsiteY22" fmla="*/ 90370 h 190762"/>
              <a:gd name="connsiteX23" fmla="*/ 61235 w 328675"/>
              <a:gd name="connsiteY23" fmla="*/ 71166 h 190762"/>
              <a:gd name="connsiteX24" fmla="*/ 74076 w 328675"/>
              <a:gd name="connsiteY24" fmla="*/ 45561 h 190762"/>
              <a:gd name="connsiteX25" fmla="*/ 88200 w 328675"/>
              <a:gd name="connsiteY25" fmla="*/ 16115 h 190762"/>
              <a:gd name="connsiteX26" fmla="*/ 229033 w 328675"/>
              <a:gd name="connsiteY26" fmla="*/ 13248 h 190762"/>
              <a:gd name="connsiteX27" fmla="*/ 216098 w 328675"/>
              <a:gd name="connsiteY27" fmla="*/ 15843 h 190762"/>
              <a:gd name="connsiteX28" fmla="*/ 195401 w 328675"/>
              <a:gd name="connsiteY28" fmla="*/ 23629 h 190762"/>
              <a:gd name="connsiteX29" fmla="*/ 169531 w 328675"/>
              <a:gd name="connsiteY29" fmla="*/ 50879 h 190762"/>
              <a:gd name="connsiteX30" fmla="*/ 166944 w 328675"/>
              <a:gd name="connsiteY30" fmla="*/ 155985 h 190762"/>
              <a:gd name="connsiteX31" fmla="*/ 168238 w 328675"/>
              <a:gd name="connsiteY31" fmla="*/ 159878 h 190762"/>
              <a:gd name="connsiteX32" fmla="*/ 168238 w 328675"/>
              <a:gd name="connsiteY32" fmla="*/ 162473 h 190762"/>
              <a:gd name="connsiteX33" fmla="*/ 195401 w 328675"/>
              <a:gd name="connsiteY33" fmla="*/ 139116 h 190762"/>
              <a:gd name="connsiteX34" fmla="*/ 229033 w 328675"/>
              <a:gd name="connsiteY34" fmla="*/ 111867 h 190762"/>
              <a:gd name="connsiteX35" fmla="*/ 269132 w 328675"/>
              <a:gd name="connsiteY35" fmla="*/ 96295 h 190762"/>
              <a:gd name="connsiteX36" fmla="*/ 271719 w 328675"/>
              <a:gd name="connsiteY36" fmla="*/ 96295 h 190762"/>
              <a:gd name="connsiteX37" fmla="*/ 253610 w 328675"/>
              <a:gd name="connsiteY37" fmla="*/ 58665 h 190762"/>
              <a:gd name="connsiteX38" fmla="*/ 229033 w 328675"/>
              <a:gd name="connsiteY38" fmla="*/ 13248 h 190762"/>
              <a:gd name="connsiteX39" fmla="*/ 107016 w 328675"/>
              <a:gd name="connsiteY39" fmla="*/ 9778 h 190762"/>
              <a:gd name="connsiteX40" fmla="*/ 94117 w 328675"/>
              <a:gd name="connsiteY40" fmla="*/ 24002 h 190762"/>
              <a:gd name="connsiteX41" fmla="*/ 60581 w 328675"/>
              <a:gd name="connsiteY41" fmla="*/ 91240 h 190762"/>
              <a:gd name="connsiteX42" fmla="*/ 158610 w 328675"/>
              <a:gd name="connsiteY42" fmla="*/ 168823 h 190762"/>
              <a:gd name="connsiteX43" fmla="*/ 159899 w 328675"/>
              <a:gd name="connsiteY43" fmla="*/ 162358 h 190762"/>
              <a:gd name="connsiteX44" fmla="*/ 162479 w 328675"/>
              <a:gd name="connsiteY44" fmla="*/ 104171 h 190762"/>
              <a:gd name="connsiteX45" fmla="*/ 163769 w 328675"/>
              <a:gd name="connsiteY45" fmla="*/ 67965 h 190762"/>
              <a:gd name="connsiteX46" fmla="*/ 163769 w 328675"/>
              <a:gd name="connsiteY46" fmla="*/ 55035 h 190762"/>
              <a:gd name="connsiteX47" fmla="*/ 163769 w 328675"/>
              <a:gd name="connsiteY47" fmla="*/ 52449 h 190762"/>
              <a:gd name="connsiteX48" fmla="*/ 163769 w 328675"/>
              <a:gd name="connsiteY48" fmla="*/ 51156 h 190762"/>
              <a:gd name="connsiteX49" fmla="*/ 159899 w 328675"/>
              <a:gd name="connsiteY49" fmla="*/ 49863 h 190762"/>
              <a:gd name="connsiteX50" fmla="*/ 126363 w 328675"/>
              <a:gd name="connsiteY50" fmla="*/ 16244 h 190762"/>
              <a:gd name="connsiteX51" fmla="*/ 107016 w 328675"/>
              <a:gd name="connsiteY51" fmla="*/ 9778 h 190762"/>
              <a:gd name="connsiteX52" fmla="*/ 115067 w 328675"/>
              <a:gd name="connsiteY52" fmla="*/ 1621 h 190762"/>
              <a:gd name="connsiteX53" fmla="*/ 129896 w 328675"/>
              <a:gd name="connsiteY53" fmla="*/ 8755 h 190762"/>
              <a:gd name="connsiteX54" fmla="*/ 166001 w 328675"/>
              <a:gd name="connsiteY54" fmla="*/ 43774 h 190762"/>
              <a:gd name="connsiteX55" fmla="*/ 186632 w 328675"/>
              <a:gd name="connsiteY55" fmla="*/ 17834 h 190762"/>
              <a:gd name="connsiteX56" fmla="*/ 211132 w 328675"/>
              <a:gd name="connsiteY56" fmla="*/ 7458 h 190762"/>
              <a:gd name="connsiteX57" fmla="*/ 230474 w 328675"/>
              <a:gd name="connsiteY57" fmla="*/ 3567 h 190762"/>
              <a:gd name="connsiteX58" fmla="*/ 234342 w 328675"/>
              <a:gd name="connsiteY58" fmla="*/ 7458 h 190762"/>
              <a:gd name="connsiteX59" fmla="*/ 235632 w 328675"/>
              <a:gd name="connsiteY59" fmla="*/ 8755 h 190762"/>
              <a:gd name="connsiteX60" fmla="*/ 236921 w 328675"/>
              <a:gd name="connsiteY60" fmla="*/ 10052 h 190762"/>
              <a:gd name="connsiteX61" fmla="*/ 264000 w 328675"/>
              <a:gd name="connsiteY61" fmla="*/ 19131 h 190762"/>
              <a:gd name="connsiteX62" fmla="*/ 294947 w 328675"/>
              <a:gd name="connsiteY62" fmla="*/ 46367 h 190762"/>
              <a:gd name="connsiteX63" fmla="*/ 325894 w 328675"/>
              <a:gd name="connsiteY63" fmla="*/ 100841 h 190762"/>
              <a:gd name="connsiteX64" fmla="*/ 306552 w 328675"/>
              <a:gd name="connsiteY64" fmla="*/ 139750 h 190762"/>
              <a:gd name="connsiteX65" fmla="*/ 233053 w 328675"/>
              <a:gd name="connsiteY65" fmla="*/ 164393 h 190762"/>
              <a:gd name="connsiteX66" fmla="*/ 173738 w 328675"/>
              <a:gd name="connsiteY66" fmla="*/ 189035 h 190762"/>
              <a:gd name="connsiteX67" fmla="*/ 142790 w 328675"/>
              <a:gd name="connsiteY67" fmla="*/ 182550 h 190762"/>
              <a:gd name="connsiteX68" fmla="*/ 86054 w 328675"/>
              <a:gd name="connsiteY68" fmla="*/ 156611 h 190762"/>
              <a:gd name="connsiteX69" fmla="*/ 31897 w 328675"/>
              <a:gd name="connsiteY69" fmla="*/ 133265 h 190762"/>
              <a:gd name="connsiteX70" fmla="*/ 3528 w 328675"/>
              <a:gd name="connsiteY70" fmla="*/ 124186 h 190762"/>
              <a:gd name="connsiteX71" fmla="*/ 3528 w 328675"/>
              <a:gd name="connsiteY71" fmla="*/ 102138 h 190762"/>
              <a:gd name="connsiteX72" fmla="*/ 57686 w 328675"/>
              <a:gd name="connsiteY72" fmla="*/ 15240 h 190762"/>
              <a:gd name="connsiteX73" fmla="*/ 60265 w 328675"/>
              <a:gd name="connsiteY73" fmla="*/ 13943 h 190762"/>
              <a:gd name="connsiteX74" fmla="*/ 66712 w 328675"/>
              <a:gd name="connsiteY74" fmla="*/ 16537 h 190762"/>
              <a:gd name="connsiteX75" fmla="*/ 92501 w 328675"/>
              <a:gd name="connsiteY75" fmla="*/ 10052 h 190762"/>
              <a:gd name="connsiteX76" fmla="*/ 100238 w 328675"/>
              <a:gd name="connsiteY76" fmla="*/ 2270 h 190762"/>
              <a:gd name="connsiteX77" fmla="*/ 115067 w 328675"/>
              <a:gd name="connsiteY77" fmla="*/ 1621 h 190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28675" h="190762">
                <a:moveTo>
                  <a:pt x="242998" y="18010"/>
                </a:moveTo>
                <a:cubicBezTo>
                  <a:pt x="250772" y="29652"/>
                  <a:pt x="255954" y="42587"/>
                  <a:pt x="261136" y="54229"/>
                </a:cubicBezTo>
                <a:cubicBezTo>
                  <a:pt x="268909" y="67164"/>
                  <a:pt x="277978" y="81393"/>
                  <a:pt x="283160" y="95621"/>
                </a:cubicBezTo>
                <a:cubicBezTo>
                  <a:pt x="283160" y="95621"/>
                  <a:pt x="283160" y="96915"/>
                  <a:pt x="284456" y="96915"/>
                </a:cubicBezTo>
                <a:cubicBezTo>
                  <a:pt x="285752" y="99502"/>
                  <a:pt x="284456" y="103382"/>
                  <a:pt x="281865" y="103382"/>
                </a:cubicBezTo>
                <a:cubicBezTo>
                  <a:pt x="281865" y="103382"/>
                  <a:pt x="281865" y="103382"/>
                  <a:pt x="280569" y="104676"/>
                </a:cubicBezTo>
                <a:cubicBezTo>
                  <a:pt x="279274" y="104676"/>
                  <a:pt x="277978" y="104676"/>
                  <a:pt x="276683" y="103382"/>
                </a:cubicBezTo>
                <a:cubicBezTo>
                  <a:pt x="274092" y="104676"/>
                  <a:pt x="268909" y="105970"/>
                  <a:pt x="267614" y="105970"/>
                </a:cubicBezTo>
                <a:cubicBezTo>
                  <a:pt x="259840" y="107263"/>
                  <a:pt x="252067" y="108557"/>
                  <a:pt x="245589" y="112437"/>
                </a:cubicBezTo>
                <a:cubicBezTo>
                  <a:pt x="235225" y="117611"/>
                  <a:pt x="226156" y="125372"/>
                  <a:pt x="217087" y="133133"/>
                </a:cubicBezTo>
                <a:cubicBezTo>
                  <a:pt x="206723" y="140895"/>
                  <a:pt x="196358" y="149949"/>
                  <a:pt x="185994" y="157710"/>
                </a:cubicBezTo>
                <a:cubicBezTo>
                  <a:pt x="201541" y="148656"/>
                  <a:pt x="218383" y="140895"/>
                  <a:pt x="235225" y="130546"/>
                </a:cubicBezTo>
                <a:cubicBezTo>
                  <a:pt x="244294" y="125372"/>
                  <a:pt x="253363" y="118905"/>
                  <a:pt x="263727" y="115024"/>
                </a:cubicBezTo>
                <a:cubicBezTo>
                  <a:pt x="275387" y="109850"/>
                  <a:pt x="287047" y="109850"/>
                  <a:pt x="298707" y="108557"/>
                </a:cubicBezTo>
                <a:cubicBezTo>
                  <a:pt x="292229" y="87860"/>
                  <a:pt x="279274" y="68457"/>
                  <a:pt x="268909" y="47761"/>
                </a:cubicBezTo>
                <a:cubicBezTo>
                  <a:pt x="262432" y="33532"/>
                  <a:pt x="258545" y="19304"/>
                  <a:pt x="242998" y="18010"/>
                </a:cubicBezTo>
                <a:close/>
                <a:moveTo>
                  <a:pt x="88200" y="16115"/>
                </a:moveTo>
                <a:cubicBezTo>
                  <a:pt x="79212" y="14835"/>
                  <a:pt x="74076" y="17396"/>
                  <a:pt x="68939" y="27638"/>
                </a:cubicBezTo>
                <a:cubicBezTo>
                  <a:pt x="65087" y="34039"/>
                  <a:pt x="62519" y="40440"/>
                  <a:pt x="58667" y="46841"/>
                </a:cubicBezTo>
                <a:cubicBezTo>
                  <a:pt x="47111" y="66045"/>
                  <a:pt x="35555" y="85249"/>
                  <a:pt x="30419" y="107013"/>
                </a:cubicBezTo>
                <a:cubicBezTo>
                  <a:pt x="57383" y="113414"/>
                  <a:pt x="90768" y="119816"/>
                  <a:pt x="117732" y="133898"/>
                </a:cubicBezTo>
                <a:cubicBezTo>
                  <a:pt x="99756" y="114695"/>
                  <a:pt x="80496" y="100612"/>
                  <a:pt x="52247" y="98051"/>
                </a:cubicBezTo>
                <a:cubicBezTo>
                  <a:pt x="48395" y="98051"/>
                  <a:pt x="47111" y="91650"/>
                  <a:pt x="52247" y="90370"/>
                </a:cubicBezTo>
                <a:cubicBezTo>
                  <a:pt x="52247" y="83969"/>
                  <a:pt x="57383" y="77567"/>
                  <a:pt x="61235" y="71166"/>
                </a:cubicBezTo>
                <a:cubicBezTo>
                  <a:pt x="66371" y="63485"/>
                  <a:pt x="70223" y="54523"/>
                  <a:pt x="74076" y="45561"/>
                </a:cubicBezTo>
                <a:cubicBezTo>
                  <a:pt x="77928" y="35319"/>
                  <a:pt x="83064" y="25077"/>
                  <a:pt x="88200" y="16115"/>
                </a:cubicBezTo>
                <a:close/>
                <a:moveTo>
                  <a:pt x="229033" y="13248"/>
                </a:moveTo>
                <a:cubicBezTo>
                  <a:pt x="223859" y="14546"/>
                  <a:pt x="219978" y="14546"/>
                  <a:pt x="216098" y="15843"/>
                </a:cubicBezTo>
                <a:cubicBezTo>
                  <a:pt x="208337" y="18439"/>
                  <a:pt x="201869" y="21034"/>
                  <a:pt x="195401" y="23629"/>
                </a:cubicBezTo>
                <a:cubicBezTo>
                  <a:pt x="182466" y="30117"/>
                  <a:pt x="174705" y="37903"/>
                  <a:pt x="169531" y="50879"/>
                </a:cubicBezTo>
                <a:cubicBezTo>
                  <a:pt x="175999" y="69045"/>
                  <a:pt x="170825" y="131331"/>
                  <a:pt x="166944" y="155985"/>
                </a:cubicBezTo>
                <a:cubicBezTo>
                  <a:pt x="168238" y="157283"/>
                  <a:pt x="169531" y="158580"/>
                  <a:pt x="168238" y="159878"/>
                </a:cubicBezTo>
                <a:cubicBezTo>
                  <a:pt x="168238" y="161176"/>
                  <a:pt x="168238" y="161176"/>
                  <a:pt x="168238" y="162473"/>
                </a:cubicBezTo>
                <a:cubicBezTo>
                  <a:pt x="175999" y="154688"/>
                  <a:pt x="186347" y="146902"/>
                  <a:pt x="195401" y="139116"/>
                </a:cubicBezTo>
                <a:cubicBezTo>
                  <a:pt x="207043" y="130033"/>
                  <a:pt x="217391" y="119652"/>
                  <a:pt x="229033" y="111867"/>
                </a:cubicBezTo>
                <a:cubicBezTo>
                  <a:pt x="241968" y="102783"/>
                  <a:pt x="254903" y="100188"/>
                  <a:pt x="269132" y="96295"/>
                </a:cubicBezTo>
                <a:cubicBezTo>
                  <a:pt x="270426" y="96295"/>
                  <a:pt x="270426" y="96295"/>
                  <a:pt x="271719" y="96295"/>
                </a:cubicBezTo>
                <a:cubicBezTo>
                  <a:pt x="263958" y="84617"/>
                  <a:pt x="258784" y="70343"/>
                  <a:pt x="253610" y="58665"/>
                </a:cubicBezTo>
                <a:cubicBezTo>
                  <a:pt x="245849" y="43093"/>
                  <a:pt x="238088" y="28820"/>
                  <a:pt x="229033" y="13248"/>
                </a:cubicBezTo>
                <a:close/>
                <a:moveTo>
                  <a:pt x="107016" y="9778"/>
                </a:moveTo>
                <a:cubicBezTo>
                  <a:pt x="101856" y="8485"/>
                  <a:pt x="95407" y="21416"/>
                  <a:pt x="94117" y="24002"/>
                </a:cubicBezTo>
                <a:cubicBezTo>
                  <a:pt x="81219" y="45984"/>
                  <a:pt x="74769" y="70552"/>
                  <a:pt x="60581" y="91240"/>
                </a:cubicBezTo>
                <a:cubicBezTo>
                  <a:pt x="104436" y="91240"/>
                  <a:pt x="132813" y="139083"/>
                  <a:pt x="158610" y="168823"/>
                </a:cubicBezTo>
                <a:cubicBezTo>
                  <a:pt x="158610" y="166237"/>
                  <a:pt x="158610" y="164944"/>
                  <a:pt x="159899" y="162358"/>
                </a:cubicBezTo>
                <a:cubicBezTo>
                  <a:pt x="162479" y="142962"/>
                  <a:pt x="162479" y="123567"/>
                  <a:pt x="162479" y="104171"/>
                </a:cubicBezTo>
                <a:cubicBezTo>
                  <a:pt x="163769" y="92533"/>
                  <a:pt x="163769" y="79603"/>
                  <a:pt x="163769" y="67965"/>
                </a:cubicBezTo>
                <a:cubicBezTo>
                  <a:pt x="163769" y="64086"/>
                  <a:pt x="163769" y="58914"/>
                  <a:pt x="163769" y="55035"/>
                </a:cubicBezTo>
                <a:cubicBezTo>
                  <a:pt x="163769" y="52449"/>
                  <a:pt x="161189" y="48570"/>
                  <a:pt x="163769" y="52449"/>
                </a:cubicBezTo>
                <a:cubicBezTo>
                  <a:pt x="163769" y="51156"/>
                  <a:pt x="163769" y="51156"/>
                  <a:pt x="163769" y="51156"/>
                </a:cubicBezTo>
                <a:cubicBezTo>
                  <a:pt x="162479" y="51156"/>
                  <a:pt x="161189" y="51156"/>
                  <a:pt x="159899" y="49863"/>
                </a:cubicBezTo>
                <a:cubicBezTo>
                  <a:pt x="149581" y="36932"/>
                  <a:pt x="140552" y="25295"/>
                  <a:pt x="126363" y="16244"/>
                </a:cubicBezTo>
                <a:cubicBezTo>
                  <a:pt x="119914" y="13657"/>
                  <a:pt x="113465" y="11071"/>
                  <a:pt x="107016" y="9778"/>
                </a:cubicBezTo>
                <a:close/>
                <a:moveTo>
                  <a:pt x="115067" y="1621"/>
                </a:moveTo>
                <a:cubicBezTo>
                  <a:pt x="120870" y="3567"/>
                  <a:pt x="126672" y="6809"/>
                  <a:pt x="129896" y="8755"/>
                </a:cubicBezTo>
                <a:cubicBezTo>
                  <a:pt x="145369" y="17834"/>
                  <a:pt x="155685" y="29507"/>
                  <a:pt x="166001" y="43774"/>
                </a:cubicBezTo>
                <a:cubicBezTo>
                  <a:pt x="167290" y="33398"/>
                  <a:pt x="176316" y="23022"/>
                  <a:pt x="186632" y="17834"/>
                </a:cubicBezTo>
                <a:cubicBezTo>
                  <a:pt x="194369" y="13943"/>
                  <a:pt x="202106" y="10052"/>
                  <a:pt x="211132" y="7458"/>
                </a:cubicBezTo>
                <a:cubicBezTo>
                  <a:pt x="216290" y="6161"/>
                  <a:pt x="224027" y="2270"/>
                  <a:pt x="230474" y="3567"/>
                </a:cubicBezTo>
                <a:cubicBezTo>
                  <a:pt x="233053" y="3567"/>
                  <a:pt x="234342" y="6161"/>
                  <a:pt x="234342" y="7458"/>
                </a:cubicBezTo>
                <a:cubicBezTo>
                  <a:pt x="234342" y="7458"/>
                  <a:pt x="234342" y="8755"/>
                  <a:pt x="235632" y="8755"/>
                </a:cubicBezTo>
                <a:cubicBezTo>
                  <a:pt x="235632" y="8755"/>
                  <a:pt x="236921" y="10052"/>
                  <a:pt x="236921" y="10052"/>
                </a:cubicBezTo>
                <a:cubicBezTo>
                  <a:pt x="249816" y="7458"/>
                  <a:pt x="257553" y="11349"/>
                  <a:pt x="264000" y="19131"/>
                </a:cubicBezTo>
                <a:cubicBezTo>
                  <a:pt x="278184" y="11349"/>
                  <a:pt x="289789" y="37289"/>
                  <a:pt x="294947" y="46367"/>
                </a:cubicBezTo>
                <a:cubicBezTo>
                  <a:pt x="303973" y="64525"/>
                  <a:pt x="316868" y="82683"/>
                  <a:pt x="325894" y="100841"/>
                </a:cubicBezTo>
                <a:cubicBezTo>
                  <a:pt x="333631" y="121592"/>
                  <a:pt x="324605" y="131968"/>
                  <a:pt x="306552" y="139750"/>
                </a:cubicBezTo>
                <a:cubicBezTo>
                  <a:pt x="283342" y="148829"/>
                  <a:pt x="257553" y="156611"/>
                  <a:pt x="233053" y="164393"/>
                </a:cubicBezTo>
                <a:cubicBezTo>
                  <a:pt x="212421" y="170878"/>
                  <a:pt x="194369" y="179956"/>
                  <a:pt x="173738" y="189035"/>
                </a:cubicBezTo>
                <a:cubicBezTo>
                  <a:pt x="163422" y="194223"/>
                  <a:pt x="153106" y="186441"/>
                  <a:pt x="142790" y="182550"/>
                </a:cubicBezTo>
                <a:cubicBezTo>
                  <a:pt x="124738" y="172175"/>
                  <a:pt x="105396" y="164393"/>
                  <a:pt x="86054" y="156611"/>
                </a:cubicBezTo>
                <a:cubicBezTo>
                  <a:pt x="69291" y="148829"/>
                  <a:pt x="51238" y="137156"/>
                  <a:pt x="31897" y="133265"/>
                </a:cubicBezTo>
                <a:cubicBezTo>
                  <a:pt x="22870" y="130671"/>
                  <a:pt x="11265" y="129374"/>
                  <a:pt x="3528" y="124186"/>
                </a:cubicBezTo>
                <a:cubicBezTo>
                  <a:pt x="-2919" y="118998"/>
                  <a:pt x="949" y="107326"/>
                  <a:pt x="3528" y="102138"/>
                </a:cubicBezTo>
                <a:cubicBezTo>
                  <a:pt x="19002" y="72307"/>
                  <a:pt x="34475" y="38586"/>
                  <a:pt x="57686" y="15240"/>
                </a:cubicBezTo>
                <a:cubicBezTo>
                  <a:pt x="57686" y="13943"/>
                  <a:pt x="60265" y="13943"/>
                  <a:pt x="60265" y="13943"/>
                </a:cubicBezTo>
                <a:cubicBezTo>
                  <a:pt x="64133" y="15240"/>
                  <a:pt x="65423" y="15240"/>
                  <a:pt x="66712" y="16537"/>
                </a:cubicBezTo>
                <a:cubicBezTo>
                  <a:pt x="74449" y="7458"/>
                  <a:pt x="84765" y="973"/>
                  <a:pt x="92501" y="10052"/>
                </a:cubicBezTo>
                <a:cubicBezTo>
                  <a:pt x="95080" y="7458"/>
                  <a:pt x="97659" y="4864"/>
                  <a:pt x="100238" y="2270"/>
                </a:cubicBezTo>
                <a:cubicBezTo>
                  <a:pt x="103462" y="-973"/>
                  <a:pt x="109264" y="-324"/>
                  <a:pt x="115067" y="162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4" name="椭圆 18"/>
          <p:cNvSpPr/>
          <p:nvPr/>
        </p:nvSpPr>
        <p:spPr>
          <a:xfrm>
            <a:off x="8838118" y="2493126"/>
            <a:ext cx="482600" cy="382908"/>
          </a:xfrm>
          <a:custGeom>
            <a:avLst/>
            <a:gdLst>
              <a:gd name="connsiteX0" fmla="*/ 112713 w 338138"/>
              <a:gd name="connsiteY0" fmla="*/ 239713 h 268288"/>
              <a:gd name="connsiteX1" fmla="*/ 103188 w 338138"/>
              <a:gd name="connsiteY1" fmla="*/ 248445 h 268288"/>
              <a:gd name="connsiteX2" fmla="*/ 112713 w 338138"/>
              <a:gd name="connsiteY2" fmla="*/ 257177 h 268288"/>
              <a:gd name="connsiteX3" fmla="*/ 122238 w 338138"/>
              <a:gd name="connsiteY3" fmla="*/ 248445 h 268288"/>
              <a:gd name="connsiteX4" fmla="*/ 112713 w 338138"/>
              <a:gd name="connsiteY4" fmla="*/ 239713 h 268288"/>
              <a:gd name="connsiteX5" fmla="*/ 150813 w 338138"/>
              <a:gd name="connsiteY5" fmla="*/ 207963 h 268288"/>
              <a:gd name="connsiteX6" fmla="*/ 161272 w 338138"/>
              <a:gd name="connsiteY6" fmla="*/ 215901 h 268288"/>
              <a:gd name="connsiteX7" fmla="*/ 173038 w 338138"/>
              <a:gd name="connsiteY7" fmla="*/ 207963 h 268288"/>
              <a:gd name="connsiteX8" fmla="*/ 161272 w 338138"/>
              <a:gd name="connsiteY8" fmla="*/ 207963 h 268288"/>
              <a:gd name="connsiteX9" fmla="*/ 150813 w 338138"/>
              <a:gd name="connsiteY9" fmla="*/ 207963 h 268288"/>
              <a:gd name="connsiteX10" fmla="*/ 271501 w 338138"/>
              <a:gd name="connsiteY10" fmla="*/ 187325 h 268288"/>
              <a:gd name="connsiteX11" fmla="*/ 191197 w 338138"/>
              <a:gd name="connsiteY11" fmla="*/ 206131 h 268288"/>
              <a:gd name="connsiteX12" fmla="*/ 171450 w 338138"/>
              <a:gd name="connsiteY12" fmla="*/ 222250 h 268288"/>
              <a:gd name="connsiteX13" fmla="*/ 267552 w 338138"/>
              <a:gd name="connsiteY13" fmla="*/ 241056 h 268288"/>
              <a:gd name="connsiteX14" fmla="*/ 271501 w 338138"/>
              <a:gd name="connsiteY14" fmla="*/ 187325 h 268288"/>
              <a:gd name="connsiteX15" fmla="*/ 52349 w 338138"/>
              <a:gd name="connsiteY15" fmla="*/ 187325 h 268288"/>
              <a:gd name="connsiteX16" fmla="*/ 56298 w 338138"/>
              <a:gd name="connsiteY16" fmla="*/ 240017 h 268288"/>
              <a:gd name="connsiteX17" fmla="*/ 93159 w 338138"/>
              <a:gd name="connsiteY17" fmla="*/ 246603 h 268288"/>
              <a:gd name="connsiteX18" fmla="*/ 112906 w 338138"/>
              <a:gd name="connsiteY18" fmla="*/ 228161 h 268288"/>
              <a:gd name="connsiteX19" fmla="*/ 128704 w 338138"/>
              <a:gd name="connsiteY19" fmla="*/ 234748 h 268288"/>
              <a:gd name="connsiteX20" fmla="*/ 152400 w 338138"/>
              <a:gd name="connsiteY20" fmla="*/ 221575 h 268288"/>
              <a:gd name="connsiteX21" fmla="*/ 132653 w 338138"/>
              <a:gd name="connsiteY21" fmla="*/ 205767 h 268288"/>
              <a:gd name="connsiteX22" fmla="*/ 52349 w 338138"/>
              <a:gd name="connsiteY22" fmla="*/ 187325 h 268288"/>
              <a:gd name="connsiteX23" fmla="*/ 251163 w 338138"/>
              <a:gd name="connsiteY23" fmla="*/ 142875 h 268288"/>
              <a:gd name="connsiteX24" fmla="*/ 214279 w 338138"/>
              <a:gd name="connsiteY24" fmla="*/ 187203 h 268288"/>
              <a:gd name="connsiteX25" fmla="*/ 206375 w 338138"/>
              <a:gd name="connsiteY25" fmla="*/ 195263 h 268288"/>
              <a:gd name="connsiteX26" fmla="*/ 268288 w 338138"/>
              <a:gd name="connsiteY26" fmla="*/ 177800 h 268288"/>
              <a:gd name="connsiteX27" fmla="*/ 251163 w 338138"/>
              <a:gd name="connsiteY27" fmla="*/ 142875 h 268288"/>
              <a:gd name="connsiteX28" fmla="*/ 72688 w 338138"/>
              <a:gd name="connsiteY28" fmla="*/ 142875 h 268288"/>
              <a:gd name="connsiteX29" fmla="*/ 55563 w 338138"/>
              <a:gd name="connsiteY29" fmla="*/ 177800 h 268288"/>
              <a:gd name="connsiteX30" fmla="*/ 117476 w 338138"/>
              <a:gd name="connsiteY30" fmla="*/ 195263 h 268288"/>
              <a:gd name="connsiteX31" fmla="*/ 109572 w 338138"/>
              <a:gd name="connsiteY31" fmla="*/ 187203 h 268288"/>
              <a:gd name="connsiteX32" fmla="*/ 72688 w 338138"/>
              <a:gd name="connsiteY32" fmla="*/ 142875 h 268288"/>
              <a:gd name="connsiteX33" fmla="*/ 318295 w 338138"/>
              <a:gd name="connsiteY33" fmla="*/ 125413 h 268288"/>
              <a:gd name="connsiteX34" fmla="*/ 309563 w 338138"/>
              <a:gd name="connsiteY34" fmla="*/ 134145 h 268288"/>
              <a:gd name="connsiteX35" fmla="*/ 318295 w 338138"/>
              <a:gd name="connsiteY35" fmla="*/ 142877 h 268288"/>
              <a:gd name="connsiteX36" fmla="*/ 327027 w 338138"/>
              <a:gd name="connsiteY36" fmla="*/ 134145 h 268288"/>
              <a:gd name="connsiteX37" fmla="*/ 318295 w 338138"/>
              <a:gd name="connsiteY37" fmla="*/ 125413 h 268288"/>
              <a:gd name="connsiteX38" fmla="*/ 278456 w 338138"/>
              <a:gd name="connsiteY38" fmla="*/ 95250 h 268288"/>
              <a:gd name="connsiteX39" fmla="*/ 257175 w 338138"/>
              <a:gd name="connsiteY39" fmla="*/ 134144 h 268288"/>
              <a:gd name="connsiteX40" fmla="*/ 278456 w 338138"/>
              <a:gd name="connsiteY40" fmla="*/ 173038 h 268288"/>
              <a:gd name="connsiteX41" fmla="*/ 306388 w 338138"/>
              <a:gd name="connsiteY41" fmla="*/ 150998 h 268288"/>
              <a:gd name="connsiteX42" fmla="*/ 297077 w 338138"/>
              <a:gd name="connsiteY42" fmla="*/ 134144 h 268288"/>
              <a:gd name="connsiteX43" fmla="*/ 306388 w 338138"/>
              <a:gd name="connsiteY43" fmla="*/ 117290 h 268288"/>
              <a:gd name="connsiteX44" fmla="*/ 278456 w 338138"/>
              <a:gd name="connsiteY44" fmla="*/ 95250 h 268288"/>
              <a:gd name="connsiteX45" fmla="*/ 45509 w 338138"/>
              <a:gd name="connsiteY45" fmla="*/ 95250 h 268288"/>
              <a:gd name="connsiteX46" fmla="*/ 11113 w 338138"/>
              <a:gd name="connsiteY46" fmla="*/ 134144 h 268288"/>
              <a:gd name="connsiteX47" fmla="*/ 45509 w 338138"/>
              <a:gd name="connsiteY47" fmla="*/ 173038 h 268288"/>
              <a:gd name="connsiteX48" fmla="*/ 66676 w 338138"/>
              <a:gd name="connsiteY48" fmla="*/ 134144 h 268288"/>
              <a:gd name="connsiteX49" fmla="*/ 45509 w 338138"/>
              <a:gd name="connsiteY49" fmla="*/ 95250 h 268288"/>
              <a:gd name="connsiteX50" fmla="*/ 206375 w 338138"/>
              <a:gd name="connsiteY50" fmla="*/ 73025 h 268288"/>
              <a:gd name="connsiteX51" fmla="*/ 214279 w 338138"/>
              <a:gd name="connsiteY51" fmla="*/ 81046 h 268288"/>
              <a:gd name="connsiteX52" fmla="*/ 251163 w 338138"/>
              <a:gd name="connsiteY52" fmla="*/ 123825 h 268288"/>
              <a:gd name="connsiteX53" fmla="*/ 268288 w 338138"/>
              <a:gd name="connsiteY53" fmla="*/ 89067 h 268288"/>
              <a:gd name="connsiteX54" fmla="*/ 206375 w 338138"/>
              <a:gd name="connsiteY54" fmla="*/ 73025 h 268288"/>
              <a:gd name="connsiteX55" fmla="*/ 117476 w 338138"/>
              <a:gd name="connsiteY55" fmla="*/ 73025 h 268288"/>
              <a:gd name="connsiteX56" fmla="*/ 55563 w 338138"/>
              <a:gd name="connsiteY56" fmla="*/ 89067 h 268288"/>
              <a:gd name="connsiteX57" fmla="*/ 72688 w 338138"/>
              <a:gd name="connsiteY57" fmla="*/ 123825 h 268288"/>
              <a:gd name="connsiteX58" fmla="*/ 109572 w 338138"/>
              <a:gd name="connsiteY58" fmla="*/ 81046 h 268288"/>
              <a:gd name="connsiteX59" fmla="*/ 117476 w 338138"/>
              <a:gd name="connsiteY59" fmla="*/ 73025 h 268288"/>
              <a:gd name="connsiteX60" fmla="*/ 136169 w 338138"/>
              <a:gd name="connsiteY60" fmla="*/ 72744 h 268288"/>
              <a:gd name="connsiteX61" fmla="*/ 117678 w 338138"/>
              <a:gd name="connsiteY61" fmla="*/ 89727 h 268288"/>
              <a:gd name="connsiteX62" fmla="*/ 79375 w 338138"/>
              <a:gd name="connsiteY62" fmla="*/ 134145 h 268288"/>
              <a:gd name="connsiteX63" fmla="*/ 117678 w 338138"/>
              <a:gd name="connsiteY63" fmla="*/ 178562 h 268288"/>
              <a:gd name="connsiteX64" fmla="*/ 136169 w 338138"/>
              <a:gd name="connsiteY64" fmla="*/ 195545 h 268288"/>
              <a:gd name="connsiteX65" fmla="*/ 187680 w 338138"/>
              <a:gd name="connsiteY65" fmla="*/ 195545 h 268288"/>
              <a:gd name="connsiteX66" fmla="*/ 206172 w 338138"/>
              <a:gd name="connsiteY66" fmla="*/ 178562 h 268288"/>
              <a:gd name="connsiteX67" fmla="*/ 244475 w 338138"/>
              <a:gd name="connsiteY67" fmla="*/ 134145 h 268288"/>
              <a:gd name="connsiteX68" fmla="*/ 206172 w 338138"/>
              <a:gd name="connsiteY68" fmla="*/ 89727 h 268288"/>
              <a:gd name="connsiteX69" fmla="*/ 187680 w 338138"/>
              <a:gd name="connsiteY69" fmla="*/ 72744 h 268288"/>
              <a:gd name="connsiteX70" fmla="*/ 136169 w 338138"/>
              <a:gd name="connsiteY70" fmla="*/ 72744 h 268288"/>
              <a:gd name="connsiteX71" fmla="*/ 162579 w 338138"/>
              <a:gd name="connsiteY71" fmla="*/ 50800 h 268288"/>
              <a:gd name="connsiteX72" fmla="*/ 150813 w 338138"/>
              <a:gd name="connsiteY72" fmla="*/ 60325 h 268288"/>
              <a:gd name="connsiteX73" fmla="*/ 173038 w 338138"/>
              <a:gd name="connsiteY73" fmla="*/ 60325 h 268288"/>
              <a:gd name="connsiteX74" fmla="*/ 162579 w 338138"/>
              <a:gd name="connsiteY74" fmla="*/ 50800 h 268288"/>
              <a:gd name="connsiteX75" fmla="*/ 251795 w 338138"/>
              <a:gd name="connsiteY75" fmla="*/ 19215 h 268288"/>
              <a:gd name="connsiteX76" fmla="*/ 171450 w 338138"/>
              <a:gd name="connsiteY76" fmla="*/ 45244 h 268288"/>
              <a:gd name="connsiteX77" fmla="*/ 191197 w 338138"/>
              <a:gd name="connsiteY77" fmla="*/ 60997 h 268288"/>
              <a:gd name="connsiteX78" fmla="*/ 271501 w 338138"/>
              <a:gd name="connsiteY78" fmla="*/ 79376 h 268288"/>
              <a:gd name="connsiteX79" fmla="*/ 267552 w 338138"/>
              <a:gd name="connsiteY79" fmla="*/ 26866 h 268288"/>
              <a:gd name="connsiteX80" fmla="*/ 251795 w 338138"/>
              <a:gd name="connsiteY80" fmla="*/ 19215 h 268288"/>
              <a:gd name="connsiteX81" fmla="*/ 73248 w 338138"/>
              <a:gd name="connsiteY81" fmla="*/ 18780 h 268288"/>
              <a:gd name="connsiteX82" fmla="*/ 56298 w 338138"/>
              <a:gd name="connsiteY82" fmla="*/ 26684 h 268288"/>
              <a:gd name="connsiteX83" fmla="*/ 52349 w 338138"/>
              <a:gd name="connsiteY83" fmla="*/ 79376 h 268288"/>
              <a:gd name="connsiteX84" fmla="*/ 132653 w 338138"/>
              <a:gd name="connsiteY84" fmla="*/ 60934 h 268288"/>
              <a:gd name="connsiteX85" fmla="*/ 152400 w 338138"/>
              <a:gd name="connsiteY85" fmla="*/ 45126 h 268288"/>
              <a:gd name="connsiteX86" fmla="*/ 128704 w 338138"/>
              <a:gd name="connsiteY86" fmla="*/ 31953 h 268288"/>
              <a:gd name="connsiteX87" fmla="*/ 112906 w 338138"/>
              <a:gd name="connsiteY87" fmla="*/ 38540 h 268288"/>
              <a:gd name="connsiteX88" fmla="*/ 93159 w 338138"/>
              <a:gd name="connsiteY88" fmla="*/ 18780 h 268288"/>
              <a:gd name="connsiteX89" fmla="*/ 73248 w 338138"/>
              <a:gd name="connsiteY89" fmla="*/ 18780 h 268288"/>
              <a:gd name="connsiteX90" fmla="*/ 112713 w 338138"/>
              <a:gd name="connsiteY90" fmla="*/ 9525 h 268288"/>
              <a:gd name="connsiteX91" fmla="*/ 103188 w 338138"/>
              <a:gd name="connsiteY91" fmla="*/ 19050 h 268288"/>
              <a:gd name="connsiteX92" fmla="*/ 112713 w 338138"/>
              <a:gd name="connsiteY92" fmla="*/ 28575 h 268288"/>
              <a:gd name="connsiteX93" fmla="*/ 122238 w 338138"/>
              <a:gd name="connsiteY93" fmla="*/ 19050 h 268288"/>
              <a:gd name="connsiteX94" fmla="*/ 112713 w 338138"/>
              <a:gd name="connsiteY94" fmla="*/ 9525 h 268288"/>
              <a:gd name="connsiteX95" fmla="*/ 112272 w 338138"/>
              <a:gd name="connsiteY95" fmla="*/ 0 h 268288"/>
              <a:gd name="connsiteX96" fmla="*/ 132085 w 338138"/>
              <a:gd name="connsiteY96" fmla="*/ 19727 h 268288"/>
              <a:gd name="connsiteX97" fmla="*/ 132085 w 338138"/>
              <a:gd name="connsiteY97" fmla="*/ 22357 h 268288"/>
              <a:gd name="connsiteX98" fmla="*/ 162465 w 338138"/>
              <a:gd name="connsiteY98" fmla="*/ 38139 h 268288"/>
              <a:gd name="connsiteX99" fmla="*/ 225865 w 338138"/>
              <a:gd name="connsiteY99" fmla="*/ 10521 h 268288"/>
              <a:gd name="connsiteX100" fmla="*/ 276058 w 338138"/>
              <a:gd name="connsiteY100" fmla="*/ 19727 h 268288"/>
              <a:gd name="connsiteX101" fmla="*/ 282662 w 338138"/>
              <a:gd name="connsiteY101" fmla="*/ 84169 h 268288"/>
              <a:gd name="connsiteX102" fmla="*/ 318325 w 338138"/>
              <a:gd name="connsiteY102" fmla="*/ 114417 h 268288"/>
              <a:gd name="connsiteX103" fmla="*/ 338138 w 338138"/>
              <a:gd name="connsiteY103" fmla="*/ 134144 h 268288"/>
              <a:gd name="connsiteX104" fmla="*/ 318325 w 338138"/>
              <a:gd name="connsiteY104" fmla="*/ 153871 h 268288"/>
              <a:gd name="connsiteX105" fmla="*/ 282662 w 338138"/>
              <a:gd name="connsiteY105" fmla="*/ 184119 h 268288"/>
              <a:gd name="connsiteX106" fmla="*/ 276058 w 338138"/>
              <a:gd name="connsiteY106" fmla="*/ 248561 h 268288"/>
              <a:gd name="connsiteX107" fmla="*/ 243037 w 338138"/>
              <a:gd name="connsiteY107" fmla="*/ 260397 h 268288"/>
              <a:gd name="connsiteX108" fmla="*/ 225865 w 338138"/>
              <a:gd name="connsiteY108" fmla="*/ 257767 h 268288"/>
              <a:gd name="connsiteX109" fmla="*/ 161144 w 338138"/>
              <a:gd name="connsiteY109" fmla="*/ 230149 h 268288"/>
              <a:gd name="connsiteX110" fmla="*/ 133406 w 338138"/>
              <a:gd name="connsiteY110" fmla="*/ 245931 h 268288"/>
              <a:gd name="connsiteX111" fmla="*/ 133406 w 338138"/>
              <a:gd name="connsiteY111" fmla="*/ 248561 h 268288"/>
              <a:gd name="connsiteX112" fmla="*/ 112272 w 338138"/>
              <a:gd name="connsiteY112" fmla="*/ 268288 h 268288"/>
              <a:gd name="connsiteX113" fmla="*/ 95101 w 338138"/>
              <a:gd name="connsiteY113" fmla="*/ 259082 h 268288"/>
              <a:gd name="connsiteX114" fmla="*/ 80572 w 338138"/>
              <a:gd name="connsiteY114" fmla="*/ 260397 h 268288"/>
              <a:gd name="connsiteX115" fmla="*/ 47551 w 338138"/>
              <a:gd name="connsiteY115" fmla="*/ 248561 h 268288"/>
              <a:gd name="connsiteX116" fmla="*/ 40946 w 338138"/>
              <a:gd name="connsiteY116" fmla="*/ 184119 h 268288"/>
              <a:gd name="connsiteX117" fmla="*/ 0 w 338138"/>
              <a:gd name="connsiteY117" fmla="*/ 134144 h 268288"/>
              <a:gd name="connsiteX118" fmla="*/ 40946 w 338138"/>
              <a:gd name="connsiteY118" fmla="*/ 84169 h 268288"/>
              <a:gd name="connsiteX119" fmla="*/ 47551 w 338138"/>
              <a:gd name="connsiteY119" fmla="*/ 19727 h 268288"/>
              <a:gd name="connsiteX120" fmla="*/ 95101 w 338138"/>
              <a:gd name="connsiteY120" fmla="*/ 9206 h 268288"/>
              <a:gd name="connsiteX121" fmla="*/ 112272 w 338138"/>
              <a:gd name="connsiteY121" fmla="*/ 0 h 26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338138" h="268288">
                <a:moveTo>
                  <a:pt x="112713" y="239713"/>
                </a:moveTo>
                <a:cubicBezTo>
                  <a:pt x="107452" y="239713"/>
                  <a:pt x="103188" y="243622"/>
                  <a:pt x="103188" y="248445"/>
                </a:cubicBezTo>
                <a:cubicBezTo>
                  <a:pt x="103188" y="253268"/>
                  <a:pt x="107452" y="257177"/>
                  <a:pt x="112713" y="257177"/>
                </a:cubicBezTo>
                <a:cubicBezTo>
                  <a:pt x="117974" y="257177"/>
                  <a:pt x="122238" y="253268"/>
                  <a:pt x="122238" y="248445"/>
                </a:cubicBezTo>
                <a:cubicBezTo>
                  <a:pt x="122238" y="243622"/>
                  <a:pt x="117974" y="239713"/>
                  <a:pt x="112713" y="239713"/>
                </a:cubicBezTo>
                <a:close/>
                <a:moveTo>
                  <a:pt x="150813" y="207963"/>
                </a:moveTo>
                <a:cubicBezTo>
                  <a:pt x="154735" y="210609"/>
                  <a:pt x="158657" y="213255"/>
                  <a:pt x="161272" y="215901"/>
                </a:cubicBezTo>
                <a:cubicBezTo>
                  <a:pt x="165194" y="213255"/>
                  <a:pt x="169116" y="210609"/>
                  <a:pt x="173038" y="207963"/>
                </a:cubicBezTo>
                <a:cubicBezTo>
                  <a:pt x="169116" y="207963"/>
                  <a:pt x="165194" y="207963"/>
                  <a:pt x="161272" y="207963"/>
                </a:cubicBezTo>
                <a:cubicBezTo>
                  <a:pt x="158657" y="207963"/>
                  <a:pt x="154735" y="207963"/>
                  <a:pt x="150813" y="207963"/>
                </a:cubicBezTo>
                <a:close/>
                <a:moveTo>
                  <a:pt x="271501" y="187325"/>
                </a:moveTo>
                <a:cubicBezTo>
                  <a:pt x="249121" y="198071"/>
                  <a:pt x="221475" y="203444"/>
                  <a:pt x="191197" y="206131"/>
                </a:cubicBezTo>
                <a:cubicBezTo>
                  <a:pt x="184615" y="212847"/>
                  <a:pt x="178032" y="218220"/>
                  <a:pt x="171450" y="222250"/>
                </a:cubicBezTo>
                <a:cubicBezTo>
                  <a:pt x="213577" y="250459"/>
                  <a:pt x="251754" y="257175"/>
                  <a:pt x="267552" y="241056"/>
                </a:cubicBezTo>
                <a:cubicBezTo>
                  <a:pt x="278083" y="230310"/>
                  <a:pt x="279400" y="211504"/>
                  <a:pt x="271501" y="187325"/>
                </a:cubicBezTo>
                <a:close/>
                <a:moveTo>
                  <a:pt x="52349" y="187325"/>
                </a:moveTo>
                <a:cubicBezTo>
                  <a:pt x="44450" y="211036"/>
                  <a:pt x="45766" y="229479"/>
                  <a:pt x="56298" y="240017"/>
                </a:cubicBezTo>
                <a:cubicBezTo>
                  <a:pt x="65513" y="249238"/>
                  <a:pt x="81311" y="249238"/>
                  <a:pt x="93159" y="246603"/>
                </a:cubicBezTo>
                <a:cubicBezTo>
                  <a:pt x="93159" y="236065"/>
                  <a:pt x="102374" y="228161"/>
                  <a:pt x="112906" y="228161"/>
                </a:cubicBezTo>
                <a:cubicBezTo>
                  <a:pt x="119488" y="228161"/>
                  <a:pt x="124754" y="230796"/>
                  <a:pt x="128704" y="234748"/>
                </a:cubicBezTo>
                <a:cubicBezTo>
                  <a:pt x="136602" y="232113"/>
                  <a:pt x="144501" y="226844"/>
                  <a:pt x="152400" y="221575"/>
                </a:cubicBezTo>
                <a:cubicBezTo>
                  <a:pt x="145818" y="217623"/>
                  <a:pt x="139235" y="212354"/>
                  <a:pt x="132653" y="205767"/>
                </a:cubicBezTo>
                <a:cubicBezTo>
                  <a:pt x="102374" y="203133"/>
                  <a:pt x="74729" y="197863"/>
                  <a:pt x="52349" y="187325"/>
                </a:cubicBezTo>
                <a:close/>
                <a:moveTo>
                  <a:pt x="251163" y="142875"/>
                </a:moveTo>
                <a:cubicBezTo>
                  <a:pt x="240625" y="158994"/>
                  <a:pt x="228769" y="173771"/>
                  <a:pt x="214279" y="187203"/>
                </a:cubicBezTo>
                <a:cubicBezTo>
                  <a:pt x="211644" y="189890"/>
                  <a:pt x="209009" y="192576"/>
                  <a:pt x="206375" y="195263"/>
                </a:cubicBezTo>
                <a:cubicBezTo>
                  <a:pt x="230086" y="191233"/>
                  <a:pt x="251163" y="185860"/>
                  <a:pt x="268288" y="177800"/>
                </a:cubicBezTo>
                <a:cubicBezTo>
                  <a:pt x="264336" y="167054"/>
                  <a:pt x="259067" y="154965"/>
                  <a:pt x="251163" y="142875"/>
                </a:cubicBezTo>
                <a:close/>
                <a:moveTo>
                  <a:pt x="72688" y="142875"/>
                </a:moveTo>
                <a:cubicBezTo>
                  <a:pt x="64784" y="154965"/>
                  <a:pt x="59515" y="167054"/>
                  <a:pt x="55563" y="177800"/>
                </a:cubicBezTo>
                <a:cubicBezTo>
                  <a:pt x="72688" y="185860"/>
                  <a:pt x="93765" y="191233"/>
                  <a:pt x="117476" y="195263"/>
                </a:cubicBezTo>
                <a:cubicBezTo>
                  <a:pt x="114841" y="192576"/>
                  <a:pt x="112207" y="189890"/>
                  <a:pt x="109572" y="187203"/>
                </a:cubicBezTo>
                <a:cubicBezTo>
                  <a:pt x="95082" y="172427"/>
                  <a:pt x="83226" y="158994"/>
                  <a:pt x="72688" y="142875"/>
                </a:cubicBezTo>
                <a:close/>
                <a:moveTo>
                  <a:pt x="318295" y="125413"/>
                </a:moveTo>
                <a:cubicBezTo>
                  <a:pt x="313472" y="125413"/>
                  <a:pt x="309563" y="129322"/>
                  <a:pt x="309563" y="134145"/>
                </a:cubicBezTo>
                <a:cubicBezTo>
                  <a:pt x="309563" y="138968"/>
                  <a:pt x="313472" y="142877"/>
                  <a:pt x="318295" y="142877"/>
                </a:cubicBezTo>
                <a:cubicBezTo>
                  <a:pt x="323118" y="142877"/>
                  <a:pt x="327027" y="138968"/>
                  <a:pt x="327027" y="134145"/>
                </a:cubicBezTo>
                <a:cubicBezTo>
                  <a:pt x="327027" y="129322"/>
                  <a:pt x="323118" y="125413"/>
                  <a:pt x="318295" y="125413"/>
                </a:cubicBezTo>
                <a:close/>
                <a:moveTo>
                  <a:pt x="278456" y="95250"/>
                </a:moveTo>
                <a:cubicBezTo>
                  <a:pt x="273136" y="108215"/>
                  <a:pt x="266485" y="121179"/>
                  <a:pt x="257175" y="134144"/>
                </a:cubicBezTo>
                <a:cubicBezTo>
                  <a:pt x="266485" y="147109"/>
                  <a:pt x="273136" y="160073"/>
                  <a:pt x="278456" y="173038"/>
                </a:cubicBezTo>
                <a:cubicBezTo>
                  <a:pt x="291757" y="166556"/>
                  <a:pt x="301068" y="158777"/>
                  <a:pt x="306388" y="150998"/>
                </a:cubicBezTo>
                <a:cubicBezTo>
                  <a:pt x="301068" y="147109"/>
                  <a:pt x="297077" y="140626"/>
                  <a:pt x="297077" y="134144"/>
                </a:cubicBezTo>
                <a:cubicBezTo>
                  <a:pt x="297077" y="127662"/>
                  <a:pt x="301068" y="121179"/>
                  <a:pt x="306388" y="117290"/>
                </a:cubicBezTo>
                <a:cubicBezTo>
                  <a:pt x="301068" y="109511"/>
                  <a:pt x="291757" y="101732"/>
                  <a:pt x="278456" y="95250"/>
                </a:cubicBezTo>
                <a:close/>
                <a:moveTo>
                  <a:pt x="45509" y="95250"/>
                </a:moveTo>
                <a:cubicBezTo>
                  <a:pt x="23019" y="106918"/>
                  <a:pt x="11113" y="119883"/>
                  <a:pt x="11113" y="134144"/>
                </a:cubicBezTo>
                <a:cubicBezTo>
                  <a:pt x="11113" y="148405"/>
                  <a:pt x="23019" y="161370"/>
                  <a:pt x="45509" y="173038"/>
                </a:cubicBezTo>
                <a:cubicBezTo>
                  <a:pt x="50801" y="160073"/>
                  <a:pt x="57415" y="147109"/>
                  <a:pt x="66676" y="134144"/>
                </a:cubicBezTo>
                <a:cubicBezTo>
                  <a:pt x="57415" y="121179"/>
                  <a:pt x="50801" y="108215"/>
                  <a:pt x="45509" y="95250"/>
                </a:cubicBezTo>
                <a:close/>
                <a:moveTo>
                  <a:pt x="206375" y="73025"/>
                </a:moveTo>
                <a:cubicBezTo>
                  <a:pt x="209009" y="75699"/>
                  <a:pt x="211644" y="78372"/>
                  <a:pt x="214279" y="81046"/>
                </a:cubicBezTo>
                <a:cubicBezTo>
                  <a:pt x="228769" y="94414"/>
                  <a:pt x="240625" y="109120"/>
                  <a:pt x="251163" y="123825"/>
                </a:cubicBezTo>
                <a:cubicBezTo>
                  <a:pt x="259067" y="113130"/>
                  <a:pt x="264336" y="101099"/>
                  <a:pt x="268288" y="89067"/>
                </a:cubicBezTo>
                <a:cubicBezTo>
                  <a:pt x="251163" y="82383"/>
                  <a:pt x="230086" y="77035"/>
                  <a:pt x="206375" y="73025"/>
                </a:cubicBezTo>
                <a:close/>
                <a:moveTo>
                  <a:pt x="117476" y="73025"/>
                </a:moveTo>
                <a:cubicBezTo>
                  <a:pt x="93765" y="77035"/>
                  <a:pt x="72688" y="82383"/>
                  <a:pt x="55563" y="89067"/>
                </a:cubicBezTo>
                <a:cubicBezTo>
                  <a:pt x="59515" y="101099"/>
                  <a:pt x="64784" y="113130"/>
                  <a:pt x="72688" y="123825"/>
                </a:cubicBezTo>
                <a:cubicBezTo>
                  <a:pt x="83226" y="109120"/>
                  <a:pt x="95082" y="94414"/>
                  <a:pt x="109572" y="81046"/>
                </a:cubicBezTo>
                <a:cubicBezTo>
                  <a:pt x="112207" y="78372"/>
                  <a:pt x="114841" y="75699"/>
                  <a:pt x="117476" y="73025"/>
                </a:cubicBezTo>
                <a:close/>
                <a:moveTo>
                  <a:pt x="136169" y="72744"/>
                </a:moveTo>
                <a:cubicBezTo>
                  <a:pt x="129565" y="77970"/>
                  <a:pt x="122961" y="83195"/>
                  <a:pt x="117678" y="89727"/>
                </a:cubicBezTo>
                <a:cubicBezTo>
                  <a:pt x="103149" y="104098"/>
                  <a:pt x="89941" y="118468"/>
                  <a:pt x="79375" y="134145"/>
                </a:cubicBezTo>
                <a:cubicBezTo>
                  <a:pt x="89941" y="149821"/>
                  <a:pt x="103149" y="164191"/>
                  <a:pt x="117678" y="178562"/>
                </a:cubicBezTo>
                <a:cubicBezTo>
                  <a:pt x="122961" y="185094"/>
                  <a:pt x="129565" y="190319"/>
                  <a:pt x="136169" y="195545"/>
                </a:cubicBezTo>
                <a:cubicBezTo>
                  <a:pt x="153340" y="196851"/>
                  <a:pt x="170510" y="196851"/>
                  <a:pt x="187680" y="195545"/>
                </a:cubicBezTo>
                <a:cubicBezTo>
                  <a:pt x="194284" y="190319"/>
                  <a:pt x="200888" y="185094"/>
                  <a:pt x="206172" y="178562"/>
                </a:cubicBezTo>
                <a:cubicBezTo>
                  <a:pt x="220700" y="164191"/>
                  <a:pt x="233908" y="149821"/>
                  <a:pt x="244475" y="134145"/>
                </a:cubicBezTo>
                <a:cubicBezTo>
                  <a:pt x="233908" y="118468"/>
                  <a:pt x="220700" y="104098"/>
                  <a:pt x="206172" y="89727"/>
                </a:cubicBezTo>
                <a:cubicBezTo>
                  <a:pt x="200888" y="83195"/>
                  <a:pt x="194284" y="77970"/>
                  <a:pt x="187680" y="72744"/>
                </a:cubicBezTo>
                <a:cubicBezTo>
                  <a:pt x="170510" y="71438"/>
                  <a:pt x="153340" y="71438"/>
                  <a:pt x="136169" y="72744"/>
                </a:cubicBezTo>
                <a:close/>
                <a:moveTo>
                  <a:pt x="162579" y="50800"/>
                </a:moveTo>
                <a:cubicBezTo>
                  <a:pt x="158657" y="53521"/>
                  <a:pt x="154735" y="57604"/>
                  <a:pt x="150813" y="60325"/>
                </a:cubicBezTo>
                <a:cubicBezTo>
                  <a:pt x="158657" y="60325"/>
                  <a:pt x="165194" y="60325"/>
                  <a:pt x="173038" y="60325"/>
                </a:cubicBezTo>
                <a:cubicBezTo>
                  <a:pt x="169116" y="57604"/>
                  <a:pt x="165194" y="53521"/>
                  <a:pt x="162579" y="50800"/>
                </a:cubicBezTo>
                <a:close/>
                <a:moveTo>
                  <a:pt x="251795" y="19215"/>
                </a:moveTo>
                <a:cubicBezTo>
                  <a:pt x="232419" y="15708"/>
                  <a:pt x="203045" y="24569"/>
                  <a:pt x="171450" y="45244"/>
                </a:cubicBezTo>
                <a:cubicBezTo>
                  <a:pt x="178032" y="49183"/>
                  <a:pt x="184615" y="54434"/>
                  <a:pt x="191197" y="60997"/>
                </a:cubicBezTo>
                <a:cubicBezTo>
                  <a:pt x="221475" y="63623"/>
                  <a:pt x="249121" y="68874"/>
                  <a:pt x="271501" y="79376"/>
                </a:cubicBezTo>
                <a:cubicBezTo>
                  <a:pt x="279400" y="55746"/>
                  <a:pt x="278083" y="37368"/>
                  <a:pt x="267552" y="26866"/>
                </a:cubicBezTo>
                <a:cubicBezTo>
                  <a:pt x="263602" y="22928"/>
                  <a:pt x="258254" y="20384"/>
                  <a:pt x="251795" y="19215"/>
                </a:cubicBezTo>
                <a:close/>
                <a:moveTo>
                  <a:pt x="73248" y="18780"/>
                </a:moveTo>
                <a:cubicBezTo>
                  <a:pt x="66830" y="19768"/>
                  <a:pt x="60906" y="22074"/>
                  <a:pt x="56298" y="26684"/>
                </a:cubicBezTo>
                <a:cubicBezTo>
                  <a:pt x="45766" y="37222"/>
                  <a:pt x="44450" y="55665"/>
                  <a:pt x="52349" y="79376"/>
                </a:cubicBezTo>
                <a:cubicBezTo>
                  <a:pt x="74729" y="68838"/>
                  <a:pt x="102374" y="62251"/>
                  <a:pt x="132653" y="60934"/>
                </a:cubicBezTo>
                <a:cubicBezTo>
                  <a:pt x="139235" y="54347"/>
                  <a:pt x="145818" y="49078"/>
                  <a:pt x="152400" y="45126"/>
                </a:cubicBezTo>
                <a:cubicBezTo>
                  <a:pt x="144501" y="39857"/>
                  <a:pt x="136602" y="34588"/>
                  <a:pt x="128704" y="31953"/>
                </a:cubicBezTo>
                <a:cubicBezTo>
                  <a:pt x="124754" y="35905"/>
                  <a:pt x="119488" y="38540"/>
                  <a:pt x="112906" y="38540"/>
                </a:cubicBezTo>
                <a:cubicBezTo>
                  <a:pt x="102374" y="38540"/>
                  <a:pt x="93159" y="30636"/>
                  <a:pt x="93159" y="18780"/>
                </a:cubicBezTo>
                <a:cubicBezTo>
                  <a:pt x="86577" y="18122"/>
                  <a:pt x="79665" y="17792"/>
                  <a:pt x="73248" y="18780"/>
                </a:cubicBezTo>
                <a:close/>
                <a:moveTo>
                  <a:pt x="112713" y="9525"/>
                </a:moveTo>
                <a:cubicBezTo>
                  <a:pt x="107452" y="9525"/>
                  <a:pt x="103188" y="13789"/>
                  <a:pt x="103188" y="19050"/>
                </a:cubicBezTo>
                <a:cubicBezTo>
                  <a:pt x="103188" y="24311"/>
                  <a:pt x="107452" y="28575"/>
                  <a:pt x="112713" y="28575"/>
                </a:cubicBezTo>
                <a:cubicBezTo>
                  <a:pt x="117974" y="28575"/>
                  <a:pt x="122238" y="24311"/>
                  <a:pt x="122238" y="19050"/>
                </a:cubicBezTo>
                <a:cubicBezTo>
                  <a:pt x="122238" y="13789"/>
                  <a:pt x="117974" y="9525"/>
                  <a:pt x="112713" y="9525"/>
                </a:cubicBezTo>
                <a:close/>
                <a:moveTo>
                  <a:pt x="112272" y="0"/>
                </a:moveTo>
                <a:cubicBezTo>
                  <a:pt x="122839" y="0"/>
                  <a:pt x="132085" y="9206"/>
                  <a:pt x="132085" y="19727"/>
                </a:cubicBezTo>
                <a:cubicBezTo>
                  <a:pt x="132085" y="21042"/>
                  <a:pt x="132085" y="21042"/>
                  <a:pt x="132085" y="22357"/>
                </a:cubicBezTo>
                <a:cubicBezTo>
                  <a:pt x="141331" y="26303"/>
                  <a:pt x="151898" y="31563"/>
                  <a:pt x="162465" y="38139"/>
                </a:cubicBezTo>
                <a:cubicBezTo>
                  <a:pt x="184919" y="23672"/>
                  <a:pt x="206053" y="14466"/>
                  <a:pt x="225865" y="10521"/>
                </a:cubicBezTo>
                <a:cubicBezTo>
                  <a:pt x="248320" y="5261"/>
                  <a:pt x="265491" y="9206"/>
                  <a:pt x="276058" y="19727"/>
                </a:cubicBezTo>
                <a:cubicBezTo>
                  <a:pt x="289266" y="32878"/>
                  <a:pt x="291908" y="56551"/>
                  <a:pt x="282662" y="84169"/>
                </a:cubicBezTo>
                <a:cubicBezTo>
                  <a:pt x="299833" y="93375"/>
                  <a:pt x="311721" y="102581"/>
                  <a:pt x="318325" y="114417"/>
                </a:cubicBezTo>
                <a:cubicBezTo>
                  <a:pt x="328892" y="114417"/>
                  <a:pt x="338138" y="123623"/>
                  <a:pt x="338138" y="134144"/>
                </a:cubicBezTo>
                <a:cubicBezTo>
                  <a:pt x="338138" y="144665"/>
                  <a:pt x="328892" y="153871"/>
                  <a:pt x="318325" y="153871"/>
                </a:cubicBezTo>
                <a:cubicBezTo>
                  <a:pt x="311721" y="165707"/>
                  <a:pt x="298512" y="174913"/>
                  <a:pt x="282662" y="184119"/>
                </a:cubicBezTo>
                <a:cubicBezTo>
                  <a:pt x="291908" y="211737"/>
                  <a:pt x="289266" y="235410"/>
                  <a:pt x="276058" y="248561"/>
                </a:cubicBezTo>
                <a:cubicBezTo>
                  <a:pt x="268133" y="256452"/>
                  <a:pt x="257566" y="260397"/>
                  <a:pt x="243037" y="260397"/>
                </a:cubicBezTo>
                <a:cubicBezTo>
                  <a:pt x="237753" y="260397"/>
                  <a:pt x="232470" y="259082"/>
                  <a:pt x="225865" y="257767"/>
                </a:cubicBezTo>
                <a:cubicBezTo>
                  <a:pt x="206053" y="253822"/>
                  <a:pt x="184919" y="244616"/>
                  <a:pt x="161144" y="230149"/>
                </a:cubicBezTo>
                <a:cubicBezTo>
                  <a:pt x="151898" y="235410"/>
                  <a:pt x="142652" y="241985"/>
                  <a:pt x="133406" y="245931"/>
                </a:cubicBezTo>
                <a:cubicBezTo>
                  <a:pt x="133406" y="247246"/>
                  <a:pt x="133406" y="247246"/>
                  <a:pt x="133406" y="248561"/>
                </a:cubicBezTo>
                <a:cubicBezTo>
                  <a:pt x="133406" y="259082"/>
                  <a:pt x="124160" y="268288"/>
                  <a:pt x="112272" y="268288"/>
                </a:cubicBezTo>
                <a:cubicBezTo>
                  <a:pt x="105668" y="268288"/>
                  <a:pt x="99064" y="264343"/>
                  <a:pt x="95101" y="259082"/>
                </a:cubicBezTo>
                <a:cubicBezTo>
                  <a:pt x="89818" y="259082"/>
                  <a:pt x="84534" y="260397"/>
                  <a:pt x="80572" y="260397"/>
                </a:cubicBezTo>
                <a:cubicBezTo>
                  <a:pt x="66042" y="260397"/>
                  <a:pt x="55476" y="256452"/>
                  <a:pt x="47551" y="248561"/>
                </a:cubicBezTo>
                <a:cubicBezTo>
                  <a:pt x="34342" y="235410"/>
                  <a:pt x="31700" y="211737"/>
                  <a:pt x="40946" y="184119"/>
                </a:cubicBezTo>
                <a:cubicBezTo>
                  <a:pt x="14529" y="170968"/>
                  <a:pt x="0" y="152556"/>
                  <a:pt x="0" y="134144"/>
                </a:cubicBezTo>
                <a:cubicBezTo>
                  <a:pt x="0" y="115732"/>
                  <a:pt x="14529" y="97320"/>
                  <a:pt x="40946" y="84169"/>
                </a:cubicBezTo>
                <a:cubicBezTo>
                  <a:pt x="31700" y="56551"/>
                  <a:pt x="34342" y="32878"/>
                  <a:pt x="47551" y="19727"/>
                </a:cubicBezTo>
                <a:cubicBezTo>
                  <a:pt x="58117" y="9206"/>
                  <a:pt x="73968" y="6576"/>
                  <a:pt x="95101" y="9206"/>
                </a:cubicBezTo>
                <a:cubicBezTo>
                  <a:pt x="97743" y="3945"/>
                  <a:pt x="104347" y="0"/>
                  <a:pt x="1122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8208EF2-4CBC-4C75-BF84-AD6FDF72AB1B}"/>
              </a:ext>
            </a:extLst>
          </p:cNvPr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22473" y="914400"/>
            <a:ext cx="8654783" cy="502920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4146382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752476" y="-63796"/>
            <a:ext cx="2384128" cy="762000"/>
          </a:xfrm>
          <a:effectLst/>
        </p:spPr>
        <p:txBody>
          <a:bodyPr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1"/>
          <p:cNvSpPr txBox="1">
            <a:spLocks/>
          </p:cNvSpPr>
          <p:nvPr/>
        </p:nvSpPr>
        <p:spPr>
          <a:xfrm>
            <a:off x="1977177" y="967164"/>
            <a:ext cx="8513024" cy="48531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老年票：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65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岁及以上 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两日票：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95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折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buFont typeface="Wingdings" pitchFamily="2" charset="2"/>
              <a:buChar char="u"/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标准票：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身高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1.4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米以上，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16-65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周岁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满足其一则可</a:t>
            </a:r>
            <a:endParaRPr lang="en-US" altLang="zh-C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儿童票：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身高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1.0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米以上至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1.4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米（含），且年龄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周岁及以下（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三个条件要同时满足）</a:t>
            </a:r>
            <a:endParaRPr lang="zh-CN" altLang="en-US" sz="3200" dirty="0">
              <a:latin typeface="Times New Roman" pitchFamily="18" charset="0"/>
              <a:cs typeface="Times New Roman" pitchFamily="18" charset="0"/>
            </a:endParaRPr>
          </a:p>
          <a:p>
            <a:pPr marL="914400" lvl="2" indent="0"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</a:t>
            </a:r>
            <a:endParaRPr lang="zh-CN" alt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87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4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15386" y="1166018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 关系运算符：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&gt;=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&lt;=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==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!=</a:t>
            </a: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表达式的值：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：如果关系成立，则运算结果为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，具有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逻辑值“真”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：如果关系不成立，则运算结果为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，具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有逻辑值“假”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3995405" y="167679"/>
            <a:ext cx="4361785" cy="762000"/>
          </a:xfrm>
          <a:effectLst/>
        </p:spPr>
        <p:txBody>
          <a:bodyPr anchor="ctr"/>
          <a:lstStyle/>
          <a:p>
            <a:pPr algn="ctr"/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  <a:cs typeface="Times New Roman" panose="02020603050405020304" pitchFamily="18" charset="0"/>
              </a:rPr>
              <a:t>4.2.1  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  <a:cs typeface="Times New Roman" panose="02020603050405020304" pitchFamily="18" charset="0"/>
              </a:rPr>
              <a:t>关系运算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1509421-2AB9-46F7-B7B4-FE225FB2EBC7}"/>
              </a:ext>
            </a:extLst>
          </p:cNvPr>
          <p:cNvSpPr txBox="1">
            <a:spLocks noChangeArrowheads="1"/>
          </p:cNvSpPr>
          <p:nvPr/>
        </p:nvSpPr>
        <p:spPr>
          <a:xfrm>
            <a:off x="752476" y="-63796"/>
            <a:ext cx="2384128" cy="762000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88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840798" y="4938599"/>
            <a:ext cx="8208912" cy="752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zh-CN" altLang="zh-CN" sz="3200" b="1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Times New Roman" panose="02020603050405020304" pitchFamily="18" charset="0"/>
              </a:rPr>
              <a:t>优先级低于算术运算符</a:t>
            </a:r>
            <a:r>
              <a:rPr lang="zh-CN" altLang="en-US" sz="3200" b="1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zh-CN" altLang="zh-CN" sz="3200" b="1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Times New Roman" panose="02020603050405020304" pitchFamily="18" charset="0"/>
              </a:rPr>
              <a:t>高于赋值运算符</a:t>
            </a:r>
            <a:endParaRPr lang="zh-CN" altLang="zh-CN" sz="3200" kern="1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85877" y="0"/>
            <a:ext cx="1424666" cy="762000"/>
          </a:xfr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rmAutofit/>
          </a:bodyPr>
          <a:lstStyle/>
          <a:p>
            <a:pPr>
              <a:buClr>
                <a:schemeClr val="accent2"/>
              </a:buClr>
              <a:buSzPct val="100000"/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练习一</a:t>
            </a:r>
          </a:p>
        </p:txBody>
      </p:sp>
      <p:sp>
        <p:nvSpPr>
          <p:cNvPr id="7" name="Text Box 25"/>
          <p:cNvSpPr txBox="1">
            <a:spLocks noChangeArrowheads="1"/>
          </p:cNvSpPr>
          <p:nvPr/>
        </p:nvSpPr>
        <p:spPr bwMode="auto">
          <a:xfrm>
            <a:off x="2884914" y="1050167"/>
            <a:ext cx="6120680" cy="3787833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b="1" dirty="0">
                <a:latin typeface="+mn-ea"/>
                <a:ea typeface="+mn-ea"/>
              </a:rPr>
              <a:t>设</a:t>
            </a:r>
            <a:r>
              <a:rPr lang="en-US" altLang="zh-CN" b="1" dirty="0">
                <a:latin typeface="+mn-ea"/>
                <a:ea typeface="+mn-ea"/>
              </a:rPr>
              <a:t>: </a:t>
            </a:r>
            <a:r>
              <a:rPr lang="en-US" altLang="zh-CN" b="1" dirty="0" err="1">
                <a:latin typeface="Times New Roman" pitchFamily="18" charset="0"/>
                <a:ea typeface="隶书" pitchFamily="49" charset="-122"/>
              </a:rPr>
              <a:t>int</a:t>
            </a:r>
            <a:r>
              <a:rPr lang="en-US" altLang="zh-CN" b="1" dirty="0">
                <a:latin typeface="Times New Roman" pitchFamily="18" charset="0"/>
                <a:ea typeface="隶书" pitchFamily="49" charset="-122"/>
              </a:rPr>
              <a:t> a=3,b=2,c=1,d,f;     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itchFamily="18" charset="0"/>
                <a:ea typeface="隶书" pitchFamily="49" charset="-122"/>
              </a:rPr>
              <a:t>        a&gt;b 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itchFamily="18" charset="0"/>
                <a:ea typeface="隶书" pitchFamily="49" charset="-122"/>
              </a:rPr>
              <a:t>        </a:t>
            </a:r>
            <a:r>
              <a:rPr lang="en-US" altLang="zh-CN" b="1" dirty="0" err="1">
                <a:latin typeface="Times New Roman" pitchFamily="18" charset="0"/>
                <a:ea typeface="隶书" pitchFamily="49" charset="-122"/>
              </a:rPr>
              <a:t>b+c</a:t>
            </a:r>
            <a:r>
              <a:rPr lang="en-US" altLang="zh-CN" b="1" dirty="0">
                <a:latin typeface="Times New Roman" pitchFamily="18" charset="0"/>
                <a:ea typeface="隶书" pitchFamily="49" charset="-122"/>
              </a:rPr>
              <a:t>&lt;a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itchFamily="18" charset="0"/>
                <a:ea typeface="隶书" pitchFamily="49" charset="-122"/>
              </a:rPr>
              <a:t>        d=a&gt;b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itchFamily="18" charset="0"/>
                <a:ea typeface="隶书" pitchFamily="49" charset="-122"/>
              </a:rPr>
              <a:t>        f=a&gt;b&gt;c</a:t>
            </a:r>
          </a:p>
        </p:txBody>
      </p:sp>
      <p:sp>
        <p:nvSpPr>
          <p:cNvPr id="8" name="Text Box 20"/>
          <p:cNvSpPr txBox="1">
            <a:spLocks noChangeArrowheads="1"/>
          </p:cNvSpPr>
          <p:nvPr/>
        </p:nvSpPr>
        <p:spPr bwMode="auto">
          <a:xfrm>
            <a:off x="5765235" y="1986271"/>
            <a:ext cx="2790825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//</a:t>
            </a:r>
            <a:r>
              <a:rPr lang="zh-CN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表达式值</a:t>
            </a:r>
            <a:r>
              <a:rPr lang="zh-CN" altLang="en-US" b="1" dirty="0">
                <a:latin typeface="Times New Roman" pitchFamily="18" charset="0"/>
                <a:ea typeface="+mn-ea"/>
                <a:cs typeface="Times New Roman" pitchFamily="18" charset="0"/>
              </a:rPr>
              <a:t>为</a:t>
            </a:r>
            <a:r>
              <a:rPr lang="zh-CN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endParaRPr lang="en-US" altLang="zh-CN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1" name="Text Box 22"/>
          <p:cNvSpPr txBox="1">
            <a:spLocks noChangeArrowheads="1"/>
          </p:cNvSpPr>
          <p:nvPr/>
        </p:nvSpPr>
        <p:spPr bwMode="auto">
          <a:xfrm>
            <a:off x="5747773" y="2695458"/>
            <a:ext cx="2763837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//</a:t>
            </a:r>
            <a:r>
              <a:rPr lang="zh-CN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表达式值</a:t>
            </a:r>
            <a:r>
              <a:rPr lang="zh-CN" altLang="en-US" b="1" dirty="0">
                <a:latin typeface="Times New Roman" pitchFamily="18" charset="0"/>
                <a:ea typeface="+mn-ea"/>
                <a:cs typeface="Times New Roman" pitchFamily="18" charset="0"/>
              </a:rPr>
              <a:t>为</a:t>
            </a:r>
            <a:r>
              <a:rPr lang="zh-CN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0</a:t>
            </a:r>
            <a:endParaRPr lang="en-US" altLang="zh-CN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747773" y="3343530"/>
            <a:ext cx="1417637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b="1">
                <a:latin typeface="Times New Roman" pitchFamily="18" charset="0"/>
                <a:ea typeface="+mn-ea"/>
                <a:cs typeface="Times New Roman" pitchFamily="18" charset="0"/>
              </a:rPr>
              <a:t>//d=1</a:t>
            </a:r>
          </a:p>
        </p:txBody>
      </p:sp>
      <p:sp>
        <p:nvSpPr>
          <p:cNvPr id="13" name="Text Box 24"/>
          <p:cNvSpPr txBox="1">
            <a:spLocks noChangeArrowheads="1"/>
          </p:cNvSpPr>
          <p:nvPr/>
        </p:nvSpPr>
        <p:spPr bwMode="auto">
          <a:xfrm>
            <a:off x="5798573" y="4063610"/>
            <a:ext cx="1296987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b="1" dirty="0">
                <a:latin typeface="Times New Roman" pitchFamily="18" charset="0"/>
                <a:ea typeface="+mn-ea"/>
                <a:cs typeface="Times New Roman" pitchFamily="18" charset="0"/>
              </a:rPr>
              <a:t>//f=0</a:t>
            </a:r>
          </a:p>
        </p:txBody>
      </p:sp>
    </p:spTree>
    <p:extLst>
      <p:ext uri="{BB962C8B-B14F-4D97-AF65-F5344CB8AC3E}">
        <p14:creationId xmlns:p14="http://schemas.microsoft.com/office/powerpoint/2010/main" val="213775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 animBg="1" autoUpdateAnimBg="0"/>
      <p:bldP spid="8" grpId="0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4992" y="20459"/>
            <a:ext cx="1754408" cy="762000"/>
          </a:xfr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buClr>
                <a:schemeClr val="accent2"/>
              </a:buClr>
              <a:buSzPct val="100000"/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练习二</a:t>
            </a: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3167743" y="977528"/>
            <a:ext cx="5619750" cy="1117600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 </a:t>
            </a:r>
            <a:r>
              <a:rPr lang="zh-CN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若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a=0; b=0.5; x=0.3;</a:t>
            </a:r>
          </a:p>
          <a:p>
            <a:pPr>
              <a:lnSpc>
                <a:spcPct val="90000"/>
              </a:lnSpc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 </a:t>
            </a:r>
            <a:r>
              <a:rPr lang="zh-CN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则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&lt;=x&lt;=b</a:t>
            </a:r>
            <a:r>
              <a:rPr lang="zh-CN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的值为    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8377918" y="1525786"/>
            <a:ext cx="412590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3600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3162981" y="2254613"/>
            <a:ext cx="5624512" cy="648512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  5&gt;2&gt;1&gt;0</a:t>
            </a:r>
            <a:r>
              <a:rPr lang="zh-CN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在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zh-CN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中的值为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8377918" y="2317874"/>
            <a:ext cx="412590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3600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3167743" y="3076104"/>
            <a:ext cx="5619750" cy="1611312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  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int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=1, j=7,a;  </a:t>
            </a:r>
          </a:p>
          <a:p>
            <a:pPr>
              <a:lnSpc>
                <a:spcPct val="90000"/>
              </a:lnSpc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  a=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+(j%4!=0);   </a:t>
            </a:r>
          </a:p>
          <a:p>
            <a:pPr>
              <a:lnSpc>
                <a:spcPct val="90000"/>
              </a:lnSpc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  </a:t>
            </a:r>
            <a:r>
              <a:rPr lang="zh-CN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则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a=</a:t>
            </a:r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8377918" y="4046066"/>
            <a:ext cx="412590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3600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0" name="Text Box 9"/>
          <p:cNvSpPr txBox="1">
            <a:spLocks noChangeArrowheads="1"/>
          </p:cNvSpPr>
          <p:nvPr/>
        </p:nvSpPr>
        <p:spPr bwMode="auto">
          <a:xfrm>
            <a:off x="3167743" y="4840172"/>
            <a:ext cx="5619750" cy="593112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3600" b="1" dirty="0"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  <a:sym typeface="Symbol" pitchFamily="18" charset="2"/>
              </a:rPr>
              <a:t>    'A'&gt;100            </a:t>
            </a:r>
            <a:r>
              <a:rPr lang="zh-CN" altLang="zh-CN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结果为</a:t>
            </a:r>
            <a:endParaRPr lang="zh-CN" altLang="en-US" sz="36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8377918" y="4831432"/>
            <a:ext cx="412590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3600" dirty="0">
                <a:solidFill>
                  <a:srgbClr val="FF3300"/>
                </a:solidFill>
                <a:latin typeface="Times New Roman" panose="02020603050405020304" pitchFamily="18" charset="0"/>
                <a:ea typeface="隶书" pitchFamily="49" charset="-122"/>
                <a:cs typeface="Times New Roman" panose="02020603050405020304" pitchFamily="18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54799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 autoUpdateAnimBg="0"/>
      <p:bldP spid="15" grpId="0" build="p" autoUpdateAnimBg="0"/>
      <p:bldP spid="16" grpId="0" animBg="1" autoUpdateAnimBg="0"/>
      <p:bldP spid="17" grpId="0" build="p" autoUpdateAnimBg="0"/>
      <p:bldP spid="18" grpId="0" animBg="1" autoUpdateAnimBg="0"/>
      <p:bldP spid="19" grpId="0" build="p" autoUpdateAnimBg="0"/>
      <p:bldP spid="20" grpId="0" animBg="1" autoUpdateAnimBg="0"/>
      <p:bldP spid="22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1482" y="1172029"/>
            <a:ext cx="10210801" cy="89807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itchFamily="18" charset="0"/>
              </a:rPr>
              <a:t>老年票及两日票问题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535352"/>
              </p:ext>
            </p:extLst>
          </p:nvPr>
        </p:nvGraphicFramePr>
        <p:xfrm>
          <a:off x="2198948" y="2050143"/>
          <a:ext cx="7704856" cy="20923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52163">
                  <a:extLst>
                    <a:ext uri="{9D8B030D-6E8A-4147-A177-3AD203B41FA5}">
                      <a16:colId xmlns:a16="http://schemas.microsoft.com/office/drawing/2014/main" val="2063664817"/>
                    </a:ext>
                  </a:extLst>
                </a:gridCol>
                <a:gridCol w="1615280">
                  <a:extLst>
                    <a:ext uri="{9D8B030D-6E8A-4147-A177-3AD203B41FA5}">
                      <a16:colId xmlns:a16="http://schemas.microsoft.com/office/drawing/2014/main" val="545303234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3524890072"/>
                    </a:ext>
                  </a:extLst>
                </a:gridCol>
                <a:gridCol w="2361149">
                  <a:extLst>
                    <a:ext uri="{9D8B030D-6E8A-4147-A177-3AD203B41FA5}">
                      <a16:colId xmlns:a16="http://schemas.microsoft.com/office/drawing/2014/main" val="1446528716"/>
                    </a:ext>
                  </a:extLst>
                </a:gridCol>
              </a:tblGrid>
              <a:tr h="6974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条目</a:t>
                      </a:r>
                      <a:endParaRPr lang="zh-CN" sz="28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票务详情</a:t>
                      </a:r>
                      <a:endParaRPr lang="zh-CN" sz="28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条件表示</a:t>
                      </a:r>
                      <a:endParaRPr lang="zh-CN" sz="28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064684"/>
                  </a:ext>
                </a:extLst>
              </a:tr>
              <a:tr h="697443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票价</a:t>
                      </a:r>
                      <a:endParaRPr lang="en-US" altLang="zh-CN" sz="2800" kern="1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分类</a:t>
                      </a:r>
                      <a:endParaRPr lang="zh-CN" sz="28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老年人</a:t>
                      </a:r>
                      <a:endParaRPr lang="zh-CN" sz="28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65</a:t>
                      </a:r>
                      <a:r>
                        <a:rPr lang="zh-CN" sz="28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周岁及以上</a:t>
                      </a:r>
                      <a:endParaRPr lang="zh-CN" sz="28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8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32667469"/>
                  </a:ext>
                </a:extLst>
              </a:tr>
              <a:tr h="6974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两日联票</a:t>
                      </a:r>
                      <a:endParaRPr lang="zh-CN" sz="28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选择两日联票</a:t>
                      </a:r>
                      <a:endParaRPr lang="zh-CN" sz="28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8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7720495"/>
                  </a:ext>
                </a:extLst>
              </a:tr>
            </a:tbl>
          </a:graphicData>
        </a:graphic>
      </p:graphicFrame>
      <p:sp>
        <p:nvSpPr>
          <p:cNvPr id="7" name="内容占位符 2"/>
          <p:cNvSpPr txBox="1">
            <a:spLocks/>
          </p:cNvSpPr>
          <p:nvPr/>
        </p:nvSpPr>
        <p:spPr>
          <a:xfrm>
            <a:off x="2198948" y="5546426"/>
            <a:ext cx="7929500" cy="978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zh-CN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441246" y="250885"/>
            <a:ext cx="5212897" cy="762000"/>
          </a:xfrm>
          <a:effectLst/>
        </p:spPr>
        <p:txBody>
          <a:bodyPr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4.2.1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关系运算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A0274B7-3B4A-4941-9E93-27017E727677}"/>
              </a:ext>
            </a:extLst>
          </p:cNvPr>
          <p:cNvSpPr txBox="1">
            <a:spLocks noChangeArrowheads="1"/>
          </p:cNvSpPr>
          <p:nvPr/>
        </p:nvSpPr>
        <p:spPr>
          <a:xfrm>
            <a:off x="752476" y="-63796"/>
            <a:ext cx="2384128" cy="762000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7600" y="4277957"/>
            <a:ext cx="105918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age;       //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存放游客年龄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  style;  //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存放购票类型，设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日票用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'1'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日票用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'2'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</a:p>
        </p:txBody>
      </p:sp>
      <p:sp>
        <p:nvSpPr>
          <p:cNvPr id="4" name="矩形 3"/>
          <p:cNvSpPr/>
          <p:nvPr/>
        </p:nvSpPr>
        <p:spPr>
          <a:xfrm>
            <a:off x="7938161" y="2838778"/>
            <a:ext cx="14718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2800" b="1" kern="1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age&gt;=65</a:t>
            </a:r>
            <a:endParaRPr lang="zh-CN" altLang="en-US" sz="2800" b="1" kern="100" dirty="0">
              <a:solidFill>
                <a:srgbClr val="000000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40375" y="3511878"/>
            <a:ext cx="16706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2800" b="1" kern="1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style=='2'</a:t>
            </a:r>
            <a:endParaRPr lang="zh-CN" altLang="en-US" sz="2800" b="1" kern="100" dirty="0">
              <a:solidFill>
                <a:srgbClr val="000000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16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0509" y="1414613"/>
            <a:ext cx="9289032" cy="377301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itchFamily="18" charset="0"/>
              </a:rPr>
              <a:t>逻辑运算符：</a:t>
            </a:r>
            <a:r>
              <a:rPr lang="zh-CN" altLang="en-US" b="1" dirty="0">
                <a:latin typeface="+mj-ea"/>
                <a:ea typeface="+mj-ea"/>
                <a:cs typeface="Times New Roman" pitchFamily="18" charset="0"/>
              </a:rPr>
              <a:t>逻辑非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itchFamily="18" charset="0"/>
              </a:rPr>
              <a:t>！</a:t>
            </a:r>
            <a:r>
              <a:rPr lang="zh-CN" altLang="en-US" b="1" dirty="0">
                <a:latin typeface="+mj-ea"/>
                <a:ea typeface="+mj-ea"/>
                <a:cs typeface="Times New Roman" pitchFamily="18" charset="0"/>
              </a:rPr>
              <a:t>、逻辑与 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itchFamily="18" charset="0"/>
              </a:rPr>
              <a:t>&amp;&amp; </a:t>
            </a:r>
            <a:r>
              <a:rPr lang="zh-CN" altLang="en-US" b="1" dirty="0">
                <a:latin typeface="+mj-ea"/>
                <a:ea typeface="+mj-ea"/>
                <a:cs typeface="Times New Roman" pitchFamily="18" charset="0"/>
              </a:rPr>
              <a:t>和 逻辑或 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itchFamily="18" charset="0"/>
              </a:rPr>
              <a:t>||</a:t>
            </a: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itchFamily="18" charset="0"/>
              </a:rPr>
              <a:t>表达式的值：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itchFamily="18" charset="0"/>
              </a:rPr>
              <a:t>1</a:t>
            </a:r>
            <a:r>
              <a:rPr lang="zh-CN" altLang="en-US" b="1" dirty="0">
                <a:latin typeface="+mj-ea"/>
                <a:ea typeface="+mj-ea"/>
                <a:cs typeface="Times New Roman" pitchFamily="18" charset="0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itchFamily="18" charset="0"/>
              </a:rPr>
              <a:t>0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+mj-ea"/>
                <a:ea typeface="+mj-ea"/>
                <a:cs typeface="Times New Roman" pitchFamily="18" charset="0"/>
              </a:rPr>
              <a:t> 非运算：若操作数值为真，则运算结果为假；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+mj-ea"/>
                <a:ea typeface="+mj-ea"/>
                <a:cs typeface="Times New Roman" pitchFamily="18" charset="0"/>
              </a:rPr>
              <a:t> 与运算：仅当操作数都为真时，运算结果才为真</a:t>
            </a:r>
            <a:endParaRPr lang="en-US" altLang="zh-CN" sz="2800" b="1" dirty="0">
              <a:latin typeface="+mj-ea"/>
              <a:ea typeface="+mj-ea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+mj-ea"/>
                <a:ea typeface="+mj-ea"/>
                <a:cs typeface="Times New Roman" pitchFamily="18" charset="0"/>
              </a:rPr>
              <a:t> 或运算：只要有一操作数为真，运算结果就为真</a:t>
            </a:r>
            <a:endParaRPr lang="en-US" altLang="zh-CN" sz="2800" b="1" dirty="0">
              <a:latin typeface="+mj-ea"/>
              <a:ea typeface="+mj-ea"/>
              <a:cs typeface="Times New Roman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75" y="406048"/>
            <a:ext cx="8858250" cy="762000"/>
          </a:xfrm>
          <a:effectLst/>
        </p:spPr>
        <p:txBody>
          <a:bodyPr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4.2.2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逻辑运算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6228708-3A17-45BA-89A3-FFDBB9CE4F11}"/>
              </a:ext>
            </a:extLst>
          </p:cNvPr>
          <p:cNvSpPr txBox="1">
            <a:spLocks noChangeArrowheads="1"/>
          </p:cNvSpPr>
          <p:nvPr/>
        </p:nvSpPr>
        <p:spPr>
          <a:xfrm>
            <a:off x="752476" y="2"/>
            <a:ext cx="2384128" cy="762000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119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9288" y="1210169"/>
            <a:ext cx="7141534" cy="82068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逻辑运算真值表（假定有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两个操作数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）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257178"/>
              </p:ext>
            </p:extLst>
          </p:nvPr>
        </p:nvGraphicFramePr>
        <p:xfrm>
          <a:off x="2043236" y="2142365"/>
          <a:ext cx="8068326" cy="34078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4721">
                  <a:extLst>
                    <a:ext uri="{9D8B030D-6E8A-4147-A177-3AD203B41FA5}">
                      <a16:colId xmlns:a16="http://schemas.microsoft.com/office/drawing/2014/main" val="2673709640"/>
                    </a:ext>
                  </a:extLst>
                </a:gridCol>
                <a:gridCol w="1344721">
                  <a:extLst>
                    <a:ext uri="{9D8B030D-6E8A-4147-A177-3AD203B41FA5}">
                      <a16:colId xmlns:a16="http://schemas.microsoft.com/office/drawing/2014/main" val="631875000"/>
                    </a:ext>
                  </a:extLst>
                </a:gridCol>
                <a:gridCol w="1344721">
                  <a:extLst>
                    <a:ext uri="{9D8B030D-6E8A-4147-A177-3AD203B41FA5}">
                      <a16:colId xmlns:a16="http://schemas.microsoft.com/office/drawing/2014/main" val="653136386"/>
                    </a:ext>
                  </a:extLst>
                </a:gridCol>
                <a:gridCol w="1344721">
                  <a:extLst>
                    <a:ext uri="{9D8B030D-6E8A-4147-A177-3AD203B41FA5}">
                      <a16:colId xmlns:a16="http://schemas.microsoft.com/office/drawing/2014/main" val="103737261"/>
                    </a:ext>
                  </a:extLst>
                </a:gridCol>
                <a:gridCol w="1344721">
                  <a:extLst>
                    <a:ext uri="{9D8B030D-6E8A-4147-A177-3AD203B41FA5}">
                      <a16:colId xmlns:a16="http://schemas.microsoft.com/office/drawing/2014/main" val="3642869116"/>
                    </a:ext>
                  </a:extLst>
                </a:gridCol>
                <a:gridCol w="1344721">
                  <a:extLst>
                    <a:ext uri="{9D8B030D-6E8A-4147-A177-3AD203B41FA5}">
                      <a16:colId xmlns:a16="http://schemas.microsoft.com/office/drawing/2014/main" val="505280013"/>
                    </a:ext>
                  </a:extLst>
                </a:gridCol>
              </a:tblGrid>
              <a:tr h="6815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CN" sz="32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CN" sz="32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!a</a:t>
                      </a:r>
                      <a:endParaRPr lang="zh-CN" sz="32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!b</a:t>
                      </a:r>
                      <a:endParaRPr lang="zh-CN" sz="3200" kern="10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a&amp;&amp;b</a:t>
                      </a:r>
                      <a:endParaRPr lang="zh-CN" sz="3200" kern="10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a||b</a:t>
                      </a:r>
                      <a:endParaRPr lang="zh-CN" sz="3200" kern="10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2573112"/>
                  </a:ext>
                </a:extLst>
              </a:tr>
              <a:tr h="6815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kern="100" dirty="0"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非</a:t>
                      </a:r>
                      <a:r>
                        <a:rPr lang="en-US" sz="3200" kern="100" dirty="0"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CN" sz="3200" kern="100" dirty="0"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3200" b="1" kern="100" dirty="0"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非</a:t>
                      </a:r>
                      <a:r>
                        <a:rPr lang="en-US" sz="3200" b="1" kern="100" dirty="0"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0</a:t>
                      </a:r>
                      <a:endParaRPr lang="zh-CN" sz="3200" b="1" kern="100" dirty="0"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CN" sz="32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CN" sz="32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3200" kern="10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3200" kern="10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3065457"/>
                  </a:ext>
                </a:extLst>
              </a:tr>
              <a:tr h="68156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3200" b="1" kern="100" dirty="0"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非</a:t>
                      </a:r>
                      <a:r>
                        <a:rPr lang="en-US" sz="3200" b="1" kern="100" dirty="0"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0</a:t>
                      </a:r>
                      <a:endParaRPr lang="zh-CN" sz="3200" b="1" kern="100" dirty="0"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3200" b="1" kern="100" dirty="0"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0</a:t>
                      </a:r>
                      <a:endParaRPr lang="zh-CN" sz="3200" b="1" kern="100" dirty="0"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CN" sz="3200" kern="10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32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CN" sz="32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3200" kern="10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5636298"/>
                  </a:ext>
                </a:extLst>
              </a:tr>
              <a:tr h="68156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3200" b="1" kern="100" dirty="0"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0</a:t>
                      </a:r>
                      <a:endParaRPr lang="zh-CN" sz="3200" b="1" kern="100" dirty="0"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3200" b="1" kern="100" dirty="0"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非</a:t>
                      </a:r>
                      <a:r>
                        <a:rPr lang="en-US" sz="3200" b="1" kern="100" dirty="0"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0</a:t>
                      </a:r>
                      <a:endParaRPr lang="zh-CN" sz="3200" b="1" kern="100" dirty="0"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3200" kern="10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CN" sz="3200" kern="10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CN" sz="32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32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8176392"/>
                  </a:ext>
                </a:extLst>
              </a:tr>
              <a:tr h="68156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3200" b="1" kern="100" dirty="0"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0</a:t>
                      </a:r>
                      <a:endParaRPr lang="zh-CN" sz="3200" b="1" kern="100" dirty="0"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3200" b="1" kern="100" dirty="0"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0</a:t>
                      </a:r>
                      <a:endParaRPr lang="zh-CN" sz="3200" b="1" kern="100" dirty="0"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32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32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CN" sz="32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CN" sz="32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3646590"/>
                  </a:ext>
                </a:extLst>
              </a:tr>
            </a:tbl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56242" y="336660"/>
            <a:ext cx="8858250" cy="762000"/>
          </a:xfrm>
          <a:effectLst/>
        </p:spPr>
        <p:txBody>
          <a:bodyPr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4.2.2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逻辑运算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60D3B1C-B884-4F38-86A9-2D5A9EFE0F82}"/>
              </a:ext>
            </a:extLst>
          </p:cNvPr>
          <p:cNvSpPr txBox="1">
            <a:spLocks noChangeArrowheads="1"/>
          </p:cNvSpPr>
          <p:nvPr/>
        </p:nvSpPr>
        <p:spPr>
          <a:xfrm>
            <a:off x="752476" y="-63796"/>
            <a:ext cx="2384128" cy="762000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080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324842"/>
              </p:ext>
            </p:extLst>
          </p:nvPr>
        </p:nvGraphicFramePr>
        <p:xfrm>
          <a:off x="306566" y="1911785"/>
          <a:ext cx="11694933" cy="24343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1892">
                  <a:extLst>
                    <a:ext uri="{9D8B030D-6E8A-4147-A177-3AD203B41FA5}">
                      <a16:colId xmlns:a16="http://schemas.microsoft.com/office/drawing/2014/main" val="2799264593"/>
                    </a:ext>
                  </a:extLst>
                </a:gridCol>
                <a:gridCol w="1250959">
                  <a:extLst>
                    <a:ext uri="{9D8B030D-6E8A-4147-A177-3AD203B41FA5}">
                      <a16:colId xmlns:a16="http://schemas.microsoft.com/office/drawing/2014/main" val="1706787548"/>
                    </a:ext>
                  </a:extLst>
                </a:gridCol>
                <a:gridCol w="3842483">
                  <a:extLst>
                    <a:ext uri="{9D8B030D-6E8A-4147-A177-3AD203B41FA5}">
                      <a16:colId xmlns:a16="http://schemas.microsoft.com/office/drawing/2014/main" val="13405622"/>
                    </a:ext>
                  </a:extLst>
                </a:gridCol>
                <a:gridCol w="5689599">
                  <a:extLst>
                    <a:ext uri="{9D8B030D-6E8A-4147-A177-3AD203B41FA5}">
                      <a16:colId xmlns:a16="http://schemas.microsoft.com/office/drawing/2014/main" val="2613663427"/>
                    </a:ext>
                  </a:extLst>
                </a:gridCol>
              </a:tblGrid>
              <a:tr h="6955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条目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票务详情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条件表达</a:t>
                      </a:r>
                      <a:endParaRPr lang="zh-CN" sz="2400" kern="10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65472943"/>
                  </a:ext>
                </a:extLst>
              </a:tr>
              <a:tr h="695536"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票价分类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标准票</a:t>
                      </a:r>
                      <a:endParaRPr lang="zh-CN" sz="2400" kern="10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身高</a:t>
                      </a:r>
                      <a:r>
                        <a:rPr lang="en-US" sz="2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1.4</a:t>
                      </a:r>
                      <a:r>
                        <a:rPr lang="zh-CN" sz="2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米以上，</a:t>
                      </a:r>
                      <a:r>
                        <a:rPr lang="en-US" sz="2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16-65</a:t>
                      </a:r>
                      <a:r>
                        <a:rPr lang="zh-CN" sz="2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周岁</a:t>
                      </a:r>
                      <a:endParaRPr lang="zh-CN" sz="2400" kern="10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2473221"/>
                  </a:ext>
                </a:extLst>
              </a:tr>
              <a:tr h="104330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儿童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身高</a:t>
                      </a:r>
                      <a:r>
                        <a:rPr lang="en-US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1.0</a:t>
                      </a: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米以上至</a:t>
                      </a:r>
                      <a:r>
                        <a:rPr lang="en-US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1.4</a:t>
                      </a: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米（含）且年龄</a:t>
                      </a:r>
                      <a:r>
                        <a:rPr lang="en-US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周岁及以下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74781883"/>
                  </a:ext>
                </a:extLst>
              </a:tr>
            </a:tbl>
          </a:graphicData>
        </a:graphic>
      </p:graphicFrame>
      <p:sp>
        <p:nvSpPr>
          <p:cNvPr id="5" name="内容占位符 2"/>
          <p:cNvSpPr txBox="1">
            <a:spLocks/>
          </p:cNvSpPr>
          <p:nvPr/>
        </p:nvSpPr>
        <p:spPr>
          <a:xfrm>
            <a:off x="1156231" y="4379792"/>
            <a:ext cx="8568952" cy="16273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age;         //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存放游客年龄</a:t>
            </a:r>
            <a:endParaRPr lang="en-US" altLang="zh-CN" sz="3200" b="1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float  height;     //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存放游客身高</a:t>
            </a:r>
            <a:endParaRPr lang="zh-CN" altLang="en-US" b="1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75" y="336660"/>
            <a:ext cx="8858250" cy="762000"/>
          </a:xfrm>
          <a:effectLst/>
        </p:spPr>
        <p:txBody>
          <a:bodyPr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4.2.2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逻辑运算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A101BDD-B169-4AD0-8B10-A17F23E2A873}"/>
              </a:ext>
            </a:extLst>
          </p:cNvPr>
          <p:cNvSpPr txBox="1">
            <a:spLocks noChangeArrowheads="1"/>
          </p:cNvSpPr>
          <p:nvPr/>
        </p:nvSpPr>
        <p:spPr>
          <a:xfrm>
            <a:off x="752476" y="-63796"/>
            <a:ext cx="2384128" cy="762000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85234" y="2702179"/>
            <a:ext cx="4219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400" b="1" kern="100" dirty="0">
                <a:latin typeface="Times New Roman" pitchFamily="18" charset="0"/>
                <a:cs typeface="Times New Roman" pitchFamily="18" charset="0"/>
              </a:rPr>
              <a:t>height&gt;1.4||age&gt;16 &amp;&amp; age&lt;65</a:t>
            </a:r>
            <a:endParaRPr lang="zh-CN" altLang="zh-CN" sz="2400" b="1" kern="100" dirty="0"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85234" y="3561834"/>
            <a:ext cx="55547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400" b="1" kern="100" dirty="0">
                <a:latin typeface="Times New Roman" pitchFamily="18" charset="0"/>
                <a:cs typeface="Times New Roman" pitchFamily="18" charset="0"/>
              </a:rPr>
              <a:t>height&gt;1.0 &amp;&amp; height&lt;=1.4 &amp;&amp; age&lt;=16</a:t>
            </a:r>
            <a:endParaRPr lang="zh-CN" altLang="zh-CN" sz="2400" b="1" kern="100" dirty="0"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343431" y="1090492"/>
            <a:ext cx="8568952" cy="852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sz="3200" b="1" dirty="0"/>
              <a:t> 标准票及儿童票问题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93724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" grpId="0"/>
      <p:bldP spid="4" grpId="0"/>
      <p:bldP spid="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7386" y="1147915"/>
            <a:ext cx="8435280" cy="361547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思考：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写出满足下列命题的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语言表达式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number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是偶数。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中有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一个小于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中只有两个为负数。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7769" y="0"/>
            <a:ext cx="1642269" cy="762000"/>
          </a:xfr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rmAutofit/>
          </a:bodyPr>
          <a:lstStyle/>
          <a:p>
            <a:pPr algn="ctr">
              <a:buClr>
                <a:schemeClr val="accent2"/>
              </a:buClr>
              <a:buSzPct val="100000"/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练习三</a:t>
            </a:r>
          </a:p>
        </p:txBody>
      </p:sp>
      <p:sp>
        <p:nvSpPr>
          <p:cNvPr id="2" name="矩形 1"/>
          <p:cNvSpPr/>
          <p:nvPr/>
        </p:nvSpPr>
        <p:spPr>
          <a:xfrm>
            <a:off x="5678849" y="2241034"/>
            <a:ext cx="25314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number%2==0</a:t>
            </a:r>
          </a:p>
        </p:txBody>
      </p:sp>
      <p:sp>
        <p:nvSpPr>
          <p:cNvPr id="4" name="矩形 3"/>
          <p:cNvSpPr/>
          <p:nvPr/>
        </p:nvSpPr>
        <p:spPr>
          <a:xfrm>
            <a:off x="6580683" y="3104634"/>
            <a:ext cx="19094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(x&lt;z)||(y&lt;z)</a:t>
            </a:r>
          </a:p>
        </p:txBody>
      </p:sp>
      <p:sp>
        <p:nvSpPr>
          <p:cNvPr id="5" name="矩形 4"/>
          <p:cNvSpPr/>
          <p:nvPr/>
        </p:nvSpPr>
        <p:spPr>
          <a:xfrm>
            <a:off x="965199" y="4756835"/>
            <a:ext cx="106282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(x&lt;0&amp;&amp;y&lt;0&amp;&amp;z&gt;=0)|| (x&gt;=0&amp;&amp;y&lt;0&amp;&amp;z&lt;0)|| (x&lt;0&amp;&amp;y&gt;=0&amp;&amp;z&lt;0)</a:t>
            </a:r>
          </a:p>
        </p:txBody>
      </p:sp>
    </p:spTree>
    <p:extLst>
      <p:ext uri="{BB962C8B-B14F-4D97-AF65-F5344CB8AC3E}">
        <p14:creationId xmlns:p14="http://schemas.microsoft.com/office/powerpoint/2010/main" val="283071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47528" y="1306286"/>
            <a:ext cx="8363272" cy="37991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u"/>
            </a:pP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 逻辑运算符“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&amp;&amp;”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和“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||”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都具有短路特性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zh-CN" sz="3000" b="1" dirty="0">
                <a:latin typeface="Times New Roman" pitchFamily="18" charset="0"/>
                <a:cs typeface="Times New Roman" pitchFamily="18" charset="0"/>
              </a:rPr>
              <a:t>逻辑与的短路特性</a:t>
            </a:r>
            <a:endParaRPr lang="en-US" altLang="zh-CN" sz="3000" b="1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a&amp;&amp;b 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只有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为真时，才需要判断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的值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zh-CN" sz="3000" b="1" dirty="0">
                <a:latin typeface="Times New Roman" pitchFamily="18" charset="0"/>
                <a:cs typeface="Times New Roman" pitchFamily="18" charset="0"/>
              </a:rPr>
              <a:t>逻辑或的短路特性</a:t>
            </a:r>
            <a:endParaRPr lang="en-US" altLang="zh-CN" sz="3000" b="1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a||b 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只有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为假，才需要判断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的值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75" y="307296"/>
            <a:ext cx="8858250" cy="762000"/>
          </a:xfrm>
          <a:effectLst/>
        </p:spPr>
        <p:txBody>
          <a:bodyPr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4.2.3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短路求值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E3FBF6D-F543-49B7-97C8-2BA3B3908FC8}"/>
              </a:ext>
            </a:extLst>
          </p:cNvPr>
          <p:cNvSpPr txBox="1">
            <a:spLocks noChangeArrowheads="1"/>
          </p:cNvSpPr>
          <p:nvPr/>
        </p:nvSpPr>
        <p:spPr>
          <a:xfrm>
            <a:off x="752476" y="-63796"/>
            <a:ext cx="2384128" cy="762000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317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6110288" y="3321051"/>
          <a:ext cx="112712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0" name="公式" r:id="rId4" imgW="114151" imgH="215619" progId="Equation.3">
                  <p:embed/>
                </p:oleObj>
              </mc:Choice>
              <mc:Fallback>
                <p:oleObj name="公式" r:id="rId4" imgW="114151" imgH="215619" progId="Equation.3">
                  <p:embed/>
                  <p:pic>
                    <p:nvPicPr>
                      <p:cNvPr id="276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0288" y="3321051"/>
                        <a:ext cx="112712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36" name="Rectangle 4"/>
          <p:cNvSpPr>
            <a:spLocks noChangeArrowheads="1"/>
          </p:cNvSpPr>
          <p:nvPr/>
        </p:nvSpPr>
        <p:spPr bwMode="auto">
          <a:xfrm>
            <a:off x="1865313" y="1049109"/>
            <a:ext cx="8421687" cy="3766005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91432" tIns="45715" rIns="91432" bIns="45715"/>
          <a:lstStyle/>
          <a:p>
            <a:pPr marL="863600" indent="-863600" defTabSz="965200">
              <a:lnSpc>
                <a:spcPct val="150000"/>
              </a:lnSpc>
            </a:pPr>
            <a:r>
              <a:rPr lang="zh-CN" altLang="en-US" sz="3600" b="1" dirty="0"/>
              <a:t>写出下面语句段的输出结果</a:t>
            </a:r>
            <a:r>
              <a:rPr lang="en-US" altLang="zh-CN" sz="3600" b="1" dirty="0"/>
              <a:t>:</a:t>
            </a:r>
            <a:endParaRPr lang="en-US" altLang="zh-CN" sz="3600" b="1" dirty="0">
              <a:latin typeface="Times New Roman" pitchFamily="18" charset="0"/>
              <a:ea typeface="宋体" charset="-122"/>
            </a:endParaRPr>
          </a:p>
          <a:p>
            <a:pPr marL="863600" indent="-863600" defTabSz="965200">
              <a:lnSpc>
                <a:spcPct val="150000"/>
              </a:lnSpc>
              <a:spcBef>
                <a:spcPct val="20000"/>
              </a:spcBef>
              <a:buClr>
                <a:srgbClr val="FF3300"/>
              </a:buClr>
              <a:buSzPct val="90000"/>
            </a:pPr>
            <a:r>
              <a:rPr lang="en-US" altLang="zh-CN" sz="3600" b="1" dirty="0">
                <a:latin typeface="Times New Roman" pitchFamily="18" charset="0"/>
                <a:ea typeface="宋体" charset="-122"/>
              </a:rPr>
              <a:t> </a:t>
            </a:r>
            <a:r>
              <a:rPr lang="en-US" altLang="zh-CN" sz="3600" b="1" dirty="0" err="1">
                <a:latin typeface="Times New Roman" pitchFamily="18" charset="0"/>
                <a:ea typeface="宋体" charset="-122"/>
              </a:rPr>
              <a:t>int</a:t>
            </a:r>
            <a:r>
              <a:rPr lang="en-US" altLang="zh-CN" sz="3600" b="1" dirty="0">
                <a:latin typeface="Times New Roman" pitchFamily="18" charset="0"/>
                <a:ea typeface="宋体" charset="-122"/>
              </a:rPr>
              <a:t> x=0, y=5, z=0, m ;</a:t>
            </a:r>
          </a:p>
          <a:p>
            <a:pPr marL="863600" indent="-863600" defTabSz="965200">
              <a:lnSpc>
                <a:spcPct val="150000"/>
              </a:lnSpc>
              <a:spcBef>
                <a:spcPct val="20000"/>
              </a:spcBef>
              <a:buClr>
                <a:srgbClr val="FF3300"/>
              </a:buClr>
              <a:buSzPct val="90000"/>
            </a:pPr>
            <a:r>
              <a:rPr lang="en-US" altLang="zh-CN" sz="3600" b="1" dirty="0">
                <a:latin typeface="Times New Roman" pitchFamily="18" charset="0"/>
                <a:ea typeface="宋体" charset="-122"/>
              </a:rPr>
              <a:t> m=(x=30)&amp;&amp;(y=0)&amp;&amp;(z=10) ;</a:t>
            </a:r>
          </a:p>
          <a:p>
            <a:pPr marL="863600" indent="-863600" defTabSz="965200">
              <a:lnSpc>
                <a:spcPct val="150000"/>
              </a:lnSpc>
              <a:spcBef>
                <a:spcPct val="20000"/>
              </a:spcBef>
              <a:buClr>
                <a:srgbClr val="FF3300"/>
              </a:buClr>
              <a:buSzPct val="90000"/>
            </a:pPr>
            <a:r>
              <a:rPr lang="en-US" altLang="zh-CN" sz="3600" b="1" dirty="0">
                <a:latin typeface="Times New Roman" pitchFamily="18" charset="0"/>
                <a:ea typeface="宋体" charset="-122"/>
              </a:rPr>
              <a:t> </a:t>
            </a:r>
            <a:r>
              <a:rPr lang="en-US" altLang="zh-CN" sz="3600" b="1" dirty="0" err="1">
                <a:latin typeface="Times New Roman" pitchFamily="18" charset="0"/>
                <a:ea typeface="宋体" charset="-122"/>
              </a:rPr>
              <a:t>printf</a:t>
            </a:r>
            <a:r>
              <a:rPr lang="en-US" altLang="zh-CN" sz="3600" b="1" dirty="0">
                <a:latin typeface="Times New Roman" pitchFamily="18" charset="0"/>
                <a:ea typeface="宋体" charset="-122"/>
              </a:rPr>
              <a:t>("</a:t>
            </a:r>
            <a:r>
              <a:rPr lang="en-US" altLang="zh-CN" sz="3600" b="1" dirty="0"/>
              <a:t>%</a:t>
            </a:r>
            <a:r>
              <a:rPr lang="en-US" altLang="zh-CN" sz="3600" b="1" dirty="0">
                <a:latin typeface="Times New Roman" pitchFamily="18" charset="0"/>
                <a:ea typeface="宋体" charset="-122"/>
              </a:rPr>
              <a:t>d, </a:t>
            </a:r>
            <a:r>
              <a:rPr lang="en-US" altLang="zh-CN" sz="3600" b="1" dirty="0"/>
              <a:t>%</a:t>
            </a:r>
            <a:r>
              <a:rPr lang="en-US" altLang="zh-CN" sz="3600" b="1" dirty="0">
                <a:latin typeface="Times New Roman" pitchFamily="18" charset="0"/>
                <a:ea typeface="宋体" charset="-122"/>
              </a:rPr>
              <a:t>d, </a:t>
            </a:r>
            <a:r>
              <a:rPr lang="en-US" altLang="zh-CN" sz="3600" b="1" dirty="0"/>
              <a:t>%</a:t>
            </a:r>
            <a:r>
              <a:rPr lang="en-US" altLang="zh-CN" sz="3600" b="1" dirty="0">
                <a:latin typeface="Times New Roman" pitchFamily="18" charset="0"/>
                <a:ea typeface="宋体" charset="-122"/>
              </a:rPr>
              <a:t>d, </a:t>
            </a:r>
            <a:r>
              <a:rPr lang="en-US" altLang="zh-CN" sz="3600" b="1" dirty="0"/>
              <a:t>%</a:t>
            </a:r>
            <a:r>
              <a:rPr lang="en-US" altLang="zh-CN" sz="3600" b="1" dirty="0">
                <a:latin typeface="Times New Roman" pitchFamily="18" charset="0"/>
                <a:ea typeface="宋体" charset="-122"/>
              </a:rPr>
              <a:t>d\n", m, x, y, z);</a:t>
            </a:r>
          </a:p>
        </p:txBody>
      </p:sp>
      <p:sp>
        <p:nvSpPr>
          <p:cNvPr id="351237" name="Rectangle 5"/>
          <p:cNvSpPr>
            <a:spLocks noChangeArrowheads="1"/>
          </p:cNvSpPr>
          <p:nvPr/>
        </p:nvSpPr>
        <p:spPr bwMode="auto">
          <a:xfrm>
            <a:off x="3287713" y="5156994"/>
            <a:ext cx="489585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5" rIns="91432" bIns="45715"/>
          <a:lstStyle/>
          <a:p>
            <a:pPr marL="666750" indent="-666750" defTabSz="965200">
              <a:lnSpc>
                <a:spcPct val="85000"/>
              </a:lnSpc>
            </a:pPr>
            <a:r>
              <a:rPr lang="zh-CN" altLang="en-US" sz="3600" b="1" dirty="0">
                <a:solidFill>
                  <a:srgbClr val="FF3300"/>
                </a:solidFill>
              </a:rPr>
              <a:t>运算</a:t>
            </a:r>
            <a:r>
              <a:rPr lang="zh-CN" altLang="zh-CN" sz="3600" b="1" dirty="0">
                <a:solidFill>
                  <a:srgbClr val="FF3300"/>
                </a:solidFill>
              </a:rPr>
              <a:t>结果</a:t>
            </a:r>
            <a:r>
              <a:rPr lang="zh-CN" altLang="en-US" sz="3600" b="1" dirty="0">
                <a:solidFill>
                  <a:srgbClr val="FF3300"/>
                </a:solidFill>
              </a:rPr>
              <a:t>：</a:t>
            </a:r>
            <a:r>
              <a:rPr lang="en-US" altLang="zh-CN" sz="3600" b="1" dirty="0">
                <a:solidFill>
                  <a:srgbClr val="FF0000"/>
                </a:solidFill>
                <a:latin typeface="Times New Roman" pitchFamily="18" charset="0"/>
              </a:rPr>
              <a:t>0 , 30 , 0 , 0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965998" y="21904"/>
            <a:ext cx="1864287" cy="762000"/>
          </a:xfr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rmAutofit/>
          </a:bodyPr>
          <a:lstStyle/>
          <a:p>
            <a:pPr algn="ctr">
              <a:buClr>
                <a:schemeClr val="accent2"/>
              </a:buClr>
              <a:buSzPct val="100000"/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练习四</a:t>
            </a:r>
          </a:p>
        </p:txBody>
      </p:sp>
    </p:spTree>
    <p:extLst>
      <p:ext uri="{BB962C8B-B14F-4D97-AF65-F5344CB8AC3E}">
        <p14:creationId xmlns:p14="http://schemas.microsoft.com/office/powerpoint/2010/main" val="448458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12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1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1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51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51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51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6" grpId="0" build="p" animBg="1"/>
      <p:bldP spid="351237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0" y="1415139"/>
            <a:ext cx="2861186" cy="4027722"/>
          </a:xfrm>
          <a:custGeom>
            <a:avLst/>
            <a:gdLst>
              <a:gd name="connsiteX0" fmla="*/ 0 w 2861186"/>
              <a:gd name="connsiteY0" fmla="*/ 0 h 4027722"/>
              <a:gd name="connsiteX1" fmla="*/ 1680145 w 2861186"/>
              <a:gd name="connsiteY1" fmla="*/ 0 h 4027722"/>
              <a:gd name="connsiteX2" fmla="*/ 1680145 w 2861186"/>
              <a:gd name="connsiteY2" fmla="*/ 0 h 4027722"/>
              <a:gd name="connsiteX3" fmla="*/ 1680168 w 2861186"/>
              <a:gd name="connsiteY3" fmla="*/ 0 h 4027722"/>
              <a:gd name="connsiteX4" fmla="*/ 1748117 w 2861186"/>
              <a:gd name="connsiteY4" fmla="*/ 6850 h 4027722"/>
              <a:gd name="connsiteX5" fmla="*/ 1900839 w 2861186"/>
              <a:gd name="connsiteY5" fmla="*/ 82229 h 4027722"/>
              <a:gd name="connsiteX6" fmla="*/ 1937927 w 2861186"/>
              <a:gd name="connsiteY6" fmla="*/ 120214 h 4027722"/>
              <a:gd name="connsiteX7" fmla="*/ 1940368 w 2861186"/>
              <a:gd name="connsiteY7" fmla="*/ 122714 h 4027722"/>
              <a:gd name="connsiteX8" fmla="*/ 2812889 w 2861186"/>
              <a:gd name="connsiteY8" fmla="*/ 1842443 h 4027722"/>
              <a:gd name="connsiteX9" fmla="*/ 2837499 w 2861186"/>
              <a:gd name="connsiteY9" fmla="*/ 1891664 h 4027722"/>
              <a:gd name="connsiteX10" fmla="*/ 2854335 w 2861186"/>
              <a:gd name="connsiteY10" fmla="*/ 1945900 h 4027722"/>
              <a:gd name="connsiteX11" fmla="*/ 2861186 w 2861186"/>
              <a:gd name="connsiteY11" fmla="*/ 2013861 h 4027722"/>
              <a:gd name="connsiteX12" fmla="*/ 2854335 w 2861186"/>
              <a:gd name="connsiteY12" fmla="*/ 2081822 h 4027722"/>
              <a:gd name="connsiteX13" fmla="*/ 2837499 w 2861186"/>
              <a:gd name="connsiteY13" fmla="*/ 2136058 h 4027722"/>
              <a:gd name="connsiteX14" fmla="*/ 2812889 w 2861186"/>
              <a:gd name="connsiteY14" fmla="*/ 2185279 h 4027722"/>
              <a:gd name="connsiteX15" fmla="*/ 1972695 w 2861186"/>
              <a:gd name="connsiteY15" fmla="*/ 3858360 h 4027722"/>
              <a:gd name="connsiteX16" fmla="*/ 1748117 w 2861186"/>
              <a:gd name="connsiteY16" fmla="*/ 4020872 h 4027722"/>
              <a:gd name="connsiteX17" fmla="*/ 1680168 w 2861186"/>
              <a:gd name="connsiteY17" fmla="*/ 4027722 h 4027722"/>
              <a:gd name="connsiteX18" fmla="*/ 1680145 w 2861186"/>
              <a:gd name="connsiteY18" fmla="*/ 4027722 h 4027722"/>
              <a:gd name="connsiteX19" fmla="*/ 0 w 2861186"/>
              <a:gd name="connsiteY19" fmla="*/ 4027722 h 4027722"/>
              <a:gd name="connsiteX0" fmla="*/ 0 w 2861186"/>
              <a:gd name="connsiteY0" fmla="*/ 0 h 4027722"/>
              <a:gd name="connsiteX1" fmla="*/ 1680145 w 2861186"/>
              <a:gd name="connsiteY1" fmla="*/ 0 h 4027722"/>
              <a:gd name="connsiteX2" fmla="*/ 1680145 w 2861186"/>
              <a:gd name="connsiteY2" fmla="*/ 0 h 4027722"/>
              <a:gd name="connsiteX3" fmla="*/ 1680168 w 2861186"/>
              <a:gd name="connsiteY3" fmla="*/ 0 h 4027722"/>
              <a:gd name="connsiteX4" fmla="*/ 1748117 w 2861186"/>
              <a:gd name="connsiteY4" fmla="*/ 6850 h 4027722"/>
              <a:gd name="connsiteX5" fmla="*/ 1900839 w 2861186"/>
              <a:gd name="connsiteY5" fmla="*/ 82229 h 4027722"/>
              <a:gd name="connsiteX6" fmla="*/ 1937927 w 2861186"/>
              <a:gd name="connsiteY6" fmla="*/ 120214 h 4027722"/>
              <a:gd name="connsiteX7" fmla="*/ 1940368 w 2861186"/>
              <a:gd name="connsiteY7" fmla="*/ 122714 h 4027722"/>
              <a:gd name="connsiteX8" fmla="*/ 2812889 w 2861186"/>
              <a:gd name="connsiteY8" fmla="*/ 1842443 h 4027722"/>
              <a:gd name="connsiteX9" fmla="*/ 2837499 w 2861186"/>
              <a:gd name="connsiteY9" fmla="*/ 1891664 h 4027722"/>
              <a:gd name="connsiteX10" fmla="*/ 2854335 w 2861186"/>
              <a:gd name="connsiteY10" fmla="*/ 1945900 h 4027722"/>
              <a:gd name="connsiteX11" fmla="*/ 2861186 w 2861186"/>
              <a:gd name="connsiteY11" fmla="*/ 2013861 h 4027722"/>
              <a:gd name="connsiteX12" fmla="*/ 2854335 w 2861186"/>
              <a:gd name="connsiteY12" fmla="*/ 2081822 h 4027722"/>
              <a:gd name="connsiteX13" fmla="*/ 2837499 w 2861186"/>
              <a:gd name="connsiteY13" fmla="*/ 2136058 h 4027722"/>
              <a:gd name="connsiteX14" fmla="*/ 2812889 w 2861186"/>
              <a:gd name="connsiteY14" fmla="*/ 2185279 h 4027722"/>
              <a:gd name="connsiteX15" fmla="*/ 1972695 w 2861186"/>
              <a:gd name="connsiteY15" fmla="*/ 3858360 h 4027722"/>
              <a:gd name="connsiteX16" fmla="*/ 1748117 w 2861186"/>
              <a:gd name="connsiteY16" fmla="*/ 4020872 h 4027722"/>
              <a:gd name="connsiteX17" fmla="*/ 1680168 w 2861186"/>
              <a:gd name="connsiteY17" fmla="*/ 4027722 h 4027722"/>
              <a:gd name="connsiteX18" fmla="*/ 1680145 w 2861186"/>
              <a:gd name="connsiteY18" fmla="*/ 4027722 h 4027722"/>
              <a:gd name="connsiteX19" fmla="*/ 0 w 2861186"/>
              <a:gd name="connsiteY19" fmla="*/ 4027722 h 4027722"/>
              <a:gd name="connsiteX20" fmla="*/ 0 w 2861186"/>
              <a:gd name="connsiteY20" fmla="*/ 832761 h 4027722"/>
              <a:gd name="connsiteX21" fmla="*/ 0 w 2861186"/>
              <a:gd name="connsiteY21" fmla="*/ 0 h 4027722"/>
              <a:gd name="connsiteX0" fmla="*/ 0 w 2861186"/>
              <a:gd name="connsiteY0" fmla="*/ 832761 h 4027722"/>
              <a:gd name="connsiteX1" fmla="*/ 0 w 2861186"/>
              <a:gd name="connsiteY1" fmla="*/ 0 h 4027722"/>
              <a:gd name="connsiteX2" fmla="*/ 1680145 w 2861186"/>
              <a:gd name="connsiteY2" fmla="*/ 0 h 4027722"/>
              <a:gd name="connsiteX3" fmla="*/ 1680145 w 2861186"/>
              <a:gd name="connsiteY3" fmla="*/ 0 h 4027722"/>
              <a:gd name="connsiteX4" fmla="*/ 1680168 w 2861186"/>
              <a:gd name="connsiteY4" fmla="*/ 0 h 4027722"/>
              <a:gd name="connsiteX5" fmla="*/ 1748117 w 2861186"/>
              <a:gd name="connsiteY5" fmla="*/ 6850 h 4027722"/>
              <a:gd name="connsiteX6" fmla="*/ 1900839 w 2861186"/>
              <a:gd name="connsiteY6" fmla="*/ 82229 h 4027722"/>
              <a:gd name="connsiteX7" fmla="*/ 1937927 w 2861186"/>
              <a:gd name="connsiteY7" fmla="*/ 120214 h 4027722"/>
              <a:gd name="connsiteX8" fmla="*/ 1940368 w 2861186"/>
              <a:gd name="connsiteY8" fmla="*/ 122714 h 4027722"/>
              <a:gd name="connsiteX9" fmla="*/ 2812889 w 2861186"/>
              <a:gd name="connsiteY9" fmla="*/ 1842443 h 4027722"/>
              <a:gd name="connsiteX10" fmla="*/ 2837499 w 2861186"/>
              <a:gd name="connsiteY10" fmla="*/ 1891664 h 4027722"/>
              <a:gd name="connsiteX11" fmla="*/ 2854335 w 2861186"/>
              <a:gd name="connsiteY11" fmla="*/ 1945900 h 4027722"/>
              <a:gd name="connsiteX12" fmla="*/ 2861186 w 2861186"/>
              <a:gd name="connsiteY12" fmla="*/ 2013861 h 4027722"/>
              <a:gd name="connsiteX13" fmla="*/ 2854335 w 2861186"/>
              <a:gd name="connsiteY13" fmla="*/ 2081822 h 4027722"/>
              <a:gd name="connsiteX14" fmla="*/ 2837499 w 2861186"/>
              <a:gd name="connsiteY14" fmla="*/ 2136058 h 4027722"/>
              <a:gd name="connsiteX15" fmla="*/ 2812889 w 2861186"/>
              <a:gd name="connsiteY15" fmla="*/ 2185279 h 4027722"/>
              <a:gd name="connsiteX16" fmla="*/ 1972695 w 2861186"/>
              <a:gd name="connsiteY16" fmla="*/ 3858360 h 4027722"/>
              <a:gd name="connsiteX17" fmla="*/ 1748117 w 2861186"/>
              <a:gd name="connsiteY17" fmla="*/ 4020872 h 4027722"/>
              <a:gd name="connsiteX18" fmla="*/ 1680168 w 2861186"/>
              <a:gd name="connsiteY18" fmla="*/ 4027722 h 4027722"/>
              <a:gd name="connsiteX19" fmla="*/ 1680145 w 2861186"/>
              <a:gd name="connsiteY19" fmla="*/ 4027722 h 4027722"/>
              <a:gd name="connsiteX20" fmla="*/ 0 w 2861186"/>
              <a:gd name="connsiteY20" fmla="*/ 4027722 h 4027722"/>
              <a:gd name="connsiteX21" fmla="*/ 91440 w 2861186"/>
              <a:gd name="connsiteY21" fmla="*/ 924201 h 4027722"/>
              <a:gd name="connsiteX0" fmla="*/ 0 w 2861186"/>
              <a:gd name="connsiteY0" fmla="*/ 832761 h 4027722"/>
              <a:gd name="connsiteX1" fmla="*/ 0 w 2861186"/>
              <a:gd name="connsiteY1" fmla="*/ 0 h 4027722"/>
              <a:gd name="connsiteX2" fmla="*/ 1680145 w 2861186"/>
              <a:gd name="connsiteY2" fmla="*/ 0 h 4027722"/>
              <a:gd name="connsiteX3" fmla="*/ 1680145 w 2861186"/>
              <a:gd name="connsiteY3" fmla="*/ 0 h 4027722"/>
              <a:gd name="connsiteX4" fmla="*/ 1680168 w 2861186"/>
              <a:gd name="connsiteY4" fmla="*/ 0 h 4027722"/>
              <a:gd name="connsiteX5" fmla="*/ 1748117 w 2861186"/>
              <a:gd name="connsiteY5" fmla="*/ 6850 h 4027722"/>
              <a:gd name="connsiteX6" fmla="*/ 1900839 w 2861186"/>
              <a:gd name="connsiteY6" fmla="*/ 82229 h 4027722"/>
              <a:gd name="connsiteX7" fmla="*/ 1937927 w 2861186"/>
              <a:gd name="connsiteY7" fmla="*/ 120214 h 4027722"/>
              <a:gd name="connsiteX8" fmla="*/ 1940368 w 2861186"/>
              <a:gd name="connsiteY8" fmla="*/ 122714 h 4027722"/>
              <a:gd name="connsiteX9" fmla="*/ 2812889 w 2861186"/>
              <a:gd name="connsiteY9" fmla="*/ 1842443 h 4027722"/>
              <a:gd name="connsiteX10" fmla="*/ 2837499 w 2861186"/>
              <a:gd name="connsiteY10" fmla="*/ 1891664 h 4027722"/>
              <a:gd name="connsiteX11" fmla="*/ 2854335 w 2861186"/>
              <a:gd name="connsiteY11" fmla="*/ 1945900 h 4027722"/>
              <a:gd name="connsiteX12" fmla="*/ 2861186 w 2861186"/>
              <a:gd name="connsiteY12" fmla="*/ 2013861 h 4027722"/>
              <a:gd name="connsiteX13" fmla="*/ 2854335 w 2861186"/>
              <a:gd name="connsiteY13" fmla="*/ 2081822 h 4027722"/>
              <a:gd name="connsiteX14" fmla="*/ 2837499 w 2861186"/>
              <a:gd name="connsiteY14" fmla="*/ 2136058 h 4027722"/>
              <a:gd name="connsiteX15" fmla="*/ 2812889 w 2861186"/>
              <a:gd name="connsiteY15" fmla="*/ 2185279 h 4027722"/>
              <a:gd name="connsiteX16" fmla="*/ 1972695 w 2861186"/>
              <a:gd name="connsiteY16" fmla="*/ 3858360 h 4027722"/>
              <a:gd name="connsiteX17" fmla="*/ 1748117 w 2861186"/>
              <a:gd name="connsiteY17" fmla="*/ 4020872 h 4027722"/>
              <a:gd name="connsiteX18" fmla="*/ 1680168 w 2861186"/>
              <a:gd name="connsiteY18" fmla="*/ 4027722 h 4027722"/>
              <a:gd name="connsiteX19" fmla="*/ 1680145 w 2861186"/>
              <a:gd name="connsiteY19" fmla="*/ 4027722 h 4027722"/>
              <a:gd name="connsiteX20" fmla="*/ 0 w 2861186"/>
              <a:gd name="connsiteY20" fmla="*/ 4027722 h 4027722"/>
              <a:gd name="connsiteX0" fmla="*/ 0 w 2861186"/>
              <a:gd name="connsiteY0" fmla="*/ 0 h 4027722"/>
              <a:gd name="connsiteX1" fmla="*/ 1680145 w 2861186"/>
              <a:gd name="connsiteY1" fmla="*/ 0 h 4027722"/>
              <a:gd name="connsiteX2" fmla="*/ 1680145 w 2861186"/>
              <a:gd name="connsiteY2" fmla="*/ 0 h 4027722"/>
              <a:gd name="connsiteX3" fmla="*/ 1680168 w 2861186"/>
              <a:gd name="connsiteY3" fmla="*/ 0 h 4027722"/>
              <a:gd name="connsiteX4" fmla="*/ 1748117 w 2861186"/>
              <a:gd name="connsiteY4" fmla="*/ 6850 h 4027722"/>
              <a:gd name="connsiteX5" fmla="*/ 1900839 w 2861186"/>
              <a:gd name="connsiteY5" fmla="*/ 82229 h 4027722"/>
              <a:gd name="connsiteX6" fmla="*/ 1937927 w 2861186"/>
              <a:gd name="connsiteY6" fmla="*/ 120214 h 4027722"/>
              <a:gd name="connsiteX7" fmla="*/ 1940368 w 2861186"/>
              <a:gd name="connsiteY7" fmla="*/ 122714 h 4027722"/>
              <a:gd name="connsiteX8" fmla="*/ 2812889 w 2861186"/>
              <a:gd name="connsiteY8" fmla="*/ 1842443 h 4027722"/>
              <a:gd name="connsiteX9" fmla="*/ 2837499 w 2861186"/>
              <a:gd name="connsiteY9" fmla="*/ 1891664 h 4027722"/>
              <a:gd name="connsiteX10" fmla="*/ 2854335 w 2861186"/>
              <a:gd name="connsiteY10" fmla="*/ 1945900 h 4027722"/>
              <a:gd name="connsiteX11" fmla="*/ 2861186 w 2861186"/>
              <a:gd name="connsiteY11" fmla="*/ 2013861 h 4027722"/>
              <a:gd name="connsiteX12" fmla="*/ 2854335 w 2861186"/>
              <a:gd name="connsiteY12" fmla="*/ 2081822 h 4027722"/>
              <a:gd name="connsiteX13" fmla="*/ 2837499 w 2861186"/>
              <a:gd name="connsiteY13" fmla="*/ 2136058 h 4027722"/>
              <a:gd name="connsiteX14" fmla="*/ 2812889 w 2861186"/>
              <a:gd name="connsiteY14" fmla="*/ 2185279 h 4027722"/>
              <a:gd name="connsiteX15" fmla="*/ 1972695 w 2861186"/>
              <a:gd name="connsiteY15" fmla="*/ 3858360 h 4027722"/>
              <a:gd name="connsiteX16" fmla="*/ 1748117 w 2861186"/>
              <a:gd name="connsiteY16" fmla="*/ 4020872 h 4027722"/>
              <a:gd name="connsiteX17" fmla="*/ 1680168 w 2861186"/>
              <a:gd name="connsiteY17" fmla="*/ 4027722 h 4027722"/>
              <a:gd name="connsiteX18" fmla="*/ 1680145 w 2861186"/>
              <a:gd name="connsiteY18" fmla="*/ 4027722 h 4027722"/>
              <a:gd name="connsiteX19" fmla="*/ 0 w 2861186"/>
              <a:gd name="connsiteY19" fmla="*/ 4027722 h 402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861186" h="4027722">
                <a:moveTo>
                  <a:pt x="0" y="0"/>
                </a:moveTo>
                <a:lnTo>
                  <a:pt x="1680145" y="0"/>
                </a:lnTo>
                <a:lnTo>
                  <a:pt x="1680145" y="0"/>
                </a:lnTo>
                <a:lnTo>
                  <a:pt x="1680168" y="0"/>
                </a:lnTo>
                <a:lnTo>
                  <a:pt x="1748117" y="6850"/>
                </a:lnTo>
                <a:cubicBezTo>
                  <a:pt x="1805741" y="18641"/>
                  <a:pt x="1858011" y="45130"/>
                  <a:pt x="1900839" y="82229"/>
                </a:cubicBezTo>
                <a:lnTo>
                  <a:pt x="1937927" y="120214"/>
                </a:lnTo>
                <a:lnTo>
                  <a:pt x="1940368" y="122714"/>
                </a:lnTo>
                <a:lnTo>
                  <a:pt x="2812889" y="1842443"/>
                </a:lnTo>
                <a:lnTo>
                  <a:pt x="2837499" y="1891664"/>
                </a:lnTo>
                <a:lnTo>
                  <a:pt x="2854335" y="1945900"/>
                </a:lnTo>
                <a:cubicBezTo>
                  <a:pt x="2858827" y="1967853"/>
                  <a:pt x="2861186" y="1990581"/>
                  <a:pt x="2861186" y="2013861"/>
                </a:cubicBezTo>
                <a:cubicBezTo>
                  <a:pt x="2861186" y="2037141"/>
                  <a:pt x="2858827" y="2059870"/>
                  <a:pt x="2854335" y="2081822"/>
                </a:cubicBezTo>
                <a:lnTo>
                  <a:pt x="2837499" y="2136058"/>
                </a:lnTo>
                <a:lnTo>
                  <a:pt x="2812889" y="2185279"/>
                </a:lnTo>
                <a:lnTo>
                  <a:pt x="1972695" y="3858360"/>
                </a:lnTo>
                <a:cubicBezTo>
                  <a:pt x="1925324" y="3940741"/>
                  <a:pt x="1844157" y="4001220"/>
                  <a:pt x="1748117" y="4020872"/>
                </a:cubicBezTo>
                <a:lnTo>
                  <a:pt x="1680168" y="4027722"/>
                </a:lnTo>
                <a:lnTo>
                  <a:pt x="1680145" y="4027722"/>
                </a:lnTo>
                <a:lnTo>
                  <a:pt x="0" y="4027722"/>
                </a:lnTo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4257" y="2362200"/>
            <a:ext cx="22365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SECTION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1801" y="2792680"/>
            <a:ext cx="14414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03</a:t>
            </a:r>
            <a:endParaRPr kumimoji="0" lang="zh-CN" altLang="en-US" sz="8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51571" y="2461905"/>
            <a:ext cx="1763624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EC2B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If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C2B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语句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3450106" y="2718797"/>
            <a:ext cx="4431137" cy="1552610"/>
            <a:chOff x="3229499" y="2880263"/>
            <a:chExt cx="4431137" cy="1552610"/>
          </a:xfrm>
        </p:grpSpPr>
        <p:sp>
          <p:nvSpPr>
            <p:cNvPr id="8" name="文本框 7"/>
            <p:cNvSpPr txBox="1"/>
            <p:nvPr/>
          </p:nvSpPr>
          <p:spPr>
            <a:xfrm>
              <a:off x="3244042" y="2880263"/>
              <a:ext cx="4416594" cy="1107996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63500" contourW="25400"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pPr lvl="0"/>
              <a:r>
                <a:rPr lang="zh-CN" altLang="en-US" sz="6600" b="1" dirty="0">
                  <a:ln w="0"/>
                  <a:solidFill>
                    <a:srgbClr val="000000">
                      <a:lumMod val="75000"/>
                      <a:lumOff val="25000"/>
                    </a:srgbClr>
                  </a:solidFill>
                  <a:effectLst>
                    <a:outerShdw blurRad="152400" dist="38100" dir="5400000" algn="t" rotWithShape="0">
                      <a:prstClr val="black">
                        <a:alpha val="65000"/>
                      </a:prstClr>
                    </a:outerShdw>
                  </a:effectLst>
                  <a:latin typeface="+mn-ea"/>
                </a:rPr>
                <a:t>单分支结构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3229499" y="3909653"/>
              <a:ext cx="376635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2800" dirty="0">
                  <a:solidFill>
                    <a:srgbClr val="000000">
                      <a:lumMod val="50000"/>
                      <a:lumOff val="50000"/>
                    </a:srgbClr>
                  </a:solidFill>
                </a:rPr>
                <a:t>Teaching objectives</a:t>
              </a: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8351571" y="3602619"/>
            <a:ext cx="228780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C2B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复合语句</a:t>
            </a:r>
          </a:p>
        </p:txBody>
      </p:sp>
    </p:spTree>
    <p:extLst>
      <p:ext uri="{BB962C8B-B14F-4D97-AF65-F5344CB8AC3E}">
        <p14:creationId xmlns:p14="http://schemas.microsoft.com/office/powerpoint/2010/main" val="507105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5098" y="888023"/>
            <a:ext cx="10520690" cy="533915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dirty="0"/>
              <a:t> 问题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/>
              <a:t>老年人：</a:t>
            </a:r>
            <a:r>
              <a:rPr lang="en-US" altLang="zh-CN" sz="2800" dirty="0"/>
              <a:t>65</a:t>
            </a:r>
            <a:r>
              <a:rPr lang="zh-CN" altLang="en-US" sz="2800" dirty="0"/>
              <a:t>周岁以上</a:t>
            </a:r>
            <a:endParaRPr lang="en-US" altLang="zh-CN" sz="28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/>
              <a:t> </a:t>
            </a:r>
            <a:r>
              <a:rPr lang="zh-CN" altLang="en-US" sz="2800" dirty="0"/>
              <a:t>平日票：</a:t>
            </a:r>
            <a:r>
              <a:rPr lang="en-US" altLang="zh-CN" sz="2800" dirty="0"/>
              <a:t>280</a:t>
            </a:r>
            <a:r>
              <a:rPr lang="zh-CN" altLang="en-US" sz="2800" dirty="0"/>
              <a:t>元，高峰日票：</a:t>
            </a:r>
            <a:r>
              <a:rPr lang="en-US" altLang="zh-CN" sz="2800" dirty="0"/>
              <a:t>375</a:t>
            </a:r>
            <a:r>
              <a:rPr lang="zh-CN" altLang="en-US" sz="2800" dirty="0"/>
              <a:t>元</a:t>
            </a:r>
            <a:endParaRPr lang="en-US" altLang="zh-CN" sz="2800" dirty="0"/>
          </a:p>
          <a:p>
            <a:pPr marL="342900" lvl="2" indent="-3429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sz="2800" dirty="0"/>
              <a:t> 分析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/>
              <a:t>需要对条件（年龄大于等于</a:t>
            </a:r>
            <a:r>
              <a:rPr lang="en-US" altLang="zh-CN" sz="2800" dirty="0"/>
              <a:t>65</a:t>
            </a:r>
            <a:r>
              <a:rPr lang="zh-CN" altLang="en-US" sz="2800" dirty="0"/>
              <a:t>）进行判断，如果为真，则享受优惠票价</a:t>
            </a:r>
          </a:p>
          <a:p>
            <a:pPr marL="342900" lvl="2" indent="-3429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sz="2800" dirty="0"/>
              <a:t> 单分支结构</a:t>
            </a:r>
            <a:endParaRPr lang="en-US" altLang="zh-CN" sz="28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/>
              <a:t>只有一种可能性的选择结构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868219" y="231491"/>
            <a:ext cx="2268519" cy="237019"/>
          </a:xfrm>
          <a:effectLst/>
        </p:spPr>
        <p:txBody>
          <a:bodyPr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000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75" y="655638"/>
            <a:ext cx="8858250" cy="762000"/>
          </a:xfrm>
          <a:effectLst/>
        </p:spPr>
        <p:txBody>
          <a:bodyPr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4.3.1  if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语句</a:t>
            </a:r>
          </a:p>
        </p:txBody>
      </p:sp>
      <p:grpSp>
        <p:nvGrpSpPr>
          <p:cNvPr id="8" name="Group 81"/>
          <p:cNvGrpSpPr>
            <a:grpSpLocks/>
          </p:cNvGrpSpPr>
          <p:nvPr/>
        </p:nvGrpSpPr>
        <p:grpSpPr bwMode="auto">
          <a:xfrm>
            <a:off x="4311110" y="1737522"/>
            <a:ext cx="3094152" cy="3454404"/>
            <a:chOff x="1969" y="1122"/>
            <a:chExt cx="1819" cy="2176"/>
          </a:xfrm>
        </p:grpSpPr>
        <p:sp>
          <p:nvSpPr>
            <p:cNvPr id="10" name="Line 66"/>
            <p:cNvSpPr>
              <a:spLocks noChangeShapeType="1"/>
            </p:cNvSpPr>
            <p:nvPr/>
          </p:nvSpPr>
          <p:spPr bwMode="auto">
            <a:xfrm>
              <a:off x="2692" y="2777"/>
              <a:ext cx="0" cy="5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 useBgFill="1">
          <p:nvSpPr>
            <p:cNvPr id="11" name="AutoShape 67"/>
            <p:cNvSpPr>
              <a:spLocks noChangeArrowheads="1"/>
            </p:cNvSpPr>
            <p:nvPr/>
          </p:nvSpPr>
          <p:spPr bwMode="auto">
            <a:xfrm>
              <a:off x="1969" y="1462"/>
              <a:ext cx="1473" cy="488"/>
            </a:xfrm>
            <a:prstGeom prst="flowChartDecision">
              <a:avLst/>
            </a:prstGeom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10800" bIns="10800" anchor="ctr"/>
            <a:lstStyle/>
            <a:p>
              <a:pPr algn="ctr"/>
              <a:r>
                <a:rPr lang="zh-CN" altLang="en-US" sz="3200" dirty="0">
                  <a:latin typeface="Times New Roman" pitchFamily="18" charset="0"/>
                  <a:cs typeface="Times New Roman" pitchFamily="18" charset="0"/>
                </a:rPr>
                <a:t>表达式</a:t>
              </a:r>
            </a:p>
          </p:txBody>
        </p:sp>
        <p:sp>
          <p:nvSpPr>
            <p:cNvPr id="12" name="Text Box 68"/>
            <p:cNvSpPr txBox="1">
              <a:spLocks noChangeArrowheads="1"/>
            </p:cNvSpPr>
            <p:nvPr/>
          </p:nvSpPr>
          <p:spPr bwMode="auto">
            <a:xfrm>
              <a:off x="2214" y="2400"/>
              <a:ext cx="960" cy="37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dirty="0">
                  <a:latin typeface="Times New Roman" pitchFamily="18" charset="0"/>
                  <a:ea typeface="+mn-ea"/>
                  <a:cs typeface="Times New Roman" pitchFamily="18" charset="0"/>
                </a:rPr>
                <a:t>语　句</a:t>
              </a:r>
              <a:endParaRPr lang="zh-CN" altLang="en-US" u="sng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3" name="Line 72"/>
            <p:cNvSpPr>
              <a:spLocks noChangeShapeType="1"/>
            </p:cNvSpPr>
            <p:nvPr/>
          </p:nvSpPr>
          <p:spPr bwMode="auto">
            <a:xfrm>
              <a:off x="2680" y="1935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Line 73"/>
            <p:cNvSpPr>
              <a:spLocks noChangeShapeType="1"/>
            </p:cNvSpPr>
            <p:nvPr/>
          </p:nvSpPr>
          <p:spPr bwMode="auto">
            <a:xfrm>
              <a:off x="3448" y="1700"/>
              <a:ext cx="3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Line 74"/>
            <p:cNvSpPr>
              <a:spLocks noChangeShapeType="1"/>
            </p:cNvSpPr>
            <p:nvPr/>
          </p:nvSpPr>
          <p:spPr bwMode="auto">
            <a:xfrm>
              <a:off x="2701" y="1122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Line 76"/>
            <p:cNvSpPr>
              <a:spLocks noChangeShapeType="1"/>
            </p:cNvSpPr>
            <p:nvPr/>
          </p:nvSpPr>
          <p:spPr bwMode="auto">
            <a:xfrm>
              <a:off x="3784" y="1704"/>
              <a:ext cx="0" cy="12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Line 78"/>
            <p:cNvSpPr>
              <a:spLocks noChangeShapeType="1"/>
            </p:cNvSpPr>
            <p:nvPr/>
          </p:nvSpPr>
          <p:spPr bwMode="auto">
            <a:xfrm flipH="1">
              <a:off x="2692" y="2948"/>
              <a:ext cx="10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Text Box 79"/>
            <p:cNvSpPr txBox="1">
              <a:spLocks noChangeArrowheads="1"/>
            </p:cNvSpPr>
            <p:nvPr/>
          </p:nvSpPr>
          <p:spPr bwMode="auto">
            <a:xfrm>
              <a:off x="2652" y="1920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2800" dirty="0">
                  <a:latin typeface="Times New Roman" pitchFamily="18" charset="0"/>
                  <a:ea typeface="+mn-ea"/>
                  <a:cs typeface="Times New Roman" pitchFamily="18" charset="0"/>
                </a:rPr>
                <a:t>真</a:t>
              </a:r>
            </a:p>
          </p:txBody>
        </p:sp>
        <p:sp>
          <p:nvSpPr>
            <p:cNvPr id="19" name="Text Box 80"/>
            <p:cNvSpPr txBox="1">
              <a:spLocks noChangeArrowheads="1"/>
            </p:cNvSpPr>
            <p:nvPr/>
          </p:nvSpPr>
          <p:spPr bwMode="auto">
            <a:xfrm>
              <a:off x="3442" y="143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2800" dirty="0">
                  <a:latin typeface="Times New Roman" pitchFamily="18" charset="0"/>
                  <a:ea typeface="+mn-ea"/>
                  <a:cs typeface="Times New Roman" pitchFamily="18" charset="0"/>
                </a:rPr>
                <a:t>假</a:t>
              </a:r>
            </a:p>
          </p:txBody>
        </p:sp>
      </p:grpSp>
      <p:sp>
        <p:nvSpPr>
          <p:cNvPr id="5" name="矩形 4"/>
          <p:cNvSpPr/>
          <p:nvPr/>
        </p:nvSpPr>
        <p:spPr>
          <a:xfrm>
            <a:off x="2495600" y="5445224"/>
            <a:ext cx="7200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表达式可以是关系、逻辑或数值表达式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521DF0EB-89A6-46D0-8B39-D0C6E2D218B0}"/>
              </a:ext>
            </a:extLst>
          </p:cNvPr>
          <p:cNvSpPr txBox="1">
            <a:spLocks noChangeArrowheads="1"/>
          </p:cNvSpPr>
          <p:nvPr/>
        </p:nvSpPr>
        <p:spPr>
          <a:xfrm>
            <a:off x="752476" y="-63796"/>
            <a:ext cx="2384128" cy="762000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32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75" y="655638"/>
            <a:ext cx="8858250" cy="762000"/>
          </a:xfrm>
          <a:effectLst/>
        </p:spPr>
        <p:txBody>
          <a:bodyPr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4.3.1  if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语句</a:t>
            </a:r>
          </a:p>
        </p:txBody>
      </p:sp>
      <p:sp>
        <p:nvSpPr>
          <p:cNvPr id="6" name="Text Box 61"/>
          <p:cNvSpPr txBox="1">
            <a:spLocks noChangeArrowheads="1"/>
          </p:cNvSpPr>
          <p:nvPr/>
        </p:nvSpPr>
        <p:spPr bwMode="auto">
          <a:xfrm>
            <a:off x="4724400" y="2057400"/>
            <a:ext cx="2019300" cy="1371600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180000" bIns="90000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dirty="0">
                <a:latin typeface="Times New Roman" pitchFamily="18" charset="0"/>
                <a:ea typeface="+mn-ea"/>
                <a:cs typeface="Times New Roman" pitchFamily="18" charset="0"/>
              </a:rPr>
              <a:t>if(</a:t>
            </a:r>
            <a:r>
              <a:rPr lang="zh-CN" altLang="en-US" dirty="0">
                <a:latin typeface="Times New Roman" pitchFamily="18" charset="0"/>
                <a:ea typeface="+mn-ea"/>
                <a:cs typeface="Times New Roman" pitchFamily="18" charset="0"/>
              </a:rPr>
              <a:t>表达式</a:t>
            </a:r>
            <a:r>
              <a:rPr lang="en-US" altLang="zh-CN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</a:p>
          <a:p>
            <a:pPr algn="ctr"/>
            <a:r>
              <a:rPr lang="en-US" altLang="zh-CN" dirty="0">
                <a:latin typeface="Times New Roman" pitchFamily="18" charset="0"/>
                <a:ea typeface="+mn-ea"/>
                <a:cs typeface="Times New Roman" pitchFamily="18" charset="0"/>
              </a:rPr>
              <a:t>   </a:t>
            </a:r>
            <a:r>
              <a:rPr lang="zh-CN" altLang="en-US" dirty="0">
                <a:latin typeface="Times New Roman" pitchFamily="18" charset="0"/>
                <a:ea typeface="+mn-ea"/>
                <a:cs typeface="Times New Roman" pitchFamily="18" charset="0"/>
              </a:rPr>
              <a:t>语句</a:t>
            </a:r>
            <a:r>
              <a:rPr lang="zh-CN" altLang="en-US" dirty="0">
                <a:solidFill>
                  <a:srgbClr val="FF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；</a:t>
            </a:r>
          </a:p>
        </p:txBody>
      </p:sp>
      <p:sp>
        <p:nvSpPr>
          <p:cNvPr id="7" name="Text Box 62"/>
          <p:cNvSpPr txBox="1">
            <a:spLocks noChangeArrowheads="1"/>
          </p:cNvSpPr>
          <p:nvPr/>
        </p:nvSpPr>
        <p:spPr bwMode="auto">
          <a:xfrm>
            <a:off x="3216276" y="3716338"/>
            <a:ext cx="5084763" cy="1371600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180000" bIns="90000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just"/>
            <a:r>
              <a:rPr lang="en-US" altLang="zh-CN" dirty="0">
                <a:latin typeface="Times New Roman" pitchFamily="18" charset="0"/>
                <a:ea typeface="隶书" pitchFamily="49" charset="-122"/>
              </a:rPr>
              <a:t>if(x&gt;0)</a:t>
            </a:r>
          </a:p>
          <a:p>
            <a:pPr algn="just"/>
            <a:r>
              <a:rPr lang="en-US" altLang="zh-CN" dirty="0">
                <a:latin typeface="Times New Roman" pitchFamily="18" charset="0"/>
                <a:ea typeface="隶书" pitchFamily="49" charset="-122"/>
              </a:rPr>
              <a:t>     </a:t>
            </a:r>
            <a:r>
              <a:rPr lang="en-US" altLang="zh-CN" dirty="0" err="1">
                <a:latin typeface="Times New Roman" pitchFamily="18" charset="0"/>
                <a:ea typeface="隶书" pitchFamily="49" charset="-122"/>
              </a:rPr>
              <a:t>printf</a:t>
            </a:r>
            <a:r>
              <a:rPr lang="en-US" altLang="zh-CN" dirty="0">
                <a:latin typeface="Times New Roman" pitchFamily="18" charset="0"/>
                <a:ea typeface="隶书" pitchFamily="49" charset="-122"/>
              </a:rPr>
              <a:t>("%f is </a:t>
            </a:r>
            <a:r>
              <a:rPr lang="en-US" altLang="zh-CN" dirty="0" err="1">
                <a:latin typeface="Times New Roman" pitchFamily="18" charset="0"/>
                <a:ea typeface="隶书" pitchFamily="49" charset="-122"/>
              </a:rPr>
              <a:t>positive",x</a:t>
            </a:r>
            <a:r>
              <a:rPr lang="en-US" altLang="zh-CN" dirty="0">
                <a:latin typeface="Times New Roman" pitchFamily="18" charset="0"/>
                <a:ea typeface="隶书" pitchFamily="49" charset="-122"/>
              </a:rPr>
              <a:t>)</a:t>
            </a:r>
            <a:r>
              <a:rPr lang="en-US" altLang="zh-CN" dirty="0">
                <a:solidFill>
                  <a:srgbClr val="FF3300"/>
                </a:solidFill>
                <a:latin typeface="Times New Roman" pitchFamily="18" charset="0"/>
                <a:ea typeface="隶书" pitchFamily="49" charset="-122"/>
              </a:rPr>
              <a:t>;</a:t>
            </a:r>
          </a:p>
          <a:p>
            <a:pPr algn="just"/>
            <a:endParaRPr lang="en-US" altLang="zh-CN" dirty="0">
              <a:latin typeface="Times New Roman" pitchFamily="18" charset="0"/>
              <a:ea typeface="隶书" pitchFamily="49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268FD2-2A70-4C37-AF24-28BFBFFD7345}"/>
              </a:ext>
            </a:extLst>
          </p:cNvPr>
          <p:cNvSpPr txBox="1">
            <a:spLocks noChangeArrowheads="1"/>
          </p:cNvSpPr>
          <p:nvPr/>
        </p:nvSpPr>
        <p:spPr>
          <a:xfrm>
            <a:off x="752476" y="-63796"/>
            <a:ext cx="2384128" cy="762000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511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7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82164" y="1137214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复合语句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lnSpc>
                <a:spcPct val="150000"/>
              </a:lnSpc>
            </a:pPr>
            <a:r>
              <a:rPr lang="zh-CN" altLang="en-US" sz="3200" dirty="0"/>
              <a:t>形式：</a:t>
            </a:r>
            <a:r>
              <a:rPr lang="zh-CN" altLang="zh-CN" sz="3200" dirty="0"/>
              <a:t>一对大括号</a:t>
            </a:r>
            <a:endParaRPr lang="en-US" altLang="zh-CN" sz="3200" dirty="0"/>
          </a:p>
          <a:p>
            <a:pPr lvl="1">
              <a:lnSpc>
                <a:spcPct val="150000"/>
              </a:lnSpc>
            </a:pPr>
            <a:r>
              <a:rPr lang="zh-CN" altLang="en-US" sz="3200" dirty="0"/>
              <a:t>功能：表示一个整体</a:t>
            </a:r>
            <a:endParaRPr lang="en-US" altLang="zh-CN" sz="3200" dirty="0"/>
          </a:p>
          <a:p>
            <a:pPr lvl="1">
              <a:lnSpc>
                <a:spcPct val="150000"/>
              </a:lnSpc>
            </a:pPr>
            <a:r>
              <a:rPr lang="zh-CN" altLang="zh-CN" sz="3200" dirty="0"/>
              <a:t>可以嵌套使用</a:t>
            </a: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格式</a:t>
            </a:r>
          </a:p>
          <a:p>
            <a:endParaRPr lang="zh-CN" alt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75" y="458867"/>
            <a:ext cx="8858250" cy="762000"/>
          </a:xfrm>
          <a:effectLst/>
        </p:spPr>
        <p:txBody>
          <a:bodyPr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4.3.2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复合语句</a:t>
            </a:r>
          </a:p>
        </p:txBody>
      </p:sp>
      <p:sp>
        <p:nvSpPr>
          <p:cNvPr id="2" name="矩形 1"/>
          <p:cNvSpPr/>
          <p:nvPr/>
        </p:nvSpPr>
        <p:spPr>
          <a:xfrm>
            <a:off x="5609975" y="2976984"/>
            <a:ext cx="4248472" cy="2952411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180000" bIns="90000"/>
          <a:lstStyle/>
          <a:p>
            <a:pPr lvl="1">
              <a:lnSpc>
                <a:spcPts val="3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{</a:t>
            </a:r>
            <a:endParaRPr lang="zh-CN" altLang="zh-CN" sz="3200" b="1" dirty="0">
              <a:solidFill>
                <a:srgbClr val="FF000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CN" sz="3200" dirty="0">
                <a:latin typeface="Times New Roman" pitchFamily="18" charset="0"/>
                <a:ea typeface="宋体" charset="-122"/>
                <a:cs typeface="Times New Roman" pitchFamily="18" charset="0"/>
              </a:rPr>
              <a:t>	 &lt;</a:t>
            </a:r>
            <a:r>
              <a:rPr lang="zh-CN" altLang="zh-CN" sz="3200" dirty="0">
                <a:latin typeface="Times New Roman" pitchFamily="18" charset="0"/>
                <a:ea typeface="宋体" charset="-122"/>
                <a:cs typeface="Times New Roman" pitchFamily="18" charset="0"/>
              </a:rPr>
              <a:t>语句序列</a:t>
            </a:r>
            <a:r>
              <a:rPr lang="en-US" altLang="zh-CN" sz="3200" dirty="0">
                <a:latin typeface="Times New Roman" pitchFamily="18" charset="0"/>
                <a:ea typeface="宋体" charset="-122"/>
                <a:cs typeface="Times New Roman" pitchFamily="18" charset="0"/>
              </a:rPr>
              <a:t>&gt;</a:t>
            </a:r>
            <a:endParaRPr lang="zh-CN" altLang="zh-CN" sz="3200" dirty="0"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CN" sz="3200" dirty="0">
                <a:latin typeface="Times New Roman" pitchFamily="18" charset="0"/>
                <a:ea typeface="宋体" charset="-122"/>
                <a:cs typeface="Times New Roman" pitchFamily="18" charset="0"/>
              </a:rPr>
              <a:t>	 </a:t>
            </a:r>
            <a:r>
              <a:rPr lang="en-US" altLang="zh-CN" sz="3200" b="1" dirty="0">
                <a:solidFill>
                  <a:srgbClr val="00B0F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{</a:t>
            </a:r>
            <a:endParaRPr lang="zh-CN" altLang="zh-CN" sz="3200" b="1" dirty="0">
              <a:solidFill>
                <a:srgbClr val="00B0F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CN" sz="3200" dirty="0">
                <a:latin typeface="Times New Roman" pitchFamily="18" charset="0"/>
                <a:ea typeface="宋体" charset="-122"/>
                <a:cs typeface="Times New Roman" pitchFamily="18" charset="0"/>
              </a:rPr>
              <a:t>		&lt;</a:t>
            </a:r>
            <a:r>
              <a:rPr lang="zh-CN" altLang="zh-CN" sz="3200" dirty="0">
                <a:latin typeface="Times New Roman" pitchFamily="18" charset="0"/>
                <a:ea typeface="宋体" charset="-122"/>
                <a:cs typeface="Times New Roman" pitchFamily="18" charset="0"/>
              </a:rPr>
              <a:t>语句序列</a:t>
            </a:r>
            <a:r>
              <a:rPr lang="en-US" altLang="zh-CN" sz="3200" dirty="0">
                <a:latin typeface="Times New Roman" pitchFamily="18" charset="0"/>
                <a:ea typeface="宋体" charset="-122"/>
                <a:cs typeface="Times New Roman" pitchFamily="18" charset="0"/>
              </a:rPr>
              <a:t>&gt;</a:t>
            </a:r>
            <a:endParaRPr lang="zh-CN" altLang="zh-CN" sz="3200" dirty="0"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CN" sz="3200" dirty="0">
                <a:latin typeface="Times New Roman" pitchFamily="18" charset="0"/>
                <a:ea typeface="宋体" charset="-122"/>
                <a:cs typeface="Times New Roman" pitchFamily="18" charset="0"/>
              </a:rPr>
              <a:t>	 </a:t>
            </a:r>
            <a:r>
              <a:rPr lang="en-US" altLang="zh-CN" sz="3200" b="1" dirty="0">
                <a:solidFill>
                  <a:srgbClr val="00B0F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}</a:t>
            </a:r>
            <a:endParaRPr lang="zh-CN" altLang="zh-CN" sz="3200" b="1" dirty="0">
              <a:solidFill>
                <a:srgbClr val="00B0F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CN" sz="3200" dirty="0">
                <a:latin typeface="Times New Roman" pitchFamily="18" charset="0"/>
                <a:ea typeface="宋体" charset="-122"/>
                <a:cs typeface="Times New Roman" pitchFamily="18" charset="0"/>
              </a:rPr>
              <a:t>	 &lt;</a:t>
            </a:r>
            <a:r>
              <a:rPr lang="zh-CN" altLang="zh-CN" sz="3200" dirty="0">
                <a:latin typeface="Times New Roman" pitchFamily="18" charset="0"/>
                <a:ea typeface="宋体" charset="-122"/>
                <a:cs typeface="Times New Roman" pitchFamily="18" charset="0"/>
              </a:rPr>
              <a:t>语句序列</a:t>
            </a:r>
            <a:r>
              <a:rPr lang="en-US" altLang="zh-CN" sz="3200" dirty="0">
                <a:latin typeface="Times New Roman" pitchFamily="18" charset="0"/>
                <a:ea typeface="宋体" charset="-122"/>
                <a:cs typeface="Times New Roman" pitchFamily="18" charset="0"/>
              </a:rPr>
              <a:t>&gt;</a:t>
            </a:r>
            <a:endParaRPr lang="zh-CN" altLang="zh-CN" sz="3200" dirty="0"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}</a:t>
            </a:r>
            <a:endParaRPr lang="zh-CN" altLang="zh-CN" sz="3200" b="1" dirty="0">
              <a:solidFill>
                <a:srgbClr val="FF000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22E650A-0389-4938-A3DB-6AECA16C4FEB}"/>
              </a:ext>
            </a:extLst>
          </p:cNvPr>
          <p:cNvSpPr txBox="1">
            <a:spLocks noChangeArrowheads="1"/>
          </p:cNvSpPr>
          <p:nvPr/>
        </p:nvSpPr>
        <p:spPr>
          <a:xfrm>
            <a:off x="752476" y="50504"/>
            <a:ext cx="2384128" cy="520996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40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1292224" y="883250"/>
            <a:ext cx="10188575" cy="5062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l">
              <a:spcBef>
                <a:spcPts val="600"/>
              </a:spcBef>
              <a:defRPr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键盘输入整型变量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，如果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a&gt;b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，则借助于变量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实现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的交换；否则，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保持原值不变。</a:t>
            </a:r>
          </a:p>
          <a:p>
            <a:pPr indent="276225" algn="l">
              <a:spcBef>
                <a:spcPts val="600"/>
              </a:spcBef>
              <a:defRPr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indent="276225" algn="l">
              <a:spcBef>
                <a:spcPts val="600"/>
              </a:spcBef>
              <a:defRPr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 )</a:t>
            </a:r>
          </a:p>
          <a:p>
            <a:pPr indent="276225" algn="l">
              <a:spcBef>
                <a:spcPts val="600"/>
              </a:spcBef>
              <a:defRPr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indent="276225" algn="l">
              <a:spcBef>
                <a:spcPts val="600"/>
              </a:spcBef>
              <a:defRPr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a=10 ;b=50 ;c=0 ;</a:t>
            </a:r>
          </a:p>
          <a:p>
            <a:pPr indent="276225" algn="l">
              <a:spcBef>
                <a:spcPts val="600"/>
              </a:spcBef>
              <a:defRPr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if(a&gt;b)</a:t>
            </a:r>
          </a:p>
          <a:p>
            <a:pPr indent="276225" algn="l">
              <a:spcBef>
                <a:spcPts val="600"/>
              </a:spcBef>
              <a:defRPr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c=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b;b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=a; a=c;</a:t>
            </a:r>
          </a:p>
          <a:p>
            <a:pPr indent="276225" algn="l">
              <a:spcBef>
                <a:spcPts val="600"/>
              </a:spcBef>
              <a:defRPr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(“a=%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d,b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=%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d,c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=%d”,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}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58950" y="4864099"/>
            <a:ext cx="43770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楷体_GB2312" pitchFamily="49" charset="-122"/>
              </a:rPr>
              <a:t>{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4686300" y="4867274"/>
            <a:ext cx="43770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楷体_GB2312" pitchFamily="49" charset="-122"/>
              </a:rPr>
              <a:t>}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22E650A-0389-4938-A3DB-6AECA16C4FEB}"/>
              </a:ext>
            </a:extLst>
          </p:cNvPr>
          <p:cNvSpPr txBox="1">
            <a:spLocks noChangeArrowheads="1"/>
          </p:cNvSpPr>
          <p:nvPr/>
        </p:nvSpPr>
        <p:spPr>
          <a:xfrm>
            <a:off x="739776" y="114004"/>
            <a:ext cx="2384128" cy="520996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查  错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490913"/>
            <a:ext cx="66675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6395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5098" y="862623"/>
            <a:ext cx="10520690" cy="533915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b="1" dirty="0"/>
              <a:t> 问题</a:t>
            </a:r>
            <a:endParaRPr lang="en-US" altLang="zh-CN" b="1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/>
              <a:t>老年人：</a:t>
            </a:r>
            <a:r>
              <a:rPr lang="en-US" altLang="zh-CN" sz="2800" b="1" dirty="0"/>
              <a:t>65</a:t>
            </a:r>
            <a:r>
              <a:rPr lang="zh-CN" altLang="en-US" sz="2800" b="1" dirty="0"/>
              <a:t>周岁以上</a:t>
            </a:r>
            <a:endParaRPr lang="en-US" altLang="zh-CN" sz="2800" b="1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b="1" dirty="0"/>
              <a:t> </a:t>
            </a:r>
            <a:r>
              <a:rPr lang="zh-CN" altLang="en-US" sz="2800" b="1" dirty="0"/>
              <a:t>平日票：</a:t>
            </a:r>
            <a:r>
              <a:rPr lang="en-US" altLang="zh-CN" sz="2800" b="1" dirty="0"/>
              <a:t>280</a:t>
            </a:r>
            <a:r>
              <a:rPr lang="zh-CN" altLang="en-US" sz="2800" b="1" dirty="0"/>
              <a:t>元，高峰日票：</a:t>
            </a:r>
            <a:r>
              <a:rPr lang="en-US" altLang="zh-CN" sz="2800" b="1" dirty="0"/>
              <a:t>375</a:t>
            </a:r>
            <a:r>
              <a:rPr lang="zh-CN" altLang="en-US" sz="2800" b="1" dirty="0"/>
              <a:t>元</a:t>
            </a:r>
            <a:endParaRPr lang="en-US" altLang="zh-CN" sz="2800" b="1" dirty="0"/>
          </a:p>
          <a:p>
            <a:pPr marL="342900" lvl="2" indent="-3429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sz="2800" b="1" dirty="0"/>
              <a:t> 分析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/>
              <a:t>需要对条件（年龄大于等于</a:t>
            </a:r>
            <a:r>
              <a:rPr lang="en-US" altLang="zh-CN" sz="2800" b="1" dirty="0"/>
              <a:t>65</a:t>
            </a:r>
            <a:r>
              <a:rPr lang="zh-CN" altLang="en-US" sz="2800" b="1" dirty="0"/>
              <a:t>）进行判断，如果为真，则享受优惠票价</a:t>
            </a:r>
          </a:p>
          <a:p>
            <a:pPr marL="342900" lvl="2" indent="-3429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sz="2800" b="1" dirty="0"/>
              <a:t> 单分支结构</a:t>
            </a:r>
            <a:endParaRPr lang="en-US" altLang="zh-CN" sz="2800" b="1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/>
              <a:t>只有一种可能性的选择结构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868219" y="231491"/>
            <a:ext cx="2268519" cy="237019"/>
          </a:xfrm>
          <a:effectLst/>
        </p:spPr>
        <p:txBody>
          <a:bodyPr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64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984184"/>
            <a:ext cx="8507288" cy="5277720"/>
          </a:xfrm>
          <a:ln w="19050">
            <a:solidFill>
              <a:schemeClr val="tx1"/>
            </a:solidFill>
          </a:ln>
        </p:spPr>
        <p:txBody>
          <a:bodyPr tIns="72000">
            <a:noAutofit/>
          </a:bodyPr>
          <a:lstStyle/>
          <a:p>
            <a:pPr marL="0" indent="0">
              <a:lnSpc>
                <a:spcPts val="2500"/>
              </a:lnSpc>
              <a:spcBef>
                <a:spcPts val="1200"/>
              </a:spcBef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&gt;</a:t>
            </a:r>
            <a:endParaRPr lang="zh-CN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ts val="2500"/>
              </a:lnSpc>
              <a:buNone/>
            </a:pP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main(  )</a:t>
            </a:r>
            <a:endParaRPr lang="zh-CN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ts val="2500"/>
              </a:lnSpc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{   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age, 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ticket_o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=0, 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ticket_p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=0;</a:t>
            </a:r>
            <a:endParaRPr lang="zh-CN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ts val="2500"/>
              </a:lnSpc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scanf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("%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d",&amp;age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); </a:t>
            </a:r>
            <a:endParaRPr lang="zh-CN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ts val="2500"/>
              </a:lnSpc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if(age&gt;=65)</a:t>
            </a:r>
            <a:endParaRPr lang="zh-CN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ts val="2500"/>
              </a:lnSpc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{   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ticket_o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=280;</a:t>
            </a:r>
            <a:endParaRPr lang="zh-CN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ts val="2500"/>
              </a:lnSpc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ticket_p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=375;</a:t>
            </a:r>
            <a:endParaRPr lang="zh-CN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ts val="2500"/>
              </a:lnSpc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平日票价为：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%d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元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\n", 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ticket_o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lnSpc>
                <a:spcPts val="2500"/>
              </a:lnSpc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高峰日票价为：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%d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元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\n", 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ticket_p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);</a:t>
            </a:r>
            <a:endParaRPr lang="zh-CN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ts val="2500"/>
              </a:lnSpc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}</a:t>
            </a:r>
            <a:endParaRPr lang="zh-CN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ts val="2500"/>
              </a:lnSpc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return 0; </a:t>
            </a:r>
            <a:endParaRPr lang="zh-CN" altLang="zh-CN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ts val="2500"/>
              </a:lnSpc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}</a:t>
            </a:r>
            <a:endParaRPr lang="zh-CN" altLang="zh-C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75" y="250522"/>
            <a:ext cx="8858250" cy="762000"/>
          </a:xfrm>
          <a:effectLst/>
        </p:spPr>
        <p:txBody>
          <a:bodyPr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票价问题的求解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649C1BF-1179-4080-8409-F62AF30D9722}"/>
              </a:ext>
            </a:extLst>
          </p:cNvPr>
          <p:cNvSpPr txBox="1">
            <a:spLocks noChangeArrowheads="1"/>
          </p:cNvSpPr>
          <p:nvPr/>
        </p:nvSpPr>
        <p:spPr>
          <a:xfrm>
            <a:off x="752476" y="-63796"/>
            <a:ext cx="2384128" cy="762000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915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360450" name="Rectangle 2"/>
          <p:cNvSpPr>
            <a:spLocks noChangeArrowheads="1"/>
          </p:cNvSpPr>
          <p:nvPr/>
        </p:nvSpPr>
        <p:spPr bwMode="auto">
          <a:xfrm>
            <a:off x="1054100" y="1574800"/>
            <a:ext cx="10071100" cy="1914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zh-CN" altLang="en-US" sz="3200" b="1" dirty="0"/>
              <a:t>　　编写程序，从键盘输入年份，然后判断该年是否为闰年，打印出判断结果。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666875" y="655638"/>
            <a:ext cx="8858250" cy="762000"/>
          </a:xfrm>
          <a:prstGeom prst="rect">
            <a:avLst/>
          </a:prstGeom>
          <a:effectLst/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思考题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2ECD915-86CF-46D4-A1E0-A773DCD078FA}"/>
              </a:ext>
            </a:extLst>
          </p:cNvPr>
          <p:cNvSpPr txBox="1">
            <a:spLocks noChangeArrowheads="1"/>
          </p:cNvSpPr>
          <p:nvPr/>
        </p:nvSpPr>
        <p:spPr>
          <a:xfrm>
            <a:off x="752476" y="-63796"/>
            <a:ext cx="2384128" cy="762000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83F895C-76D3-4A9E-9993-859CDB779A77}"/>
              </a:ext>
            </a:extLst>
          </p:cNvPr>
          <p:cNvSpPr/>
          <p:nvPr/>
        </p:nvSpPr>
        <p:spPr>
          <a:xfrm>
            <a:off x="7268221" y="3834745"/>
            <a:ext cx="4057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3300"/>
                </a:solidFill>
                <a:latin typeface="Times New Roman" pitchFamily="18" charset="0"/>
                <a:ea typeface="隶书" pitchFamily="49" charset="-122"/>
              </a:rPr>
              <a:t>||</a:t>
            </a:r>
            <a:endParaRPr lang="zh-CN" altLang="en-US" sz="3200" b="1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DBD41E-92E4-4B55-9AD4-7B21C7F9AFC8}"/>
              </a:ext>
            </a:extLst>
          </p:cNvPr>
          <p:cNvSpPr/>
          <p:nvPr/>
        </p:nvSpPr>
        <p:spPr>
          <a:xfrm>
            <a:off x="1766397" y="3881882"/>
            <a:ext cx="53094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3300"/>
                </a:solidFill>
                <a:latin typeface="Times New Roman" pitchFamily="18" charset="0"/>
                <a:ea typeface="隶书" pitchFamily="49" charset="-122"/>
              </a:rPr>
              <a:t>year%4==0&amp;&amp;year%100!=0</a:t>
            </a:r>
            <a:endParaRPr lang="zh-CN" altLang="en-US" sz="32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6FB74B-1B79-4CC3-B29B-670E8A42A57A}"/>
              </a:ext>
            </a:extLst>
          </p:cNvPr>
          <p:cNvSpPr/>
          <p:nvPr/>
        </p:nvSpPr>
        <p:spPr>
          <a:xfrm>
            <a:off x="7684839" y="3834745"/>
            <a:ext cx="26597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3300"/>
                </a:solidFill>
                <a:latin typeface="Times New Roman" pitchFamily="18" charset="0"/>
                <a:ea typeface="隶书" pitchFamily="49" charset="-122"/>
              </a:rPr>
              <a:t>year%400==0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73691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0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50" grpId="0" build="p" autoUpdateAnimBg="0"/>
      <p:bldP spid="8" grpId="0"/>
      <p:bldP spid="2" grpId="0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0" y="1415139"/>
            <a:ext cx="2861186" cy="4027722"/>
          </a:xfrm>
          <a:custGeom>
            <a:avLst/>
            <a:gdLst>
              <a:gd name="connsiteX0" fmla="*/ 0 w 2861186"/>
              <a:gd name="connsiteY0" fmla="*/ 0 h 4027722"/>
              <a:gd name="connsiteX1" fmla="*/ 1680145 w 2861186"/>
              <a:gd name="connsiteY1" fmla="*/ 0 h 4027722"/>
              <a:gd name="connsiteX2" fmla="*/ 1680145 w 2861186"/>
              <a:gd name="connsiteY2" fmla="*/ 0 h 4027722"/>
              <a:gd name="connsiteX3" fmla="*/ 1680168 w 2861186"/>
              <a:gd name="connsiteY3" fmla="*/ 0 h 4027722"/>
              <a:gd name="connsiteX4" fmla="*/ 1748117 w 2861186"/>
              <a:gd name="connsiteY4" fmla="*/ 6850 h 4027722"/>
              <a:gd name="connsiteX5" fmla="*/ 1900839 w 2861186"/>
              <a:gd name="connsiteY5" fmla="*/ 82229 h 4027722"/>
              <a:gd name="connsiteX6" fmla="*/ 1937927 w 2861186"/>
              <a:gd name="connsiteY6" fmla="*/ 120214 h 4027722"/>
              <a:gd name="connsiteX7" fmla="*/ 1940368 w 2861186"/>
              <a:gd name="connsiteY7" fmla="*/ 122714 h 4027722"/>
              <a:gd name="connsiteX8" fmla="*/ 2812889 w 2861186"/>
              <a:gd name="connsiteY8" fmla="*/ 1842443 h 4027722"/>
              <a:gd name="connsiteX9" fmla="*/ 2837499 w 2861186"/>
              <a:gd name="connsiteY9" fmla="*/ 1891664 h 4027722"/>
              <a:gd name="connsiteX10" fmla="*/ 2854335 w 2861186"/>
              <a:gd name="connsiteY10" fmla="*/ 1945900 h 4027722"/>
              <a:gd name="connsiteX11" fmla="*/ 2861186 w 2861186"/>
              <a:gd name="connsiteY11" fmla="*/ 2013861 h 4027722"/>
              <a:gd name="connsiteX12" fmla="*/ 2854335 w 2861186"/>
              <a:gd name="connsiteY12" fmla="*/ 2081822 h 4027722"/>
              <a:gd name="connsiteX13" fmla="*/ 2837499 w 2861186"/>
              <a:gd name="connsiteY13" fmla="*/ 2136058 h 4027722"/>
              <a:gd name="connsiteX14" fmla="*/ 2812889 w 2861186"/>
              <a:gd name="connsiteY14" fmla="*/ 2185279 h 4027722"/>
              <a:gd name="connsiteX15" fmla="*/ 1972695 w 2861186"/>
              <a:gd name="connsiteY15" fmla="*/ 3858360 h 4027722"/>
              <a:gd name="connsiteX16" fmla="*/ 1748117 w 2861186"/>
              <a:gd name="connsiteY16" fmla="*/ 4020872 h 4027722"/>
              <a:gd name="connsiteX17" fmla="*/ 1680168 w 2861186"/>
              <a:gd name="connsiteY17" fmla="*/ 4027722 h 4027722"/>
              <a:gd name="connsiteX18" fmla="*/ 1680145 w 2861186"/>
              <a:gd name="connsiteY18" fmla="*/ 4027722 h 4027722"/>
              <a:gd name="connsiteX19" fmla="*/ 0 w 2861186"/>
              <a:gd name="connsiteY19" fmla="*/ 4027722 h 4027722"/>
              <a:gd name="connsiteX0" fmla="*/ 0 w 2861186"/>
              <a:gd name="connsiteY0" fmla="*/ 0 h 4027722"/>
              <a:gd name="connsiteX1" fmla="*/ 1680145 w 2861186"/>
              <a:gd name="connsiteY1" fmla="*/ 0 h 4027722"/>
              <a:gd name="connsiteX2" fmla="*/ 1680145 w 2861186"/>
              <a:gd name="connsiteY2" fmla="*/ 0 h 4027722"/>
              <a:gd name="connsiteX3" fmla="*/ 1680168 w 2861186"/>
              <a:gd name="connsiteY3" fmla="*/ 0 h 4027722"/>
              <a:gd name="connsiteX4" fmla="*/ 1748117 w 2861186"/>
              <a:gd name="connsiteY4" fmla="*/ 6850 h 4027722"/>
              <a:gd name="connsiteX5" fmla="*/ 1900839 w 2861186"/>
              <a:gd name="connsiteY5" fmla="*/ 82229 h 4027722"/>
              <a:gd name="connsiteX6" fmla="*/ 1937927 w 2861186"/>
              <a:gd name="connsiteY6" fmla="*/ 120214 h 4027722"/>
              <a:gd name="connsiteX7" fmla="*/ 1940368 w 2861186"/>
              <a:gd name="connsiteY7" fmla="*/ 122714 h 4027722"/>
              <a:gd name="connsiteX8" fmla="*/ 2812889 w 2861186"/>
              <a:gd name="connsiteY8" fmla="*/ 1842443 h 4027722"/>
              <a:gd name="connsiteX9" fmla="*/ 2837499 w 2861186"/>
              <a:gd name="connsiteY9" fmla="*/ 1891664 h 4027722"/>
              <a:gd name="connsiteX10" fmla="*/ 2854335 w 2861186"/>
              <a:gd name="connsiteY10" fmla="*/ 1945900 h 4027722"/>
              <a:gd name="connsiteX11" fmla="*/ 2861186 w 2861186"/>
              <a:gd name="connsiteY11" fmla="*/ 2013861 h 4027722"/>
              <a:gd name="connsiteX12" fmla="*/ 2854335 w 2861186"/>
              <a:gd name="connsiteY12" fmla="*/ 2081822 h 4027722"/>
              <a:gd name="connsiteX13" fmla="*/ 2837499 w 2861186"/>
              <a:gd name="connsiteY13" fmla="*/ 2136058 h 4027722"/>
              <a:gd name="connsiteX14" fmla="*/ 2812889 w 2861186"/>
              <a:gd name="connsiteY14" fmla="*/ 2185279 h 4027722"/>
              <a:gd name="connsiteX15" fmla="*/ 1972695 w 2861186"/>
              <a:gd name="connsiteY15" fmla="*/ 3858360 h 4027722"/>
              <a:gd name="connsiteX16" fmla="*/ 1748117 w 2861186"/>
              <a:gd name="connsiteY16" fmla="*/ 4020872 h 4027722"/>
              <a:gd name="connsiteX17" fmla="*/ 1680168 w 2861186"/>
              <a:gd name="connsiteY17" fmla="*/ 4027722 h 4027722"/>
              <a:gd name="connsiteX18" fmla="*/ 1680145 w 2861186"/>
              <a:gd name="connsiteY18" fmla="*/ 4027722 h 4027722"/>
              <a:gd name="connsiteX19" fmla="*/ 0 w 2861186"/>
              <a:gd name="connsiteY19" fmla="*/ 4027722 h 4027722"/>
              <a:gd name="connsiteX20" fmla="*/ 0 w 2861186"/>
              <a:gd name="connsiteY20" fmla="*/ 832761 h 4027722"/>
              <a:gd name="connsiteX21" fmla="*/ 0 w 2861186"/>
              <a:gd name="connsiteY21" fmla="*/ 0 h 4027722"/>
              <a:gd name="connsiteX0" fmla="*/ 0 w 2861186"/>
              <a:gd name="connsiteY0" fmla="*/ 832761 h 4027722"/>
              <a:gd name="connsiteX1" fmla="*/ 0 w 2861186"/>
              <a:gd name="connsiteY1" fmla="*/ 0 h 4027722"/>
              <a:gd name="connsiteX2" fmla="*/ 1680145 w 2861186"/>
              <a:gd name="connsiteY2" fmla="*/ 0 h 4027722"/>
              <a:gd name="connsiteX3" fmla="*/ 1680145 w 2861186"/>
              <a:gd name="connsiteY3" fmla="*/ 0 h 4027722"/>
              <a:gd name="connsiteX4" fmla="*/ 1680168 w 2861186"/>
              <a:gd name="connsiteY4" fmla="*/ 0 h 4027722"/>
              <a:gd name="connsiteX5" fmla="*/ 1748117 w 2861186"/>
              <a:gd name="connsiteY5" fmla="*/ 6850 h 4027722"/>
              <a:gd name="connsiteX6" fmla="*/ 1900839 w 2861186"/>
              <a:gd name="connsiteY6" fmla="*/ 82229 h 4027722"/>
              <a:gd name="connsiteX7" fmla="*/ 1937927 w 2861186"/>
              <a:gd name="connsiteY7" fmla="*/ 120214 h 4027722"/>
              <a:gd name="connsiteX8" fmla="*/ 1940368 w 2861186"/>
              <a:gd name="connsiteY8" fmla="*/ 122714 h 4027722"/>
              <a:gd name="connsiteX9" fmla="*/ 2812889 w 2861186"/>
              <a:gd name="connsiteY9" fmla="*/ 1842443 h 4027722"/>
              <a:gd name="connsiteX10" fmla="*/ 2837499 w 2861186"/>
              <a:gd name="connsiteY10" fmla="*/ 1891664 h 4027722"/>
              <a:gd name="connsiteX11" fmla="*/ 2854335 w 2861186"/>
              <a:gd name="connsiteY11" fmla="*/ 1945900 h 4027722"/>
              <a:gd name="connsiteX12" fmla="*/ 2861186 w 2861186"/>
              <a:gd name="connsiteY12" fmla="*/ 2013861 h 4027722"/>
              <a:gd name="connsiteX13" fmla="*/ 2854335 w 2861186"/>
              <a:gd name="connsiteY13" fmla="*/ 2081822 h 4027722"/>
              <a:gd name="connsiteX14" fmla="*/ 2837499 w 2861186"/>
              <a:gd name="connsiteY14" fmla="*/ 2136058 h 4027722"/>
              <a:gd name="connsiteX15" fmla="*/ 2812889 w 2861186"/>
              <a:gd name="connsiteY15" fmla="*/ 2185279 h 4027722"/>
              <a:gd name="connsiteX16" fmla="*/ 1972695 w 2861186"/>
              <a:gd name="connsiteY16" fmla="*/ 3858360 h 4027722"/>
              <a:gd name="connsiteX17" fmla="*/ 1748117 w 2861186"/>
              <a:gd name="connsiteY17" fmla="*/ 4020872 h 4027722"/>
              <a:gd name="connsiteX18" fmla="*/ 1680168 w 2861186"/>
              <a:gd name="connsiteY18" fmla="*/ 4027722 h 4027722"/>
              <a:gd name="connsiteX19" fmla="*/ 1680145 w 2861186"/>
              <a:gd name="connsiteY19" fmla="*/ 4027722 h 4027722"/>
              <a:gd name="connsiteX20" fmla="*/ 0 w 2861186"/>
              <a:gd name="connsiteY20" fmla="*/ 4027722 h 4027722"/>
              <a:gd name="connsiteX21" fmla="*/ 91440 w 2861186"/>
              <a:gd name="connsiteY21" fmla="*/ 924201 h 4027722"/>
              <a:gd name="connsiteX0" fmla="*/ 0 w 2861186"/>
              <a:gd name="connsiteY0" fmla="*/ 832761 h 4027722"/>
              <a:gd name="connsiteX1" fmla="*/ 0 w 2861186"/>
              <a:gd name="connsiteY1" fmla="*/ 0 h 4027722"/>
              <a:gd name="connsiteX2" fmla="*/ 1680145 w 2861186"/>
              <a:gd name="connsiteY2" fmla="*/ 0 h 4027722"/>
              <a:gd name="connsiteX3" fmla="*/ 1680145 w 2861186"/>
              <a:gd name="connsiteY3" fmla="*/ 0 h 4027722"/>
              <a:gd name="connsiteX4" fmla="*/ 1680168 w 2861186"/>
              <a:gd name="connsiteY4" fmla="*/ 0 h 4027722"/>
              <a:gd name="connsiteX5" fmla="*/ 1748117 w 2861186"/>
              <a:gd name="connsiteY5" fmla="*/ 6850 h 4027722"/>
              <a:gd name="connsiteX6" fmla="*/ 1900839 w 2861186"/>
              <a:gd name="connsiteY6" fmla="*/ 82229 h 4027722"/>
              <a:gd name="connsiteX7" fmla="*/ 1937927 w 2861186"/>
              <a:gd name="connsiteY7" fmla="*/ 120214 h 4027722"/>
              <a:gd name="connsiteX8" fmla="*/ 1940368 w 2861186"/>
              <a:gd name="connsiteY8" fmla="*/ 122714 h 4027722"/>
              <a:gd name="connsiteX9" fmla="*/ 2812889 w 2861186"/>
              <a:gd name="connsiteY9" fmla="*/ 1842443 h 4027722"/>
              <a:gd name="connsiteX10" fmla="*/ 2837499 w 2861186"/>
              <a:gd name="connsiteY10" fmla="*/ 1891664 h 4027722"/>
              <a:gd name="connsiteX11" fmla="*/ 2854335 w 2861186"/>
              <a:gd name="connsiteY11" fmla="*/ 1945900 h 4027722"/>
              <a:gd name="connsiteX12" fmla="*/ 2861186 w 2861186"/>
              <a:gd name="connsiteY12" fmla="*/ 2013861 h 4027722"/>
              <a:gd name="connsiteX13" fmla="*/ 2854335 w 2861186"/>
              <a:gd name="connsiteY13" fmla="*/ 2081822 h 4027722"/>
              <a:gd name="connsiteX14" fmla="*/ 2837499 w 2861186"/>
              <a:gd name="connsiteY14" fmla="*/ 2136058 h 4027722"/>
              <a:gd name="connsiteX15" fmla="*/ 2812889 w 2861186"/>
              <a:gd name="connsiteY15" fmla="*/ 2185279 h 4027722"/>
              <a:gd name="connsiteX16" fmla="*/ 1972695 w 2861186"/>
              <a:gd name="connsiteY16" fmla="*/ 3858360 h 4027722"/>
              <a:gd name="connsiteX17" fmla="*/ 1748117 w 2861186"/>
              <a:gd name="connsiteY17" fmla="*/ 4020872 h 4027722"/>
              <a:gd name="connsiteX18" fmla="*/ 1680168 w 2861186"/>
              <a:gd name="connsiteY18" fmla="*/ 4027722 h 4027722"/>
              <a:gd name="connsiteX19" fmla="*/ 1680145 w 2861186"/>
              <a:gd name="connsiteY19" fmla="*/ 4027722 h 4027722"/>
              <a:gd name="connsiteX20" fmla="*/ 0 w 2861186"/>
              <a:gd name="connsiteY20" fmla="*/ 4027722 h 4027722"/>
              <a:gd name="connsiteX0" fmla="*/ 0 w 2861186"/>
              <a:gd name="connsiteY0" fmla="*/ 0 h 4027722"/>
              <a:gd name="connsiteX1" fmla="*/ 1680145 w 2861186"/>
              <a:gd name="connsiteY1" fmla="*/ 0 h 4027722"/>
              <a:gd name="connsiteX2" fmla="*/ 1680145 w 2861186"/>
              <a:gd name="connsiteY2" fmla="*/ 0 h 4027722"/>
              <a:gd name="connsiteX3" fmla="*/ 1680168 w 2861186"/>
              <a:gd name="connsiteY3" fmla="*/ 0 h 4027722"/>
              <a:gd name="connsiteX4" fmla="*/ 1748117 w 2861186"/>
              <a:gd name="connsiteY4" fmla="*/ 6850 h 4027722"/>
              <a:gd name="connsiteX5" fmla="*/ 1900839 w 2861186"/>
              <a:gd name="connsiteY5" fmla="*/ 82229 h 4027722"/>
              <a:gd name="connsiteX6" fmla="*/ 1937927 w 2861186"/>
              <a:gd name="connsiteY6" fmla="*/ 120214 h 4027722"/>
              <a:gd name="connsiteX7" fmla="*/ 1940368 w 2861186"/>
              <a:gd name="connsiteY7" fmla="*/ 122714 h 4027722"/>
              <a:gd name="connsiteX8" fmla="*/ 2812889 w 2861186"/>
              <a:gd name="connsiteY8" fmla="*/ 1842443 h 4027722"/>
              <a:gd name="connsiteX9" fmla="*/ 2837499 w 2861186"/>
              <a:gd name="connsiteY9" fmla="*/ 1891664 h 4027722"/>
              <a:gd name="connsiteX10" fmla="*/ 2854335 w 2861186"/>
              <a:gd name="connsiteY10" fmla="*/ 1945900 h 4027722"/>
              <a:gd name="connsiteX11" fmla="*/ 2861186 w 2861186"/>
              <a:gd name="connsiteY11" fmla="*/ 2013861 h 4027722"/>
              <a:gd name="connsiteX12" fmla="*/ 2854335 w 2861186"/>
              <a:gd name="connsiteY12" fmla="*/ 2081822 h 4027722"/>
              <a:gd name="connsiteX13" fmla="*/ 2837499 w 2861186"/>
              <a:gd name="connsiteY13" fmla="*/ 2136058 h 4027722"/>
              <a:gd name="connsiteX14" fmla="*/ 2812889 w 2861186"/>
              <a:gd name="connsiteY14" fmla="*/ 2185279 h 4027722"/>
              <a:gd name="connsiteX15" fmla="*/ 1972695 w 2861186"/>
              <a:gd name="connsiteY15" fmla="*/ 3858360 h 4027722"/>
              <a:gd name="connsiteX16" fmla="*/ 1748117 w 2861186"/>
              <a:gd name="connsiteY16" fmla="*/ 4020872 h 4027722"/>
              <a:gd name="connsiteX17" fmla="*/ 1680168 w 2861186"/>
              <a:gd name="connsiteY17" fmla="*/ 4027722 h 4027722"/>
              <a:gd name="connsiteX18" fmla="*/ 1680145 w 2861186"/>
              <a:gd name="connsiteY18" fmla="*/ 4027722 h 4027722"/>
              <a:gd name="connsiteX19" fmla="*/ 0 w 2861186"/>
              <a:gd name="connsiteY19" fmla="*/ 4027722 h 402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861186" h="4027722">
                <a:moveTo>
                  <a:pt x="0" y="0"/>
                </a:moveTo>
                <a:lnTo>
                  <a:pt x="1680145" y="0"/>
                </a:lnTo>
                <a:lnTo>
                  <a:pt x="1680145" y="0"/>
                </a:lnTo>
                <a:lnTo>
                  <a:pt x="1680168" y="0"/>
                </a:lnTo>
                <a:lnTo>
                  <a:pt x="1748117" y="6850"/>
                </a:lnTo>
                <a:cubicBezTo>
                  <a:pt x="1805741" y="18641"/>
                  <a:pt x="1858011" y="45130"/>
                  <a:pt x="1900839" y="82229"/>
                </a:cubicBezTo>
                <a:lnTo>
                  <a:pt x="1937927" y="120214"/>
                </a:lnTo>
                <a:lnTo>
                  <a:pt x="1940368" y="122714"/>
                </a:lnTo>
                <a:lnTo>
                  <a:pt x="2812889" y="1842443"/>
                </a:lnTo>
                <a:lnTo>
                  <a:pt x="2837499" y="1891664"/>
                </a:lnTo>
                <a:lnTo>
                  <a:pt x="2854335" y="1945900"/>
                </a:lnTo>
                <a:cubicBezTo>
                  <a:pt x="2858827" y="1967853"/>
                  <a:pt x="2861186" y="1990581"/>
                  <a:pt x="2861186" y="2013861"/>
                </a:cubicBezTo>
                <a:cubicBezTo>
                  <a:pt x="2861186" y="2037141"/>
                  <a:pt x="2858827" y="2059870"/>
                  <a:pt x="2854335" y="2081822"/>
                </a:cubicBezTo>
                <a:lnTo>
                  <a:pt x="2837499" y="2136058"/>
                </a:lnTo>
                <a:lnTo>
                  <a:pt x="2812889" y="2185279"/>
                </a:lnTo>
                <a:lnTo>
                  <a:pt x="1972695" y="3858360"/>
                </a:lnTo>
                <a:cubicBezTo>
                  <a:pt x="1925324" y="3940741"/>
                  <a:pt x="1844157" y="4001220"/>
                  <a:pt x="1748117" y="4020872"/>
                </a:cubicBezTo>
                <a:lnTo>
                  <a:pt x="1680168" y="4027722"/>
                </a:lnTo>
                <a:lnTo>
                  <a:pt x="1680145" y="4027722"/>
                </a:lnTo>
                <a:lnTo>
                  <a:pt x="0" y="4027722"/>
                </a:lnTo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4257" y="2362200"/>
            <a:ext cx="22365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SECTION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1801" y="2792680"/>
            <a:ext cx="14414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04</a:t>
            </a:r>
            <a:endParaRPr kumimoji="0" lang="zh-CN" altLang="en-US" sz="8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51571" y="2306434"/>
            <a:ext cx="25394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EC2B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If-else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C2B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语句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3450106" y="2718797"/>
            <a:ext cx="4431137" cy="1552610"/>
            <a:chOff x="3229499" y="2880263"/>
            <a:chExt cx="4431137" cy="1552610"/>
          </a:xfrm>
        </p:grpSpPr>
        <p:sp>
          <p:nvSpPr>
            <p:cNvPr id="8" name="文本框 7"/>
            <p:cNvSpPr txBox="1"/>
            <p:nvPr/>
          </p:nvSpPr>
          <p:spPr>
            <a:xfrm>
              <a:off x="3244042" y="2880263"/>
              <a:ext cx="4416594" cy="1107996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63500" contourW="25400"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pPr lvl="0"/>
              <a:r>
                <a:rPr lang="zh-CN" altLang="en-US" sz="6600" b="1" dirty="0">
                  <a:ln w="0"/>
                  <a:solidFill>
                    <a:srgbClr val="000000">
                      <a:lumMod val="75000"/>
                      <a:lumOff val="25000"/>
                    </a:srgbClr>
                  </a:solidFill>
                  <a:effectLst>
                    <a:outerShdw blurRad="152400" dist="38100" dir="5400000" algn="t" rotWithShape="0">
                      <a:prstClr val="black">
                        <a:alpha val="65000"/>
                      </a:prstClr>
                    </a:outerShdw>
                  </a:effectLst>
                  <a:latin typeface="+mn-ea"/>
                </a:rPr>
                <a:t>双分支结构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3229499" y="3909653"/>
              <a:ext cx="376635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2800" dirty="0">
                  <a:solidFill>
                    <a:srgbClr val="000000">
                      <a:lumMod val="50000"/>
                      <a:lumOff val="50000"/>
                    </a:srgbClr>
                  </a:solidFill>
                </a:rPr>
                <a:t>Teaching objectives</a:t>
              </a: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8351571" y="3822339"/>
            <a:ext cx="25394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EC2B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If-else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C2B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嵌套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320ED8-2BFB-4B8E-BE26-5FE9BD331019}"/>
              </a:ext>
            </a:extLst>
          </p:cNvPr>
          <p:cNvSpPr txBox="1"/>
          <p:nvPr/>
        </p:nvSpPr>
        <p:spPr>
          <a:xfrm>
            <a:off x="8360750" y="3071356"/>
            <a:ext cx="228780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C2B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条件运算</a:t>
            </a:r>
          </a:p>
        </p:txBody>
      </p:sp>
    </p:spTree>
    <p:extLst>
      <p:ext uri="{BB962C8B-B14F-4D97-AF65-F5344CB8AC3E}">
        <p14:creationId xmlns:p14="http://schemas.microsoft.com/office/powerpoint/2010/main" val="335909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7"/>
          <p:cNvGrpSpPr>
            <a:grpSpLocks/>
          </p:cNvGrpSpPr>
          <p:nvPr/>
        </p:nvGrpSpPr>
        <p:grpSpPr bwMode="auto">
          <a:xfrm>
            <a:off x="3184525" y="1023256"/>
            <a:ext cx="5046663" cy="3409950"/>
            <a:chOff x="824" y="764"/>
            <a:chExt cx="3072" cy="2148"/>
          </a:xfrm>
        </p:grpSpPr>
        <p:sp>
          <p:nvSpPr>
            <p:cNvPr id="5" name="Line 182"/>
            <p:cNvSpPr>
              <a:spLocks noChangeShapeType="1"/>
            </p:cNvSpPr>
            <p:nvPr/>
          </p:nvSpPr>
          <p:spPr bwMode="auto">
            <a:xfrm>
              <a:off x="2368" y="2572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 useBgFill="1">
          <p:nvSpPr>
            <p:cNvPr id="6" name="AutoShape 183"/>
            <p:cNvSpPr>
              <a:spLocks noChangeArrowheads="1"/>
            </p:cNvSpPr>
            <p:nvPr/>
          </p:nvSpPr>
          <p:spPr bwMode="auto">
            <a:xfrm>
              <a:off x="1632" y="1104"/>
              <a:ext cx="1473" cy="432"/>
            </a:xfrm>
            <a:prstGeom prst="flowChartDecision">
              <a:avLst/>
            </a:prstGeom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10800" bIns="10800" anchor="ctr" anchorCtr="1"/>
            <a:lstStyle/>
            <a:p>
              <a:pPr algn="ctr"/>
              <a:r>
                <a:rPr lang="zh-CN" altLang="en-US" sz="3200" dirty="0">
                  <a:latin typeface="+mn-ea"/>
                </a:rPr>
                <a:t>表达式</a:t>
              </a:r>
            </a:p>
          </p:txBody>
        </p:sp>
        <p:sp>
          <p:nvSpPr>
            <p:cNvPr id="7" name="Text Box 184"/>
            <p:cNvSpPr txBox="1">
              <a:spLocks noChangeArrowheads="1"/>
            </p:cNvSpPr>
            <p:nvPr/>
          </p:nvSpPr>
          <p:spPr bwMode="auto">
            <a:xfrm>
              <a:off x="824" y="1754"/>
              <a:ext cx="960" cy="37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>
                  <a:latin typeface="+mn-ea"/>
                  <a:ea typeface="+mn-ea"/>
                </a:rPr>
                <a:t>语句</a:t>
              </a:r>
              <a:r>
                <a:rPr lang="en-US" altLang="zh-CN">
                  <a:latin typeface="+mn-ea"/>
                  <a:ea typeface="+mn-ea"/>
                </a:rPr>
                <a:t>1</a:t>
              </a:r>
              <a:endParaRPr lang="en-US" altLang="zh-CN" u="sng">
                <a:latin typeface="+mn-ea"/>
                <a:ea typeface="+mn-ea"/>
              </a:endParaRPr>
            </a:p>
          </p:txBody>
        </p:sp>
        <p:sp>
          <p:nvSpPr>
            <p:cNvPr id="8" name="Text Box 185"/>
            <p:cNvSpPr txBox="1">
              <a:spLocks noChangeArrowheads="1"/>
            </p:cNvSpPr>
            <p:nvPr/>
          </p:nvSpPr>
          <p:spPr bwMode="auto">
            <a:xfrm>
              <a:off x="2996" y="1754"/>
              <a:ext cx="900" cy="37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>
                  <a:latin typeface="+mn-ea"/>
                  <a:ea typeface="+mn-ea"/>
                </a:rPr>
                <a:t>语句</a:t>
              </a:r>
              <a:r>
                <a:rPr lang="en-US" altLang="zh-CN">
                  <a:latin typeface="+mn-ea"/>
                  <a:ea typeface="+mn-ea"/>
                </a:rPr>
                <a:t>2</a:t>
              </a:r>
              <a:endParaRPr lang="en-US" altLang="zh-CN" u="sng">
                <a:latin typeface="+mn-ea"/>
                <a:ea typeface="+mn-ea"/>
              </a:endParaRPr>
            </a:p>
          </p:txBody>
        </p:sp>
        <p:sp>
          <p:nvSpPr>
            <p:cNvPr id="9" name="Line 186"/>
            <p:cNvSpPr>
              <a:spLocks noChangeShapeType="1"/>
            </p:cNvSpPr>
            <p:nvPr/>
          </p:nvSpPr>
          <p:spPr bwMode="auto">
            <a:xfrm>
              <a:off x="3448" y="1328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0" name="Line 187"/>
            <p:cNvSpPr>
              <a:spLocks noChangeShapeType="1"/>
            </p:cNvSpPr>
            <p:nvPr/>
          </p:nvSpPr>
          <p:spPr bwMode="auto">
            <a:xfrm flipH="1">
              <a:off x="1296" y="1320"/>
              <a:ext cx="3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1" name="Line 188"/>
            <p:cNvSpPr>
              <a:spLocks noChangeShapeType="1"/>
            </p:cNvSpPr>
            <p:nvPr/>
          </p:nvSpPr>
          <p:spPr bwMode="auto">
            <a:xfrm>
              <a:off x="1296" y="1328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2" name="Line 189"/>
            <p:cNvSpPr>
              <a:spLocks noChangeShapeType="1"/>
            </p:cNvSpPr>
            <p:nvPr/>
          </p:nvSpPr>
          <p:spPr bwMode="auto">
            <a:xfrm>
              <a:off x="3112" y="1328"/>
              <a:ext cx="3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3" name="Line 190"/>
            <p:cNvSpPr>
              <a:spLocks noChangeShapeType="1"/>
            </p:cNvSpPr>
            <p:nvPr/>
          </p:nvSpPr>
          <p:spPr bwMode="auto">
            <a:xfrm>
              <a:off x="2368" y="764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4" name="Line 191"/>
            <p:cNvSpPr>
              <a:spLocks noChangeShapeType="1"/>
            </p:cNvSpPr>
            <p:nvPr/>
          </p:nvSpPr>
          <p:spPr bwMode="auto">
            <a:xfrm>
              <a:off x="1296" y="211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5" name="Line 192"/>
            <p:cNvSpPr>
              <a:spLocks noChangeShapeType="1"/>
            </p:cNvSpPr>
            <p:nvPr/>
          </p:nvSpPr>
          <p:spPr bwMode="auto">
            <a:xfrm>
              <a:off x="3456" y="2112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6" name="Line 193"/>
            <p:cNvSpPr>
              <a:spLocks noChangeShapeType="1"/>
            </p:cNvSpPr>
            <p:nvPr/>
          </p:nvSpPr>
          <p:spPr bwMode="auto">
            <a:xfrm>
              <a:off x="1296" y="2568"/>
              <a:ext cx="10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7" name="Line 194"/>
            <p:cNvSpPr>
              <a:spLocks noChangeShapeType="1"/>
            </p:cNvSpPr>
            <p:nvPr/>
          </p:nvSpPr>
          <p:spPr bwMode="auto">
            <a:xfrm flipH="1">
              <a:off x="2320" y="2568"/>
              <a:ext cx="11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8" name="Text Box 195"/>
            <p:cNvSpPr txBox="1">
              <a:spLocks noChangeArrowheads="1"/>
            </p:cNvSpPr>
            <p:nvPr/>
          </p:nvSpPr>
          <p:spPr bwMode="auto">
            <a:xfrm>
              <a:off x="1286" y="104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2800">
                  <a:latin typeface="+mn-ea"/>
                  <a:ea typeface="+mn-ea"/>
                </a:rPr>
                <a:t>真</a:t>
              </a:r>
            </a:p>
          </p:txBody>
        </p:sp>
        <p:sp>
          <p:nvSpPr>
            <p:cNvPr id="19" name="Text Box 196"/>
            <p:cNvSpPr txBox="1">
              <a:spLocks noChangeArrowheads="1"/>
            </p:cNvSpPr>
            <p:nvPr/>
          </p:nvSpPr>
          <p:spPr bwMode="auto">
            <a:xfrm>
              <a:off x="3128" y="105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2800">
                  <a:latin typeface="+mn-ea"/>
                  <a:ea typeface="+mn-ea"/>
                </a:rPr>
                <a:t>假</a:t>
              </a:r>
            </a:p>
          </p:txBody>
        </p:sp>
      </p:grp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75" y="318181"/>
            <a:ext cx="8858250" cy="762000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4.4.1  if-else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语句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ea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35B8FB3E-8872-4EEB-8867-832CA3FB338E}"/>
              </a:ext>
            </a:extLst>
          </p:cNvPr>
          <p:cNvSpPr txBox="1">
            <a:spLocks noChangeArrowheads="1"/>
          </p:cNvSpPr>
          <p:nvPr/>
        </p:nvSpPr>
        <p:spPr>
          <a:xfrm>
            <a:off x="785525" y="22034"/>
            <a:ext cx="2200047" cy="625957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176">
            <a:extLst>
              <a:ext uri="{FF2B5EF4-FFF2-40B4-BE49-F238E27FC236}">
                <a16:creationId xmlns:a16="http://schemas.microsoft.com/office/drawing/2014/main" id="{7989DF51-4F21-40B9-89D2-D5CDAEA9B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3718" y="3570350"/>
            <a:ext cx="2638623" cy="2438400"/>
          </a:xfrm>
          <a:prstGeom prst="rect">
            <a:avLst/>
          </a:prstGeom>
          <a:noFill/>
          <a:ln w="5397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180000" bIns="90000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if(</a:t>
            </a:r>
            <a:r>
              <a:rPr lang="zh-CN" altLang="en-US">
                <a:latin typeface="Times New Roman" pitchFamily="18" charset="0"/>
                <a:ea typeface="+mn-ea"/>
                <a:cs typeface="Times New Roman" pitchFamily="18" charset="0"/>
              </a:rPr>
              <a:t>表达式</a:t>
            </a: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   </a:t>
            </a:r>
            <a:r>
              <a:rPr lang="zh-CN" altLang="en-US">
                <a:latin typeface="Times New Roman" pitchFamily="18" charset="0"/>
                <a:ea typeface="+mn-ea"/>
                <a:cs typeface="Times New Roman" pitchFamily="18" charset="0"/>
              </a:rPr>
              <a:t>语句</a:t>
            </a: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zh-CN" altLang="en-US">
                <a:solidFill>
                  <a:srgbClr val="FF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；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else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   </a:t>
            </a:r>
            <a:r>
              <a:rPr lang="zh-CN" altLang="en-US">
                <a:latin typeface="Times New Roman" pitchFamily="18" charset="0"/>
                <a:ea typeface="+mn-ea"/>
                <a:cs typeface="Times New Roman" pitchFamily="18" charset="0"/>
              </a:rPr>
              <a:t>语句</a:t>
            </a: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2</a:t>
            </a:r>
            <a:r>
              <a:rPr lang="zh-CN" altLang="en-US">
                <a:solidFill>
                  <a:srgbClr val="FF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；</a:t>
            </a:r>
          </a:p>
        </p:txBody>
      </p:sp>
      <p:sp>
        <p:nvSpPr>
          <p:cNvPr id="23" name="Text Box 177">
            <a:extLst>
              <a:ext uri="{FF2B5EF4-FFF2-40B4-BE49-F238E27FC236}">
                <a16:creationId xmlns:a16="http://schemas.microsoft.com/office/drawing/2014/main" id="{7C360966-E218-4D4E-A3AA-0A64E7A79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7328" y="3026226"/>
            <a:ext cx="3349203" cy="2438400"/>
          </a:xfrm>
          <a:prstGeom prst="rect">
            <a:avLst/>
          </a:prstGeom>
          <a:noFill/>
          <a:ln w="63500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180000" bIns="90000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if(score&gt;=60)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   printf("Pass")</a:t>
            </a:r>
            <a:r>
              <a:rPr lang="en-US" altLang="zh-CN">
                <a:solidFill>
                  <a:srgbClr val="FF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else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   printf("Fail")</a:t>
            </a:r>
            <a:r>
              <a:rPr lang="en-US" altLang="zh-CN">
                <a:solidFill>
                  <a:srgbClr val="FF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30112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 autoUpdateAnimBg="0"/>
      <p:bldP spid="23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75378" y="630591"/>
            <a:ext cx="9122822" cy="568130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u"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问题：输出某年二月的天数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判断年份是否为闰年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闰年，二月天数为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天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否则，二月天数为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天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u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双分支结构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根据判断条件是否成立，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有两种选择，而且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必须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在这两种选择中选择其一执行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85525" y="22034"/>
            <a:ext cx="2200047" cy="625957"/>
          </a:xfrm>
          <a:effectLst/>
        </p:spPr>
        <p:txBody>
          <a:bodyPr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2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83431" y="994929"/>
            <a:ext cx="8858249" cy="5141168"/>
          </a:xfrm>
          <a:noFill/>
          <a:ln w="254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main(  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{    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year=0,month;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请输入年份：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");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scanf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("%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d",&amp;year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);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 if(year%4==0&amp;&amp;year%100!=0||year%400==0)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	    month=29;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 else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 	    month=28;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二月天数为：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%d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。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\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n",month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) 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 return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}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7488" y="318181"/>
            <a:ext cx="8858250" cy="762000"/>
          </a:xfrm>
          <a:effectLst/>
        </p:spPr>
        <p:txBody>
          <a:bodyPr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4.4.1  if-ese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语句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48A169F-2DB4-4A2B-A500-0C104DBFCE87}"/>
              </a:ext>
            </a:extLst>
          </p:cNvPr>
          <p:cNvSpPr txBox="1">
            <a:spLocks noChangeArrowheads="1"/>
          </p:cNvSpPr>
          <p:nvPr/>
        </p:nvSpPr>
        <p:spPr>
          <a:xfrm>
            <a:off x="850842" y="-10886"/>
            <a:ext cx="2164504" cy="658877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91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3513" y="1034145"/>
            <a:ext cx="10504716" cy="48531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u"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条件运算符</a:t>
            </a:r>
            <a:endParaRPr lang="en-US" altLang="zh-C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   C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语言中唯一的一个三目运算符，运算时需要三个操作数，由条件运算符及其运算对象构成的表达式也成为条件表达式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u"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一般形式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表达式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表达式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2  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表达式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3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例：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max=(x&gt;y? 5: 2)</a:t>
            </a:r>
            <a:endParaRPr lang="zh-CN" altLang="zh-C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75" y="307665"/>
            <a:ext cx="8858250" cy="762000"/>
          </a:xfrm>
          <a:effectLst/>
        </p:spPr>
        <p:txBody>
          <a:bodyPr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4.4.2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条件运算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99A645E-25FB-4846-8AAC-8393F73D4E53}"/>
              </a:ext>
            </a:extLst>
          </p:cNvPr>
          <p:cNvSpPr txBox="1">
            <a:spLocks noChangeArrowheads="1"/>
          </p:cNvSpPr>
          <p:nvPr/>
        </p:nvSpPr>
        <p:spPr>
          <a:xfrm>
            <a:off x="785525" y="22034"/>
            <a:ext cx="2200047" cy="625957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65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2944" y="979715"/>
            <a:ext cx="6213376" cy="515982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altLang="zh-CN" b="1" dirty="0"/>
              <a:t> </a:t>
            </a:r>
            <a:r>
              <a:rPr lang="en-US" altLang="zh-CN" sz="3000" b="1" dirty="0"/>
              <a:t>    </a:t>
            </a:r>
            <a:r>
              <a:rPr lang="en-US" altLang="zh-CN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CN" altLang="zh-CN" sz="3000" b="1" dirty="0">
                <a:latin typeface="Times New Roman" pitchFamily="18" charset="0"/>
                <a:cs typeface="Times New Roman" pitchFamily="18" charset="0"/>
              </a:rPr>
              <a:t>表达式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1)</a:t>
            </a:r>
            <a:endParaRPr lang="zh-CN" altLang="zh-CN" sz="3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3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altLang="zh-CN" sz="3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CN" altLang="zh-CN" sz="3000" b="1" dirty="0">
                <a:latin typeface="Times New Roman" pitchFamily="18" charset="0"/>
                <a:cs typeface="Times New Roman" pitchFamily="18" charset="0"/>
              </a:rPr>
              <a:t>表达式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2)</a:t>
            </a:r>
            <a:endParaRPr lang="zh-CN" altLang="zh-CN" sz="3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	        </a:t>
            </a:r>
            <a:r>
              <a:rPr lang="zh-CN" altLang="zh-CN" sz="3000" b="1" dirty="0">
                <a:latin typeface="Times New Roman" pitchFamily="18" charset="0"/>
                <a:cs typeface="Times New Roman" pitchFamily="18" charset="0"/>
              </a:rPr>
              <a:t>语句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zh-CN" sz="3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   	</a:t>
            </a:r>
            <a:r>
              <a:rPr lang="en-US" altLang="zh-CN" sz="3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zh-CN" sz="3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	        </a:t>
            </a:r>
            <a:r>
              <a:rPr lang="zh-CN" altLang="zh-CN" sz="3000" b="1" dirty="0">
                <a:latin typeface="Times New Roman" pitchFamily="18" charset="0"/>
                <a:cs typeface="Times New Roman" pitchFamily="18" charset="0"/>
              </a:rPr>
              <a:t>语句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2</a:t>
            </a:r>
            <a:endParaRPr lang="zh-CN" altLang="zh-CN" sz="3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altLang="zh-CN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else </a:t>
            </a:r>
            <a:endParaRPr lang="zh-CN" altLang="zh-CN" sz="3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altLang="zh-CN" sz="3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altLang="zh-CN" sz="3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altLang="zh-CN" sz="3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CN" altLang="zh-CN" sz="3000" b="1" dirty="0">
                <a:latin typeface="Times New Roman" pitchFamily="18" charset="0"/>
                <a:cs typeface="Times New Roman" pitchFamily="18" charset="0"/>
              </a:rPr>
              <a:t>表达式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3) </a:t>
            </a:r>
            <a:endParaRPr lang="zh-CN" altLang="zh-CN" sz="3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                 </a:t>
            </a:r>
            <a:r>
              <a:rPr lang="zh-CN" altLang="zh-CN" sz="3000" b="1" dirty="0">
                <a:latin typeface="Times New Roman" pitchFamily="18" charset="0"/>
                <a:cs typeface="Times New Roman" pitchFamily="18" charset="0"/>
              </a:rPr>
              <a:t>语句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3</a:t>
            </a:r>
            <a:endParaRPr lang="zh-CN" altLang="zh-CN" sz="3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   	</a:t>
            </a:r>
            <a:r>
              <a:rPr lang="en-US" altLang="zh-CN" sz="3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else</a:t>
            </a:r>
            <a:endParaRPr lang="zh-CN" altLang="zh-CN" sz="3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                  </a:t>
            </a:r>
            <a:r>
              <a:rPr lang="zh-CN" altLang="zh-CN" sz="3000" b="1" dirty="0">
                <a:latin typeface="Times New Roman" pitchFamily="18" charset="0"/>
                <a:cs typeface="Times New Roman" pitchFamily="18" charset="0"/>
              </a:rPr>
              <a:t>语句</a:t>
            </a:r>
            <a:r>
              <a:rPr lang="en-US" altLang="zh-CN" sz="3000" b="1" dirty="0">
                <a:latin typeface="Times New Roman" pitchFamily="18" charset="0"/>
                <a:cs typeface="Times New Roman" pitchFamily="18" charset="0"/>
              </a:rPr>
              <a:t>4</a:t>
            </a:r>
            <a:endParaRPr lang="zh-CN" altLang="zh-CN" sz="3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75" y="307294"/>
            <a:ext cx="8858250" cy="762000"/>
          </a:xfrm>
          <a:effectLst/>
        </p:spPr>
        <p:txBody>
          <a:bodyPr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4.4.3  if-ese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嵌套</a:t>
            </a:r>
          </a:p>
        </p:txBody>
      </p:sp>
      <p:sp>
        <p:nvSpPr>
          <p:cNvPr id="12" name="文本框 358"/>
          <p:cNvSpPr txBox="1">
            <a:spLocks noChangeArrowheads="1"/>
          </p:cNvSpPr>
          <p:nvPr/>
        </p:nvSpPr>
        <p:spPr bwMode="auto">
          <a:xfrm>
            <a:off x="6542315" y="2354656"/>
            <a:ext cx="2336800" cy="55399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3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内嵌</a:t>
            </a:r>
            <a:r>
              <a:rPr lang="en-US" altLang="zh-CN" sz="3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zh-CN" altLang="en-US" sz="3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语句</a:t>
            </a:r>
          </a:p>
        </p:txBody>
      </p:sp>
      <p:sp>
        <p:nvSpPr>
          <p:cNvPr id="13" name="文本框 359"/>
          <p:cNvSpPr txBox="1">
            <a:spLocks noChangeArrowheads="1"/>
          </p:cNvSpPr>
          <p:nvPr/>
        </p:nvSpPr>
        <p:spPr bwMode="auto">
          <a:xfrm>
            <a:off x="6547538" y="4822234"/>
            <a:ext cx="2338387" cy="55399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3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内嵌</a:t>
            </a:r>
            <a:r>
              <a:rPr lang="en-US" altLang="zh-CN" sz="3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zh-CN" altLang="en-US" sz="3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语句</a:t>
            </a:r>
          </a:p>
        </p:txBody>
      </p:sp>
      <p:sp>
        <p:nvSpPr>
          <p:cNvPr id="14" name="AutoShape 5"/>
          <p:cNvSpPr/>
          <p:nvPr/>
        </p:nvSpPr>
        <p:spPr>
          <a:xfrm>
            <a:off x="5930812" y="1867406"/>
            <a:ext cx="184620" cy="1485394"/>
          </a:xfrm>
          <a:prstGeom prst="rightBrace">
            <a:avLst>
              <a:gd name="adj1" fmla="val 34952"/>
              <a:gd name="adj2" fmla="val 50000"/>
            </a:avLst>
          </a:prstGeom>
          <a:noFill/>
          <a:ln w="63500" cap="flat" cmpd="sng">
            <a:solidFill>
              <a:srgbClr val="C0504D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upright="1"/>
          <a:lstStyle/>
          <a:p>
            <a:endParaRPr lang="zh-CN" altLang="en-US"/>
          </a:p>
        </p:txBody>
      </p:sp>
      <p:sp>
        <p:nvSpPr>
          <p:cNvPr id="15" name="自选图形 361"/>
          <p:cNvSpPr/>
          <p:nvPr/>
        </p:nvSpPr>
        <p:spPr>
          <a:xfrm>
            <a:off x="5879976" y="4322371"/>
            <a:ext cx="297748" cy="1566800"/>
          </a:xfrm>
          <a:prstGeom prst="rightBrace">
            <a:avLst>
              <a:gd name="adj1" fmla="val 34952"/>
              <a:gd name="adj2" fmla="val 50000"/>
            </a:avLst>
          </a:prstGeom>
          <a:noFill/>
          <a:ln w="63500" cap="flat" cmpd="sng">
            <a:solidFill>
              <a:srgbClr val="C0504D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upright="1"/>
          <a:lstStyle/>
          <a:p>
            <a:endParaRPr lang="zh-CN" altLang="en-US" sz="3200" dirty="0"/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5746081" y="-280453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73B02AE-C0C7-486A-B54B-F76EBA1535C5}"/>
              </a:ext>
            </a:extLst>
          </p:cNvPr>
          <p:cNvSpPr txBox="1">
            <a:spLocks noChangeArrowheads="1"/>
          </p:cNvSpPr>
          <p:nvPr/>
        </p:nvSpPr>
        <p:spPr>
          <a:xfrm>
            <a:off x="785525" y="22034"/>
            <a:ext cx="2200047" cy="625957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011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0" y="1276126"/>
            <a:ext cx="8991600" cy="4972277"/>
          </a:xfrm>
        </p:spPr>
        <p:txBody>
          <a:bodyPr>
            <a:normAutofit fontScale="47500" lnSpcReduction="20000"/>
          </a:bodyPr>
          <a:lstStyle/>
          <a:p>
            <a:pPr>
              <a:buFont typeface="Wingdings" pitchFamily="2" charset="2"/>
              <a:buChar char="u"/>
            </a:pPr>
            <a:r>
              <a:rPr lang="en-US" altLang="zh-CN" sz="67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if -else</a:t>
            </a:r>
            <a:r>
              <a:rPr lang="zh-CN" altLang="zh-CN" sz="67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配对原则</a:t>
            </a:r>
          </a:p>
          <a:p>
            <a:pPr lvl="1">
              <a:lnSpc>
                <a:spcPct val="17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altLang="zh-CN" sz="6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zh-CN" sz="6700" b="1" dirty="0">
                <a:latin typeface="Times New Roman" pitchFamily="18" charset="0"/>
                <a:cs typeface="Times New Roman" pitchFamily="18" charset="0"/>
              </a:rPr>
              <a:t>缺省</a:t>
            </a:r>
            <a:r>
              <a:rPr lang="en-US" altLang="zh-CN" sz="6700" b="1" dirty="0">
                <a:latin typeface="Times New Roman" pitchFamily="18" charset="0"/>
                <a:cs typeface="Times New Roman" pitchFamily="18" charset="0"/>
              </a:rPr>
              <a:t>{     }</a:t>
            </a:r>
            <a:r>
              <a:rPr lang="zh-CN" altLang="zh-CN" sz="6700" b="1" dirty="0">
                <a:latin typeface="Times New Roman" pitchFamily="18" charset="0"/>
                <a:cs typeface="Times New Roman" pitchFamily="18" charset="0"/>
              </a:rPr>
              <a:t>时</a:t>
            </a:r>
            <a:r>
              <a:rPr lang="en-US" altLang="zh-CN" sz="6700" b="1" dirty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 marL="457200" lvl="1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altLang="zh-CN" sz="6700" b="1" dirty="0">
                <a:latin typeface="Times New Roman" pitchFamily="18" charset="0"/>
                <a:cs typeface="Times New Roman" pitchFamily="18" charset="0"/>
              </a:rPr>
              <a:t>   else</a:t>
            </a:r>
            <a:r>
              <a:rPr lang="zh-CN" altLang="zh-CN" sz="6700" b="1" dirty="0">
                <a:latin typeface="Times New Roman" pitchFamily="18" charset="0"/>
                <a:cs typeface="Times New Roman" pitchFamily="18" charset="0"/>
              </a:rPr>
              <a:t>总是它上面离它最近的未配对的</a:t>
            </a:r>
            <a:r>
              <a:rPr lang="en-US" altLang="zh-CN" sz="6700" b="1" dirty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zh-CN" altLang="zh-CN" sz="6700" b="1" dirty="0">
                <a:latin typeface="Times New Roman" pitchFamily="18" charset="0"/>
                <a:cs typeface="Times New Roman" pitchFamily="18" charset="0"/>
              </a:rPr>
              <a:t>配对</a:t>
            </a:r>
          </a:p>
          <a:p>
            <a:pPr lvl="1">
              <a:lnSpc>
                <a:spcPct val="17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altLang="zh-CN" sz="6700" b="1" dirty="0">
                <a:latin typeface="Times New Roman" pitchFamily="18" charset="0"/>
                <a:cs typeface="Times New Roman" pitchFamily="18" charset="0"/>
              </a:rPr>
              <a:t> if </a:t>
            </a:r>
            <a:r>
              <a:rPr lang="zh-CN" altLang="zh-CN" sz="6700" b="1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6700" b="1" dirty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zh-CN" altLang="zh-CN" sz="6700" b="1" dirty="0">
                <a:latin typeface="Times New Roman" pitchFamily="18" charset="0"/>
                <a:cs typeface="Times New Roman" pitchFamily="18" charset="0"/>
              </a:rPr>
              <a:t>的数目一样时</a:t>
            </a:r>
          </a:p>
          <a:p>
            <a:pPr marL="457200" lvl="1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altLang="zh-CN" sz="67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zh-CN" altLang="zh-CN" sz="6700" b="1" dirty="0">
                <a:latin typeface="Times New Roman" pitchFamily="18" charset="0"/>
                <a:cs typeface="Times New Roman" pitchFamily="18" charset="0"/>
              </a:rPr>
              <a:t>注意采用锯齿形式</a:t>
            </a:r>
            <a:endParaRPr lang="en-US" altLang="zh-CN" sz="6700" b="1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altLang="zh-CN" sz="6700" b="1" dirty="0">
                <a:latin typeface="Times New Roman" pitchFamily="18" charset="0"/>
                <a:cs typeface="Times New Roman" pitchFamily="18" charset="0"/>
              </a:rPr>
              <a:t> if </a:t>
            </a:r>
            <a:r>
              <a:rPr lang="zh-CN" altLang="zh-CN" sz="6700" b="1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6700" b="1" dirty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zh-CN" altLang="zh-CN" sz="6700" b="1" dirty="0">
                <a:latin typeface="Times New Roman" pitchFamily="18" charset="0"/>
                <a:cs typeface="Times New Roman" pitchFamily="18" charset="0"/>
              </a:rPr>
              <a:t>的数目不一样时</a:t>
            </a:r>
          </a:p>
          <a:p>
            <a:pPr marL="457200" lvl="1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altLang="zh-CN" sz="67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zh-CN" altLang="zh-CN" sz="6700" b="1" dirty="0">
                <a:latin typeface="Times New Roman" pitchFamily="18" charset="0"/>
                <a:cs typeface="Times New Roman" pitchFamily="18" charset="0"/>
              </a:rPr>
              <a:t>可以加花括弧来确定配对关系</a:t>
            </a:r>
            <a:endParaRPr lang="zh-CN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75" y="318181"/>
            <a:ext cx="8858250" cy="762000"/>
          </a:xfrm>
          <a:effectLst/>
        </p:spPr>
        <p:txBody>
          <a:bodyPr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4.4.4  if-ese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配对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90D4365-A99E-4B8A-A16D-B3A9C6FF1D4A}"/>
              </a:ext>
            </a:extLst>
          </p:cNvPr>
          <p:cNvSpPr txBox="1">
            <a:spLocks noChangeArrowheads="1"/>
          </p:cNvSpPr>
          <p:nvPr/>
        </p:nvSpPr>
        <p:spPr>
          <a:xfrm>
            <a:off x="785525" y="22034"/>
            <a:ext cx="2200047" cy="625957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6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1270000" y="715962"/>
            <a:ext cx="10147300" cy="521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【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使用注意事项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】else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子句总是与它前面最近的、尚未配对的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子句进行匹配；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】if(a= =b)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if(b= =c)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printf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(“a=b=c\n”);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else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printf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(“b!=c\n”);</a:t>
            </a:r>
            <a:endParaRPr lang="zh-CN" altLang="zh-CN" b="1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409950" y="2868910"/>
            <a:ext cx="477838" cy="9233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>
            <a:lvl1pPr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50000"/>
              </a:lnSpc>
              <a:defRPr/>
            </a:pPr>
            <a:r>
              <a:rPr kumimoji="0" lang="en-US" altLang="zh-CN" dirty="0">
                <a:solidFill>
                  <a:srgbClr val="D9251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{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3697288" y="5561310"/>
            <a:ext cx="477837" cy="9233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0" sz="3600" b="1">
                <a:solidFill>
                  <a:srgbClr val="D9251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}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90D4365-A99E-4B8A-A16D-B3A9C6FF1D4A}"/>
              </a:ext>
            </a:extLst>
          </p:cNvPr>
          <p:cNvSpPr txBox="1">
            <a:spLocks noChangeArrowheads="1"/>
          </p:cNvSpPr>
          <p:nvPr/>
        </p:nvSpPr>
        <p:spPr>
          <a:xfrm>
            <a:off x="785525" y="22034"/>
            <a:ext cx="2200047" cy="625957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错误分析</a:t>
            </a:r>
          </a:p>
        </p:txBody>
      </p:sp>
    </p:spTree>
    <p:extLst>
      <p:ext uri="{BB962C8B-B14F-4D97-AF65-F5344CB8AC3E}">
        <p14:creationId xmlns:p14="http://schemas.microsoft.com/office/powerpoint/2010/main" val="923655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7.40741E-7 L 0.34895 -0.29444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48" y="-1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4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1859" y="572878"/>
            <a:ext cx="9658395" cy="142585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        问题描述：</a:t>
            </a:r>
            <a:r>
              <a:rPr lang="zh-CN" altLang="zh-CN" dirty="0"/>
              <a:t>假如来到宝藏湾景点，针对不同年龄的游客，发出不同的问候语</a:t>
            </a:r>
            <a:endParaRPr lang="zh-CN" altLang="en-US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808684"/>
              </p:ext>
            </p:extLst>
          </p:nvPr>
        </p:nvGraphicFramePr>
        <p:xfrm>
          <a:off x="1392317" y="1983035"/>
          <a:ext cx="9338109" cy="38026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07147">
                  <a:extLst>
                    <a:ext uri="{9D8B030D-6E8A-4147-A177-3AD203B41FA5}">
                      <a16:colId xmlns:a16="http://schemas.microsoft.com/office/drawing/2014/main" val="2303206497"/>
                    </a:ext>
                  </a:extLst>
                </a:gridCol>
                <a:gridCol w="6430962">
                  <a:extLst>
                    <a:ext uri="{9D8B030D-6E8A-4147-A177-3AD203B41FA5}">
                      <a16:colId xmlns:a16="http://schemas.microsoft.com/office/drawing/2014/main" val="1351676887"/>
                    </a:ext>
                  </a:extLst>
                </a:gridCol>
              </a:tblGrid>
              <a:tr h="543236">
                <a:tc>
                  <a:txBody>
                    <a:bodyPr/>
                    <a:lstStyle/>
                    <a:p>
                      <a:pPr marL="0" indent="26670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lt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游客类型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问候语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51190083"/>
                  </a:ext>
                </a:extLst>
              </a:tr>
              <a:tr h="1086472">
                <a:tc>
                  <a:txBody>
                    <a:bodyPr/>
                    <a:lstStyle/>
                    <a:p>
                      <a:pPr indent="-2540"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老年人</a:t>
                      </a:r>
                      <a:endParaRPr lang="en-US" altLang="zh-CN" sz="2400" kern="1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indent="-2540"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（</a:t>
                      </a:r>
                      <a:r>
                        <a:rPr lang="en-US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65</a:t>
                      </a: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周岁及以上）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Hi</a:t>
                      </a: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！老伙计！欢迎加入海盗队伍，去找寻返老还童的灵丹妙药吧！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3942192"/>
                  </a:ext>
                </a:extLst>
              </a:tr>
              <a:tr h="1086472">
                <a:tc>
                  <a:txBody>
                    <a:bodyPr/>
                    <a:lstStyle/>
                    <a:p>
                      <a:pPr indent="-2540"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标准</a:t>
                      </a:r>
                      <a:endParaRPr lang="en-US" altLang="zh-CN" sz="2400" kern="1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indent="-2540"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（</a:t>
                      </a:r>
                      <a:r>
                        <a:rPr lang="en-US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16~65</a:t>
                      </a: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周岁）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Hi</a:t>
                      </a: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！年轻人！向海洋进发，来一场寻宝之旅吧！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47230247"/>
                  </a:ext>
                </a:extLst>
              </a:tr>
              <a:tr h="1086472">
                <a:tc>
                  <a:txBody>
                    <a:bodyPr/>
                    <a:lstStyle/>
                    <a:p>
                      <a:pPr indent="-2540"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儿童</a:t>
                      </a:r>
                      <a:endParaRPr lang="en-US" altLang="zh-CN" sz="2400" kern="1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indent="-2540"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（</a:t>
                      </a:r>
                      <a:r>
                        <a:rPr lang="en-US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周岁及以下）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Hi</a:t>
                      </a:r>
                      <a:r>
                        <a:rPr lang="zh-CN" sz="2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！小水手！戴好眼罩，与杰克船长同行，扬帆宝藏湾！</a:t>
                      </a:r>
                      <a:endParaRPr lang="zh-CN" sz="2400" kern="100" dirty="0">
                        <a:effectLst/>
                        <a:latin typeface="Times New Roman" pitchFamily="18" charset="0"/>
                        <a:ea typeface="宋体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21885080"/>
                  </a:ext>
                </a:extLst>
              </a:tr>
            </a:tbl>
          </a:graphicData>
        </a:graphic>
      </p:graphicFrame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082982" y="33051"/>
            <a:ext cx="1759371" cy="762000"/>
          </a:xfrm>
          <a:effectLst/>
        </p:spPr>
        <p:txBody>
          <a:bodyPr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案例一</a:t>
            </a:r>
          </a:p>
        </p:txBody>
      </p:sp>
    </p:spTree>
    <p:extLst>
      <p:ext uri="{BB962C8B-B14F-4D97-AF65-F5344CB8AC3E}">
        <p14:creationId xmlns:p14="http://schemas.microsoft.com/office/powerpoint/2010/main" val="286061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78360" y="851053"/>
            <a:ext cx="8435280" cy="5263308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u"/>
            </a:pPr>
            <a:r>
              <a:rPr lang="zh-CN" altLang="en-US" sz="3200" b="1" dirty="0"/>
              <a:t> 宝藏湾问候语</a:t>
            </a:r>
            <a:r>
              <a:rPr lang="en-US" altLang="zh-CN" sz="3200" b="1" dirty="0"/>
              <a:t>——</a:t>
            </a:r>
            <a:r>
              <a:rPr lang="zh-CN" altLang="zh-CN" sz="3200" b="1" dirty="0"/>
              <a:t>算法</a:t>
            </a:r>
            <a:r>
              <a:rPr lang="zh-CN" altLang="en-US" sz="3200" b="1" dirty="0"/>
              <a:t>一</a:t>
            </a:r>
            <a:endParaRPr lang="en-US" altLang="zh-CN" sz="3200" b="1" dirty="0"/>
          </a:p>
          <a:p>
            <a:pPr marL="457200"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3200" b="1" dirty="0"/>
              <a:t> </a:t>
            </a:r>
            <a:r>
              <a:rPr lang="zh-CN" altLang="zh-CN" sz="2800" b="1" dirty="0"/>
              <a:t>输入年龄</a:t>
            </a:r>
            <a:r>
              <a:rPr lang="zh-CN" altLang="en-US" sz="2800" b="1" dirty="0"/>
              <a:t>：</a:t>
            </a:r>
            <a:endParaRPr lang="zh-CN" altLang="zh-CN" sz="2800" b="1" dirty="0"/>
          </a:p>
          <a:p>
            <a:pPr marL="400050"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2800" b="1" dirty="0"/>
              <a:t> </a:t>
            </a:r>
            <a:r>
              <a:rPr lang="zh-CN" altLang="zh-CN" sz="2800" b="1" dirty="0"/>
              <a:t>如果年龄</a:t>
            </a:r>
            <a:r>
              <a:rPr lang="en-US" altLang="zh-CN" sz="2800" b="1" dirty="0"/>
              <a:t>&gt;=65</a:t>
            </a:r>
            <a:br>
              <a:rPr lang="en-US" altLang="zh-CN" sz="2800" b="1" dirty="0"/>
            </a:br>
            <a:r>
              <a:rPr lang="en-US" altLang="zh-CN" sz="2800" b="1" dirty="0"/>
              <a:t>         </a:t>
            </a:r>
            <a:r>
              <a:rPr lang="zh-CN" altLang="zh-CN" sz="2800" b="1" dirty="0"/>
              <a:t>输出“</a:t>
            </a:r>
            <a:r>
              <a:rPr lang="en-US" altLang="zh-CN" sz="2800" b="1" dirty="0"/>
              <a:t>Hi</a:t>
            </a:r>
            <a:r>
              <a:rPr lang="zh-CN" altLang="zh-CN" sz="2800" b="1" dirty="0"/>
              <a:t>！老伙计！…”</a:t>
            </a:r>
          </a:p>
          <a:p>
            <a:pPr marL="400050"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2800" b="1" dirty="0"/>
              <a:t> </a:t>
            </a:r>
            <a:r>
              <a:rPr lang="zh-CN" altLang="zh-CN" sz="2800" b="1" dirty="0"/>
              <a:t>否则</a:t>
            </a:r>
          </a:p>
          <a:p>
            <a:pPr marL="400050"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2800" b="1" dirty="0"/>
              <a:t>         </a:t>
            </a:r>
            <a:r>
              <a:rPr lang="zh-CN" altLang="zh-CN" sz="2800" b="1" dirty="0"/>
              <a:t>如果年龄</a:t>
            </a:r>
            <a:r>
              <a:rPr lang="en-US" altLang="zh-CN" sz="2800" b="1" dirty="0"/>
              <a:t>&gt;16</a:t>
            </a:r>
          </a:p>
          <a:p>
            <a:pPr marL="400050"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2800" b="1" dirty="0"/>
              <a:t>                  </a:t>
            </a:r>
            <a:r>
              <a:rPr lang="zh-CN" altLang="zh-CN" sz="2800" b="1" dirty="0"/>
              <a:t>输出“</a:t>
            </a:r>
            <a:r>
              <a:rPr lang="en-US" altLang="zh-CN" sz="2800" b="1" dirty="0"/>
              <a:t>Hi</a:t>
            </a:r>
            <a:r>
              <a:rPr lang="zh-CN" altLang="zh-CN" sz="2800" b="1" dirty="0"/>
              <a:t>！年轻人！…”</a:t>
            </a:r>
          </a:p>
          <a:p>
            <a:pPr marL="400050"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2800" b="1" dirty="0"/>
              <a:t>         </a:t>
            </a:r>
            <a:r>
              <a:rPr lang="zh-CN" altLang="zh-CN" sz="2800" b="1" dirty="0"/>
              <a:t>否则（即年龄</a:t>
            </a:r>
            <a:r>
              <a:rPr lang="en-US" altLang="zh-CN" sz="2800" b="1" dirty="0"/>
              <a:t>&lt;=16</a:t>
            </a:r>
            <a:r>
              <a:rPr lang="zh-CN" altLang="zh-CN" sz="2800" b="1" dirty="0"/>
              <a:t>），</a:t>
            </a:r>
            <a:endParaRPr lang="en-US" altLang="zh-CN" sz="2800" b="1" dirty="0"/>
          </a:p>
          <a:p>
            <a:pPr marL="400050"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2800" b="1" dirty="0"/>
              <a:t>                  </a:t>
            </a:r>
            <a:r>
              <a:rPr lang="zh-CN" altLang="zh-CN" sz="2800" b="1" dirty="0"/>
              <a:t>输出“</a:t>
            </a:r>
            <a:r>
              <a:rPr lang="en-US" altLang="zh-CN" sz="2800" b="1" dirty="0"/>
              <a:t>Hi</a:t>
            </a:r>
            <a:r>
              <a:rPr lang="zh-CN" altLang="zh-CN" sz="2800" b="1" dirty="0"/>
              <a:t>！小水手！…”</a:t>
            </a:r>
          </a:p>
          <a:p>
            <a:endParaRPr lang="zh-CN" altLang="en-US" sz="3200" b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870159" y="33047"/>
            <a:ext cx="2200047" cy="646457"/>
          </a:xfrm>
          <a:effectLst/>
        </p:spPr>
        <p:txBody>
          <a:bodyPr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案例一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35380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828675" y="32654"/>
            <a:ext cx="2284639" cy="612095"/>
          </a:xfrm>
          <a:effectLst/>
        </p:spPr>
        <p:txBody>
          <a:bodyPr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if-ese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配对</a:t>
            </a: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31" y="1034141"/>
            <a:ext cx="10692954" cy="471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385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32344" y="770859"/>
            <a:ext cx="8291264" cy="5183372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3200" b="1" dirty="0"/>
              <a:t>宝藏湾问候语算法二</a:t>
            </a:r>
            <a:endParaRPr lang="zh-CN" altLang="en-US" sz="3200" b="1" dirty="0">
              <a:solidFill>
                <a:srgbClr val="FF0000"/>
              </a:solidFill>
            </a:endParaRPr>
          </a:p>
          <a:p>
            <a:pPr marL="400050" lvl="1" indent="0">
              <a:lnSpc>
                <a:spcPct val="150000"/>
              </a:lnSpc>
              <a:buNone/>
            </a:pPr>
            <a:r>
              <a:rPr lang="zh-CN" altLang="zh-CN" sz="3200" b="1" dirty="0"/>
              <a:t>输入年龄</a:t>
            </a:r>
          </a:p>
          <a:p>
            <a:pPr marL="400050" lvl="1" indent="0">
              <a:buNone/>
            </a:pPr>
            <a:r>
              <a:rPr lang="zh-CN" altLang="zh-CN" sz="3200" b="1" dirty="0"/>
              <a:t>如果年龄</a:t>
            </a:r>
            <a:r>
              <a:rPr lang="en-US" altLang="zh-CN" sz="3200" b="1" dirty="0"/>
              <a:t>&lt;65</a:t>
            </a:r>
            <a:endParaRPr lang="zh-CN" altLang="zh-CN" sz="3200" b="1" dirty="0"/>
          </a:p>
          <a:p>
            <a:pPr marL="400050" lvl="1" indent="0">
              <a:buNone/>
            </a:pPr>
            <a:r>
              <a:rPr lang="en-US" altLang="zh-CN" sz="3200" b="1" dirty="0"/>
              <a:t>         </a:t>
            </a:r>
            <a:r>
              <a:rPr lang="zh-CN" altLang="zh-CN" sz="3200" b="1" dirty="0"/>
              <a:t>如果年龄</a:t>
            </a:r>
            <a:r>
              <a:rPr lang="en-US" altLang="zh-CN" sz="3200" b="1" dirty="0"/>
              <a:t>&gt;16</a:t>
            </a:r>
          </a:p>
          <a:p>
            <a:pPr marL="400050" lvl="1" indent="0">
              <a:buNone/>
            </a:pPr>
            <a:r>
              <a:rPr lang="en-US" altLang="zh-CN" sz="3200" b="1" dirty="0"/>
              <a:t>                  </a:t>
            </a:r>
            <a:r>
              <a:rPr lang="zh-CN" altLang="zh-CN" sz="3200" b="1" dirty="0"/>
              <a:t>输出</a:t>
            </a:r>
            <a:r>
              <a:rPr lang="en-US" altLang="zh-CN" sz="3200" b="1" dirty="0"/>
              <a:t>“Hi</a:t>
            </a:r>
            <a:r>
              <a:rPr lang="zh-CN" altLang="zh-CN" sz="3200" b="1" dirty="0"/>
              <a:t>！年轻人！</a:t>
            </a:r>
            <a:r>
              <a:rPr lang="en-US" altLang="zh-CN" sz="3200" b="1" dirty="0"/>
              <a:t>…”</a:t>
            </a:r>
            <a:endParaRPr lang="zh-CN" altLang="zh-CN" sz="3200" b="1" dirty="0"/>
          </a:p>
          <a:p>
            <a:pPr marL="400050" lvl="1" indent="0">
              <a:buNone/>
            </a:pPr>
            <a:r>
              <a:rPr lang="en-US" altLang="zh-CN" sz="3200" b="1" dirty="0"/>
              <a:t>         </a:t>
            </a:r>
            <a:r>
              <a:rPr lang="zh-CN" altLang="zh-CN" sz="3200" b="1" dirty="0"/>
              <a:t>否则</a:t>
            </a:r>
          </a:p>
          <a:p>
            <a:pPr marL="400050" lvl="1" indent="0">
              <a:buNone/>
            </a:pPr>
            <a:r>
              <a:rPr lang="en-US" altLang="zh-CN" sz="3200" b="1" dirty="0"/>
              <a:t>                  </a:t>
            </a:r>
            <a:r>
              <a:rPr lang="zh-CN" altLang="zh-CN" sz="3200" b="1" dirty="0"/>
              <a:t>输出</a:t>
            </a:r>
            <a:r>
              <a:rPr lang="en-US" altLang="zh-CN" sz="3200" b="1" dirty="0"/>
              <a:t>“Hi</a:t>
            </a:r>
            <a:r>
              <a:rPr lang="zh-CN" altLang="zh-CN" sz="3200" b="1" dirty="0"/>
              <a:t>！小水手！…”</a:t>
            </a:r>
          </a:p>
          <a:p>
            <a:pPr marL="400050" lvl="1" indent="0">
              <a:buNone/>
            </a:pPr>
            <a:r>
              <a:rPr lang="zh-CN" altLang="zh-CN" sz="3200" b="1" dirty="0"/>
              <a:t>否则（即年龄</a:t>
            </a:r>
            <a:r>
              <a:rPr lang="en-US" altLang="zh-CN" sz="3200" b="1" dirty="0"/>
              <a:t>&gt;=65</a:t>
            </a:r>
            <a:r>
              <a:rPr lang="zh-CN" altLang="zh-CN" sz="3200" b="1" dirty="0"/>
              <a:t>），</a:t>
            </a:r>
            <a:endParaRPr lang="en-US" altLang="zh-CN" sz="3200" b="1" dirty="0"/>
          </a:p>
          <a:p>
            <a:pPr marL="400050" lvl="1" indent="0">
              <a:buNone/>
            </a:pPr>
            <a:r>
              <a:rPr lang="en-US" altLang="zh-CN" sz="3200" b="1" dirty="0"/>
              <a:t>         </a:t>
            </a:r>
            <a:r>
              <a:rPr lang="zh-CN" altLang="zh-CN" sz="3200" b="1" dirty="0"/>
              <a:t>输出“</a:t>
            </a:r>
            <a:r>
              <a:rPr lang="en-US" altLang="zh-CN" sz="3200" b="1" dirty="0"/>
              <a:t>Hi</a:t>
            </a:r>
            <a:r>
              <a:rPr lang="zh-CN" altLang="zh-CN" sz="3200" b="1" dirty="0"/>
              <a:t>！老伙计！</a:t>
            </a:r>
            <a:r>
              <a:rPr lang="en-US" altLang="zh-CN" sz="3200" b="1" dirty="0"/>
              <a:t>…”</a:t>
            </a:r>
            <a:endParaRPr lang="zh-CN" altLang="zh-CN" sz="3200" b="1" dirty="0"/>
          </a:p>
          <a:p>
            <a:endParaRPr lang="zh-CN" altLang="en-US" sz="3200" b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28675" y="32654"/>
            <a:ext cx="2284639" cy="612095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if-ese</a:t>
            </a:r>
            <a:r>
              <a:rPr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配对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616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1" y="1153885"/>
            <a:ext cx="9786256" cy="4419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28675" y="32654"/>
            <a:ext cx="2284639" cy="612095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if-ese</a:t>
            </a:r>
            <a:r>
              <a:rPr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配对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2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7324" y="1110444"/>
            <a:ext cx="8110736" cy="449309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代码分析</a:t>
            </a:r>
            <a:endParaRPr lang="en-US" altLang="zh-CN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400050" lvl="1" indent="0">
              <a:lnSpc>
                <a:spcPct val="120000"/>
              </a:lnSpc>
              <a:buNone/>
            </a:pP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if(age&lt;65)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    if(age&gt;16)</a:t>
            </a:r>
            <a:endParaRPr lang="zh-CN" altLang="zh-CN" sz="3200" dirty="0">
              <a:latin typeface="Times New Roman" pitchFamily="18" charset="0"/>
              <a:cs typeface="Times New Roman" pitchFamily="18" charset="0"/>
            </a:endParaRPr>
          </a:p>
          <a:p>
            <a:pPr marL="400050" lvl="1" indent="0">
              <a:lnSpc>
                <a:spcPct val="120000"/>
              </a:lnSpc>
              <a:buNone/>
            </a:pP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sz="3200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("Hi</a:t>
            </a:r>
            <a:r>
              <a:rPr lang="zh-CN" altLang="zh-CN" sz="3200" dirty="0">
                <a:latin typeface="Times New Roman" pitchFamily="18" charset="0"/>
                <a:cs typeface="Times New Roman" pitchFamily="18" charset="0"/>
              </a:rPr>
              <a:t>！年轻人！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zh-CN" altLang="zh-CN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\n");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else</a:t>
            </a:r>
            <a:endParaRPr lang="zh-CN" altLang="zh-CN" sz="3200" dirty="0">
              <a:latin typeface="Times New Roman" pitchFamily="18" charset="0"/>
              <a:cs typeface="Times New Roman" pitchFamily="18" charset="0"/>
            </a:endParaRPr>
          </a:p>
          <a:p>
            <a:pPr marL="400050" lvl="1" indent="0">
              <a:lnSpc>
                <a:spcPct val="120000"/>
              </a:lnSpc>
              <a:buNone/>
            </a:pP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sz="3200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("Hi</a:t>
            </a:r>
            <a:r>
              <a:rPr lang="zh-CN" altLang="zh-CN" sz="3200" dirty="0">
                <a:latin typeface="Times New Roman" pitchFamily="18" charset="0"/>
                <a:cs typeface="Times New Roman" pitchFamily="18" charset="0"/>
              </a:rPr>
              <a:t>！老伙计！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…\n");</a:t>
            </a:r>
            <a:endParaRPr lang="zh-CN" altLang="zh-CN" sz="3200" dirty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爆炸形 1 1"/>
          <p:cNvSpPr/>
          <p:nvPr/>
        </p:nvSpPr>
        <p:spPr>
          <a:xfrm>
            <a:off x="8432800" y="1384300"/>
            <a:ext cx="2717800" cy="2006600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错在哪里？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28675" y="32654"/>
            <a:ext cx="2284639" cy="612095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if-ese</a:t>
            </a:r>
            <a:r>
              <a:rPr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配对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88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>
            <a:spLocks/>
          </p:cNvSpPr>
          <p:nvPr/>
        </p:nvSpPr>
        <p:spPr>
          <a:xfrm>
            <a:off x="2176728" y="598847"/>
            <a:ext cx="7879712" cy="5845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u"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更正代码</a:t>
            </a:r>
            <a:endParaRPr lang="en-US" altLang="zh-CN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40005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if(age&lt;65)</a:t>
            </a:r>
            <a:endParaRPr lang="zh-CN" altLang="zh-CN" sz="3200" dirty="0">
              <a:latin typeface="Times New Roman" pitchFamily="18" charset="0"/>
              <a:cs typeface="Times New Roman" pitchFamily="18" charset="0"/>
            </a:endParaRPr>
          </a:p>
          <a:p>
            <a:pPr marL="40005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   if(age&gt;16)</a:t>
            </a:r>
            <a:endParaRPr lang="zh-CN" altLang="zh-CN" sz="3200" dirty="0">
              <a:latin typeface="Times New Roman" pitchFamily="18" charset="0"/>
              <a:cs typeface="Times New Roman" pitchFamily="18" charset="0"/>
            </a:endParaRPr>
          </a:p>
          <a:p>
            <a:pPr marL="40005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altLang="zh-CN" sz="3200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("Hi</a:t>
            </a:r>
            <a:r>
              <a:rPr lang="zh-CN" altLang="zh-CN" sz="3200" dirty="0">
                <a:latin typeface="Times New Roman" pitchFamily="18" charset="0"/>
                <a:cs typeface="Times New Roman" pitchFamily="18" charset="0"/>
              </a:rPr>
              <a:t>！年轻人！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…\n");</a:t>
            </a:r>
            <a:endParaRPr lang="zh-CN" altLang="zh-CN" sz="3200" dirty="0">
              <a:latin typeface="Times New Roman" pitchFamily="18" charset="0"/>
              <a:cs typeface="Times New Roman" pitchFamily="18" charset="0"/>
            </a:endParaRPr>
          </a:p>
          <a:p>
            <a:pPr marL="40005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zh-CN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0005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else</a:t>
            </a:r>
            <a:endParaRPr lang="zh-CN" altLang="zh-CN" sz="3200" dirty="0">
              <a:latin typeface="Times New Roman" pitchFamily="18" charset="0"/>
              <a:cs typeface="Times New Roman" pitchFamily="18" charset="0"/>
            </a:endParaRPr>
          </a:p>
          <a:p>
            <a:pPr marL="400050" lvl="1" indent="0">
              <a:spcBef>
                <a:spcPts val="600"/>
              </a:spcBef>
              <a:buNone/>
            </a:pP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zh-CN" sz="3200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("Hi</a:t>
            </a:r>
            <a:r>
              <a:rPr lang="zh-CN" altLang="zh-CN" sz="3200" dirty="0">
                <a:latin typeface="Times New Roman" pitchFamily="18" charset="0"/>
                <a:cs typeface="Times New Roman" pitchFamily="18" charset="0"/>
              </a:rPr>
              <a:t>！老伙计！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…\n");</a:t>
            </a:r>
            <a:endParaRPr lang="zh-CN" altLang="zh-CN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28675" y="32654"/>
            <a:ext cx="2284639" cy="612095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if-ese</a:t>
            </a:r>
            <a:r>
              <a:rPr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配对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15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234D7AE-F0F9-4A44-A9A2-8830F20FF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672" y="1332249"/>
            <a:ext cx="10644335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latinLnBrk="1">
              <a:lnSpc>
                <a:spcPct val="200000"/>
              </a:lnSpc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改写程序，要求根据输入的三边长判断是否构成三角形，如果成立，完成三角形面积的计算，否则输出“三角形无法成型”的提示信息。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11F7DF-C350-492D-9588-F159AA42863E}"/>
              </a:ext>
            </a:extLst>
          </p:cNvPr>
          <p:cNvSpPr txBox="1">
            <a:spLocks noChangeArrowheads="1"/>
          </p:cNvSpPr>
          <p:nvPr/>
        </p:nvSpPr>
        <p:spPr>
          <a:xfrm>
            <a:off x="839561" y="32658"/>
            <a:ext cx="2200047" cy="633866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案例二</a:t>
            </a:r>
          </a:p>
        </p:txBody>
      </p:sp>
    </p:spTree>
    <p:extLst>
      <p:ext uri="{BB962C8B-B14F-4D97-AF65-F5344CB8AC3E}">
        <p14:creationId xmlns:p14="http://schemas.microsoft.com/office/powerpoint/2010/main" val="3300746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>
            <a:extLst>
              <a:ext uri="{FF2B5EF4-FFF2-40B4-BE49-F238E27FC236}">
                <a16:creationId xmlns:a16="http://schemas.microsoft.com/office/drawing/2014/main" id="{8078356D-0ACC-4714-8D00-013F64AA4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1336347"/>
            <a:ext cx="10779273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latinLnBrk="1">
              <a:lnSpc>
                <a:spcPct val="150000"/>
              </a:lnSpc>
              <a:defRPr/>
            </a:pP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问题分析：</a:t>
            </a:r>
            <a:r>
              <a:rPr lang="zh-CN" altLang="en-US" sz="36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构成</a:t>
            </a:r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三角形成形条件</a:t>
            </a:r>
            <a:r>
              <a:rPr lang="zh-CN" altLang="en-US" sz="36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是：任意两边之和大于第</a:t>
            </a:r>
            <a:r>
              <a:rPr lang="en-US" altLang="zh-CN" sz="36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3</a:t>
            </a:r>
            <a:r>
              <a:rPr lang="zh-CN" altLang="en-US" sz="36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边。即三角形三边分别用变量</a:t>
            </a:r>
            <a:r>
              <a:rPr lang="en-US" altLang="zh-CN" sz="36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a</a:t>
            </a:r>
            <a:r>
              <a:rPr lang="zh-CN" altLang="en-US" sz="36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，</a:t>
            </a:r>
            <a:r>
              <a:rPr lang="en-US" altLang="zh-CN" sz="36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b</a:t>
            </a:r>
            <a:r>
              <a:rPr lang="zh-CN" altLang="en-US" sz="36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，</a:t>
            </a:r>
            <a:r>
              <a:rPr lang="en-US" altLang="zh-CN" sz="36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c</a:t>
            </a:r>
            <a:r>
              <a:rPr lang="zh-CN" altLang="en-US" sz="36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表示，那么用表达式来表示三角形的成形条件应该为：</a:t>
            </a:r>
            <a:endParaRPr lang="en-US" altLang="zh-CN" sz="3600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algn="ctr" latinLnBrk="1">
              <a:lnSpc>
                <a:spcPct val="150000"/>
              </a:lnSpc>
              <a:defRPr/>
            </a:pPr>
            <a:r>
              <a:rPr lang="en-US" altLang="zh-CN" sz="3600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a+b</a:t>
            </a:r>
            <a:r>
              <a:rPr lang="en-US" altLang="zh-CN" sz="36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&gt;c          </a:t>
            </a:r>
            <a:r>
              <a:rPr lang="en-US" altLang="zh-CN" sz="3600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a+c</a:t>
            </a:r>
            <a:r>
              <a:rPr lang="en-US" altLang="zh-CN" sz="36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&gt;b          </a:t>
            </a:r>
            <a:r>
              <a:rPr lang="en-US" altLang="zh-CN" sz="3600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b+c</a:t>
            </a:r>
            <a:r>
              <a:rPr lang="en-US" altLang="zh-CN" sz="3600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&gt;a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56BB0D-8E95-4C8D-8EC0-3CBB9A3D7D19}"/>
              </a:ext>
            </a:extLst>
          </p:cNvPr>
          <p:cNvSpPr txBox="1">
            <a:spLocks noChangeArrowheads="1"/>
          </p:cNvSpPr>
          <p:nvPr/>
        </p:nvSpPr>
        <p:spPr>
          <a:xfrm>
            <a:off x="839561" y="32658"/>
            <a:ext cx="2200047" cy="633866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案例二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C0D936-40D2-4AA8-80B2-E1AE79FABF70}"/>
              </a:ext>
            </a:extLst>
          </p:cNvPr>
          <p:cNvSpPr txBox="1"/>
          <p:nvPr/>
        </p:nvSpPr>
        <p:spPr>
          <a:xfrm>
            <a:off x="4348716" y="3987208"/>
            <a:ext cx="1180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&amp;&amp;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9E1F05-2F30-4396-88CF-DB82EFFBFBD5}"/>
              </a:ext>
            </a:extLst>
          </p:cNvPr>
          <p:cNvSpPr txBox="1"/>
          <p:nvPr/>
        </p:nvSpPr>
        <p:spPr>
          <a:xfrm>
            <a:off x="6606372" y="3980115"/>
            <a:ext cx="1180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&amp;&amp;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666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DE28674-0731-4FAB-B0DA-F2BF50E8B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380" y="113821"/>
            <a:ext cx="8713788" cy="6494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#include&lt;</a:t>
            </a:r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stdio.h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&gt; </a:t>
            </a:r>
          </a:p>
          <a:p>
            <a:pPr algn="l"/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#include&lt;</a:t>
            </a:r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math.h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&gt;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　</a:t>
            </a:r>
            <a:endParaRPr lang="en-US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algn="l"/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void main(  )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｛</a:t>
            </a:r>
            <a:endParaRPr lang="en-US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algn="l"/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  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float    </a:t>
            </a:r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a,b,c,s,area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；</a:t>
            </a:r>
          </a:p>
          <a:p>
            <a:pPr algn="l"/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   </a:t>
            </a:r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scanf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("%f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，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%f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，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%f"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，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&amp;a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，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&amp;b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，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&amp;c)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；</a:t>
            </a:r>
            <a:endParaRPr lang="en-US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algn="l"/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</a:t>
            </a:r>
            <a:endParaRPr lang="en-US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algn="l"/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  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</a:t>
            </a:r>
            <a:endParaRPr lang="en-US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algn="l"/>
            <a:endParaRPr lang="en-US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algn="l"/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 </a:t>
            </a:r>
            <a:endParaRPr lang="en-US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algn="l"/>
            <a:endParaRPr lang="en-US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algn="l"/>
            <a:endParaRPr lang="en-US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algn="l"/>
            <a:endParaRPr lang="en-US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algn="l"/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    ｝      　   　</a:t>
            </a:r>
            <a:endParaRPr lang="zh-CN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EA5CF0-6D25-44E9-8913-09F7B02225A5}"/>
              </a:ext>
            </a:extLst>
          </p:cNvPr>
          <p:cNvSpPr/>
          <p:nvPr/>
        </p:nvSpPr>
        <p:spPr>
          <a:xfrm>
            <a:off x="2101921" y="2495071"/>
            <a:ext cx="6102350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(                                             )</a:t>
            </a:r>
            <a:endParaRPr lang="zh-CN" altLang="en-US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075B31-A025-4614-9612-B7514DE7E3CD}"/>
              </a:ext>
            </a:extLst>
          </p:cNvPr>
          <p:cNvSpPr/>
          <p:nvPr/>
        </p:nvSpPr>
        <p:spPr>
          <a:xfrm>
            <a:off x="1739971" y="4952521"/>
            <a:ext cx="8208962" cy="1076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else</a:t>
            </a:r>
          </a:p>
          <a:p>
            <a:pPr algn="l">
              <a:defRPr/>
            </a:pP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     </a:t>
            </a:r>
            <a:r>
              <a:rPr lang="en-US" altLang="zh-CN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printf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("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不符合三角形成型条件！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");</a:t>
            </a:r>
            <a:endParaRPr lang="zh-CN" altLang="en-US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32703D-5552-4C93-8D59-BF8962C24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8558" y="3033233"/>
            <a:ext cx="8280400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s= (</a:t>
            </a:r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a+b+c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) /2 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；</a:t>
            </a:r>
          </a:p>
          <a:p>
            <a:pPr algn="l"/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area=</a:t>
            </a:r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sqrt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(s*(s-a)*(s-b)*(s-c))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；</a:t>
            </a:r>
            <a:endParaRPr lang="en-US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  <a:p>
            <a:pPr algn="l"/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(“a=%7.2f,b=%7.2f,c =%7.2f\n”,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 </a:t>
            </a:r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a,b,c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)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；</a:t>
            </a:r>
          </a:p>
          <a:p>
            <a:pPr algn="l"/>
            <a:r>
              <a:rPr lang="en-US" altLang="zh-CN" sz="3200" b="1" dirty="0" err="1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printf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(“area=%7.2f\n”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，</a:t>
            </a:r>
            <a:r>
              <a:rPr lang="en-US" altLang="zh-CN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area)</a:t>
            </a:r>
            <a:r>
              <a:rPr lang="zh-CN" altLang="en-US" sz="3200" b="1" dirty="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；</a:t>
            </a:r>
            <a:endParaRPr lang="en-US" altLang="zh-CN" sz="3200" b="1" dirty="0">
              <a:latin typeface="Times New Roman" pitchFamily="18" charset="0"/>
              <a:ea typeface="方正姚体" pitchFamily="2" charset="-122"/>
              <a:cs typeface="Times New Roman" pitchFamily="18" charset="0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FA7F494-6B67-492A-AB10-AF4324546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171" y="2896708"/>
            <a:ext cx="2889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en-US" altLang="zh-CN" sz="48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{</a:t>
            </a:r>
            <a:endParaRPr lang="zh-CN" altLang="en-US" sz="4800">
              <a:solidFill>
                <a:srgbClr val="FF0000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ABAA170-6DB7-4155-AFC1-110853C99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3546" y="4376258"/>
            <a:ext cx="2889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en-US" altLang="zh-CN" sz="48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endParaRPr lang="zh-CN" altLang="en-US" sz="4800">
              <a:solidFill>
                <a:srgbClr val="FF0000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4B425C-1FB5-4168-B50A-AB81314EB53B}"/>
              </a:ext>
            </a:extLst>
          </p:cNvPr>
          <p:cNvSpPr/>
          <p:nvPr/>
        </p:nvSpPr>
        <p:spPr>
          <a:xfrm>
            <a:off x="2449293" y="2503008"/>
            <a:ext cx="5165725" cy="5857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&gt;c&amp;&amp;</a:t>
            </a:r>
            <a:r>
              <a:rPr lang="en-US" altLang="zh-CN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a+c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&gt;b&amp;&amp;</a:t>
            </a:r>
            <a:r>
              <a:rPr lang="en-US" altLang="zh-CN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b+c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&gt;a</a:t>
            </a:r>
            <a:endParaRPr lang="zh-CN" alt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F1711F-F658-4360-8438-50F9F67D2556}"/>
              </a:ext>
            </a:extLst>
          </p:cNvPr>
          <p:cNvSpPr/>
          <p:nvPr/>
        </p:nvSpPr>
        <p:spPr>
          <a:xfrm>
            <a:off x="1795533" y="2504596"/>
            <a:ext cx="434975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if</a:t>
            </a:r>
            <a:endParaRPr lang="zh-CN" alt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圆角矩形标注 10">
            <a:extLst>
              <a:ext uri="{FF2B5EF4-FFF2-40B4-BE49-F238E27FC236}">
                <a16:creationId xmlns:a16="http://schemas.microsoft.com/office/drawing/2014/main" id="{CE99D2A4-6B6A-40CE-88BA-A5207F6A5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1783" y="2847496"/>
            <a:ext cx="1492250" cy="579437"/>
          </a:xfrm>
          <a:prstGeom prst="wedgeRoundRectCallout">
            <a:avLst>
              <a:gd name="adj1" fmla="val -145926"/>
              <a:gd name="adj2" fmla="val -5016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50800" algn="ctr">
            <a:solidFill>
              <a:srgbClr val="FF000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易错点</a:t>
            </a:r>
          </a:p>
        </p:txBody>
      </p:sp>
      <p:sp>
        <p:nvSpPr>
          <p:cNvPr id="11" name="圆角矩形标注 11">
            <a:extLst>
              <a:ext uri="{FF2B5EF4-FFF2-40B4-BE49-F238E27FC236}">
                <a16:creationId xmlns:a16="http://schemas.microsoft.com/office/drawing/2014/main" id="{3E86D4C0-D2C0-412D-8B75-559D6DE2D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3333" y="4523416"/>
            <a:ext cx="1492250" cy="579438"/>
          </a:xfrm>
          <a:prstGeom prst="wedgeRoundRectCallout">
            <a:avLst>
              <a:gd name="adj1" fmla="val -220359"/>
              <a:gd name="adj2" fmla="val -149262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50800" algn="ctr">
            <a:solidFill>
              <a:srgbClr val="FF000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>
                <a:latin typeface="Times New Roman" pitchFamily="18" charset="0"/>
                <a:ea typeface="方正姚体" pitchFamily="2" charset="-122"/>
                <a:cs typeface="Times New Roman" pitchFamily="18" charset="0"/>
              </a:rPr>
              <a:t>易错点</a:t>
            </a:r>
          </a:p>
        </p:txBody>
      </p:sp>
      <p:pic>
        <p:nvPicPr>
          <p:cNvPr id="12" name="Picture 3" descr="p60">
            <a:extLst>
              <a:ext uri="{FF2B5EF4-FFF2-40B4-BE49-F238E27FC236}">
                <a16:creationId xmlns:a16="http://schemas.microsoft.com/office/drawing/2014/main" id="{23F94323-3716-4705-8825-CCD6E14B8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1958" y="486883"/>
            <a:ext cx="6665842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345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2 0.00695 L 0.06472 -2.59259E-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90" y="-347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03 0.00787 L 0.06511 0.0055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47" y="-116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0.00486 L 0.06302 0.00741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5" grpId="1"/>
      <p:bldP spid="6" grpId="0"/>
      <p:bldP spid="6" grpId="1"/>
      <p:bldP spid="7" grpId="0"/>
      <p:bldP spid="7" grpId="1"/>
      <p:bldP spid="8" grpId="0"/>
      <p:bldP spid="9" grpId="0"/>
      <p:bldP spid="10" grpId="0" animBg="1"/>
      <p:bldP spid="1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0" y="1415139"/>
            <a:ext cx="2861186" cy="4027722"/>
          </a:xfrm>
          <a:custGeom>
            <a:avLst/>
            <a:gdLst>
              <a:gd name="connsiteX0" fmla="*/ 0 w 2861186"/>
              <a:gd name="connsiteY0" fmla="*/ 0 h 4027722"/>
              <a:gd name="connsiteX1" fmla="*/ 1680145 w 2861186"/>
              <a:gd name="connsiteY1" fmla="*/ 0 h 4027722"/>
              <a:gd name="connsiteX2" fmla="*/ 1680145 w 2861186"/>
              <a:gd name="connsiteY2" fmla="*/ 0 h 4027722"/>
              <a:gd name="connsiteX3" fmla="*/ 1680168 w 2861186"/>
              <a:gd name="connsiteY3" fmla="*/ 0 h 4027722"/>
              <a:gd name="connsiteX4" fmla="*/ 1748117 w 2861186"/>
              <a:gd name="connsiteY4" fmla="*/ 6850 h 4027722"/>
              <a:gd name="connsiteX5" fmla="*/ 1900839 w 2861186"/>
              <a:gd name="connsiteY5" fmla="*/ 82229 h 4027722"/>
              <a:gd name="connsiteX6" fmla="*/ 1937927 w 2861186"/>
              <a:gd name="connsiteY6" fmla="*/ 120214 h 4027722"/>
              <a:gd name="connsiteX7" fmla="*/ 1940368 w 2861186"/>
              <a:gd name="connsiteY7" fmla="*/ 122714 h 4027722"/>
              <a:gd name="connsiteX8" fmla="*/ 2812889 w 2861186"/>
              <a:gd name="connsiteY8" fmla="*/ 1842443 h 4027722"/>
              <a:gd name="connsiteX9" fmla="*/ 2837499 w 2861186"/>
              <a:gd name="connsiteY9" fmla="*/ 1891664 h 4027722"/>
              <a:gd name="connsiteX10" fmla="*/ 2854335 w 2861186"/>
              <a:gd name="connsiteY10" fmla="*/ 1945900 h 4027722"/>
              <a:gd name="connsiteX11" fmla="*/ 2861186 w 2861186"/>
              <a:gd name="connsiteY11" fmla="*/ 2013861 h 4027722"/>
              <a:gd name="connsiteX12" fmla="*/ 2854335 w 2861186"/>
              <a:gd name="connsiteY12" fmla="*/ 2081822 h 4027722"/>
              <a:gd name="connsiteX13" fmla="*/ 2837499 w 2861186"/>
              <a:gd name="connsiteY13" fmla="*/ 2136058 h 4027722"/>
              <a:gd name="connsiteX14" fmla="*/ 2812889 w 2861186"/>
              <a:gd name="connsiteY14" fmla="*/ 2185279 h 4027722"/>
              <a:gd name="connsiteX15" fmla="*/ 1972695 w 2861186"/>
              <a:gd name="connsiteY15" fmla="*/ 3858360 h 4027722"/>
              <a:gd name="connsiteX16" fmla="*/ 1748117 w 2861186"/>
              <a:gd name="connsiteY16" fmla="*/ 4020872 h 4027722"/>
              <a:gd name="connsiteX17" fmla="*/ 1680168 w 2861186"/>
              <a:gd name="connsiteY17" fmla="*/ 4027722 h 4027722"/>
              <a:gd name="connsiteX18" fmla="*/ 1680145 w 2861186"/>
              <a:gd name="connsiteY18" fmla="*/ 4027722 h 4027722"/>
              <a:gd name="connsiteX19" fmla="*/ 0 w 2861186"/>
              <a:gd name="connsiteY19" fmla="*/ 4027722 h 4027722"/>
              <a:gd name="connsiteX0" fmla="*/ 0 w 2861186"/>
              <a:gd name="connsiteY0" fmla="*/ 0 h 4027722"/>
              <a:gd name="connsiteX1" fmla="*/ 1680145 w 2861186"/>
              <a:gd name="connsiteY1" fmla="*/ 0 h 4027722"/>
              <a:gd name="connsiteX2" fmla="*/ 1680145 w 2861186"/>
              <a:gd name="connsiteY2" fmla="*/ 0 h 4027722"/>
              <a:gd name="connsiteX3" fmla="*/ 1680168 w 2861186"/>
              <a:gd name="connsiteY3" fmla="*/ 0 h 4027722"/>
              <a:gd name="connsiteX4" fmla="*/ 1748117 w 2861186"/>
              <a:gd name="connsiteY4" fmla="*/ 6850 h 4027722"/>
              <a:gd name="connsiteX5" fmla="*/ 1900839 w 2861186"/>
              <a:gd name="connsiteY5" fmla="*/ 82229 h 4027722"/>
              <a:gd name="connsiteX6" fmla="*/ 1937927 w 2861186"/>
              <a:gd name="connsiteY6" fmla="*/ 120214 h 4027722"/>
              <a:gd name="connsiteX7" fmla="*/ 1940368 w 2861186"/>
              <a:gd name="connsiteY7" fmla="*/ 122714 h 4027722"/>
              <a:gd name="connsiteX8" fmla="*/ 2812889 w 2861186"/>
              <a:gd name="connsiteY8" fmla="*/ 1842443 h 4027722"/>
              <a:gd name="connsiteX9" fmla="*/ 2837499 w 2861186"/>
              <a:gd name="connsiteY9" fmla="*/ 1891664 h 4027722"/>
              <a:gd name="connsiteX10" fmla="*/ 2854335 w 2861186"/>
              <a:gd name="connsiteY10" fmla="*/ 1945900 h 4027722"/>
              <a:gd name="connsiteX11" fmla="*/ 2861186 w 2861186"/>
              <a:gd name="connsiteY11" fmla="*/ 2013861 h 4027722"/>
              <a:gd name="connsiteX12" fmla="*/ 2854335 w 2861186"/>
              <a:gd name="connsiteY12" fmla="*/ 2081822 h 4027722"/>
              <a:gd name="connsiteX13" fmla="*/ 2837499 w 2861186"/>
              <a:gd name="connsiteY13" fmla="*/ 2136058 h 4027722"/>
              <a:gd name="connsiteX14" fmla="*/ 2812889 w 2861186"/>
              <a:gd name="connsiteY14" fmla="*/ 2185279 h 4027722"/>
              <a:gd name="connsiteX15" fmla="*/ 1972695 w 2861186"/>
              <a:gd name="connsiteY15" fmla="*/ 3858360 h 4027722"/>
              <a:gd name="connsiteX16" fmla="*/ 1748117 w 2861186"/>
              <a:gd name="connsiteY16" fmla="*/ 4020872 h 4027722"/>
              <a:gd name="connsiteX17" fmla="*/ 1680168 w 2861186"/>
              <a:gd name="connsiteY17" fmla="*/ 4027722 h 4027722"/>
              <a:gd name="connsiteX18" fmla="*/ 1680145 w 2861186"/>
              <a:gd name="connsiteY18" fmla="*/ 4027722 h 4027722"/>
              <a:gd name="connsiteX19" fmla="*/ 0 w 2861186"/>
              <a:gd name="connsiteY19" fmla="*/ 4027722 h 4027722"/>
              <a:gd name="connsiteX20" fmla="*/ 0 w 2861186"/>
              <a:gd name="connsiteY20" fmla="*/ 832761 h 4027722"/>
              <a:gd name="connsiteX21" fmla="*/ 0 w 2861186"/>
              <a:gd name="connsiteY21" fmla="*/ 0 h 4027722"/>
              <a:gd name="connsiteX0" fmla="*/ 0 w 2861186"/>
              <a:gd name="connsiteY0" fmla="*/ 832761 h 4027722"/>
              <a:gd name="connsiteX1" fmla="*/ 0 w 2861186"/>
              <a:gd name="connsiteY1" fmla="*/ 0 h 4027722"/>
              <a:gd name="connsiteX2" fmla="*/ 1680145 w 2861186"/>
              <a:gd name="connsiteY2" fmla="*/ 0 h 4027722"/>
              <a:gd name="connsiteX3" fmla="*/ 1680145 w 2861186"/>
              <a:gd name="connsiteY3" fmla="*/ 0 h 4027722"/>
              <a:gd name="connsiteX4" fmla="*/ 1680168 w 2861186"/>
              <a:gd name="connsiteY4" fmla="*/ 0 h 4027722"/>
              <a:gd name="connsiteX5" fmla="*/ 1748117 w 2861186"/>
              <a:gd name="connsiteY5" fmla="*/ 6850 h 4027722"/>
              <a:gd name="connsiteX6" fmla="*/ 1900839 w 2861186"/>
              <a:gd name="connsiteY6" fmla="*/ 82229 h 4027722"/>
              <a:gd name="connsiteX7" fmla="*/ 1937927 w 2861186"/>
              <a:gd name="connsiteY7" fmla="*/ 120214 h 4027722"/>
              <a:gd name="connsiteX8" fmla="*/ 1940368 w 2861186"/>
              <a:gd name="connsiteY8" fmla="*/ 122714 h 4027722"/>
              <a:gd name="connsiteX9" fmla="*/ 2812889 w 2861186"/>
              <a:gd name="connsiteY9" fmla="*/ 1842443 h 4027722"/>
              <a:gd name="connsiteX10" fmla="*/ 2837499 w 2861186"/>
              <a:gd name="connsiteY10" fmla="*/ 1891664 h 4027722"/>
              <a:gd name="connsiteX11" fmla="*/ 2854335 w 2861186"/>
              <a:gd name="connsiteY11" fmla="*/ 1945900 h 4027722"/>
              <a:gd name="connsiteX12" fmla="*/ 2861186 w 2861186"/>
              <a:gd name="connsiteY12" fmla="*/ 2013861 h 4027722"/>
              <a:gd name="connsiteX13" fmla="*/ 2854335 w 2861186"/>
              <a:gd name="connsiteY13" fmla="*/ 2081822 h 4027722"/>
              <a:gd name="connsiteX14" fmla="*/ 2837499 w 2861186"/>
              <a:gd name="connsiteY14" fmla="*/ 2136058 h 4027722"/>
              <a:gd name="connsiteX15" fmla="*/ 2812889 w 2861186"/>
              <a:gd name="connsiteY15" fmla="*/ 2185279 h 4027722"/>
              <a:gd name="connsiteX16" fmla="*/ 1972695 w 2861186"/>
              <a:gd name="connsiteY16" fmla="*/ 3858360 h 4027722"/>
              <a:gd name="connsiteX17" fmla="*/ 1748117 w 2861186"/>
              <a:gd name="connsiteY17" fmla="*/ 4020872 h 4027722"/>
              <a:gd name="connsiteX18" fmla="*/ 1680168 w 2861186"/>
              <a:gd name="connsiteY18" fmla="*/ 4027722 h 4027722"/>
              <a:gd name="connsiteX19" fmla="*/ 1680145 w 2861186"/>
              <a:gd name="connsiteY19" fmla="*/ 4027722 h 4027722"/>
              <a:gd name="connsiteX20" fmla="*/ 0 w 2861186"/>
              <a:gd name="connsiteY20" fmla="*/ 4027722 h 4027722"/>
              <a:gd name="connsiteX21" fmla="*/ 91440 w 2861186"/>
              <a:gd name="connsiteY21" fmla="*/ 924201 h 4027722"/>
              <a:gd name="connsiteX0" fmla="*/ 0 w 2861186"/>
              <a:gd name="connsiteY0" fmla="*/ 832761 h 4027722"/>
              <a:gd name="connsiteX1" fmla="*/ 0 w 2861186"/>
              <a:gd name="connsiteY1" fmla="*/ 0 h 4027722"/>
              <a:gd name="connsiteX2" fmla="*/ 1680145 w 2861186"/>
              <a:gd name="connsiteY2" fmla="*/ 0 h 4027722"/>
              <a:gd name="connsiteX3" fmla="*/ 1680145 w 2861186"/>
              <a:gd name="connsiteY3" fmla="*/ 0 h 4027722"/>
              <a:gd name="connsiteX4" fmla="*/ 1680168 w 2861186"/>
              <a:gd name="connsiteY4" fmla="*/ 0 h 4027722"/>
              <a:gd name="connsiteX5" fmla="*/ 1748117 w 2861186"/>
              <a:gd name="connsiteY5" fmla="*/ 6850 h 4027722"/>
              <a:gd name="connsiteX6" fmla="*/ 1900839 w 2861186"/>
              <a:gd name="connsiteY6" fmla="*/ 82229 h 4027722"/>
              <a:gd name="connsiteX7" fmla="*/ 1937927 w 2861186"/>
              <a:gd name="connsiteY7" fmla="*/ 120214 h 4027722"/>
              <a:gd name="connsiteX8" fmla="*/ 1940368 w 2861186"/>
              <a:gd name="connsiteY8" fmla="*/ 122714 h 4027722"/>
              <a:gd name="connsiteX9" fmla="*/ 2812889 w 2861186"/>
              <a:gd name="connsiteY9" fmla="*/ 1842443 h 4027722"/>
              <a:gd name="connsiteX10" fmla="*/ 2837499 w 2861186"/>
              <a:gd name="connsiteY10" fmla="*/ 1891664 h 4027722"/>
              <a:gd name="connsiteX11" fmla="*/ 2854335 w 2861186"/>
              <a:gd name="connsiteY11" fmla="*/ 1945900 h 4027722"/>
              <a:gd name="connsiteX12" fmla="*/ 2861186 w 2861186"/>
              <a:gd name="connsiteY12" fmla="*/ 2013861 h 4027722"/>
              <a:gd name="connsiteX13" fmla="*/ 2854335 w 2861186"/>
              <a:gd name="connsiteY13" fmla="*/ 2081822 h 4027722"/>
              <a:gd name="connsiteX14" fmla="*/ 2837499 w 2861186"/>
              <a:gd name="connsiteY14" fmla="*/ 2136058 h 4027722"/>
              <a:gd name="connsiteX15" fmla="*/ 2812889 w 2861186"/>
              <a:gd name="connsiteY15" fmla="*/ 2185279 h 4027722"/>
              <a:gd name="connsiteX16" fmla="*/ 1972695 w 2861186"/>
              <a:gd name="connsiteY16" fmla="*/ 3858360 h 4027722"/>
              <a:gd name="connsiteX17" fmla="*/ 1748117 w 2861186"/>
              <a:gd name="connsiteY17" fmla="*/ 4020872 h 4027722"/>
              <a:gd name="connsiteX18" fmla="*/ 1680168 w 2861186"/>
              <a:gd name="connsiteY18" fmla="*/ 4027722 h 4027722"/>
              <a:gd name="connsiteX19" fmla="*/ 1680145 w 2861186"/>
              <a:gd name="connsiteY19" fmla="*/ 4027722 h 4027722"/>
              <a:gd name="connsiteX20" fmla="*/ 0 w 2861186"/>
              <a:gd name="connsiteY20" fmla="*/ 4027722 h 4027722"/>
              <a:gd name="connsiteX0" fmla="*/ 0 w 2861186"/>
              <a:gd name="connsiteY0" fmla="*/ 0 h 4027722"/>
              <a:gd name="connsiteX1" fmla="*/ 1680145 w 2861186"/>
              <a:gd name="connsiteY1" fmla="*/ 0 h 4027722"/>
              <a:gd name="connsiteX2" fmla="*/ 1680145 w 2861186"/>
              <a:gd name="connsiteY2" fmla="*/ 0 h 4027722"/>
              <a:gd name="connsiteX3" fmla="*/ 1680168 w 2861186"/>
              <a:gd name="connsiteY3" fmla="*/ 0 h 4027722"/>
              <a:gd name="connsiteX4" fmla="*/ 1748117 w 2861186"/>
              <a:gd name="connsiteY4" fmla="*/ 6850 h 4027722"/>
              <a:gd name="connsiteX5" fmla="*/ 1900839 w 2861186"/>
              <a:gd name="connsiteY5" fmla="*/ 82229 h 4027722"/>
              <a:gd name="connsiteX6" fmla="*/ 1937927 w 2861186"/>
              <a:gd name="connsiteY6" fmla="*/ 120214 h 4027722"/>
              <a:gd name="connsiteX7" fmla="*/ 1940368 w 2861186"/>
              <a:gd name="connsiteY7" fmla="*/ 122714 h 4027722"/>
              <a:gd name="connsiteX8" fmla="*/ 2812889 w 2861186"/>
              <a:gd name="connsiteY8" fmla="*/ 1842443 h 4027722"/>
              <a:gd name="connsiteX9" fmla="*/ 2837499 w 2861186"/>
              <a:gd name="connsiteY9" fmla="*/ 1891664 h 4027722"/>
              <a:gd name="connsiteX10" fmla="*/ 2854335 w 2861186"/>
              <a:gd name="connsiteY10" fmla="*/ 1945900 h 4027722"/>
              <a:gd name="connsiteX11" fmla="*/ 2861186 w 2861186"/>
              <a:gd name="connsiteY11" fmla="*/ 2013861 h 4027722"/>
              <a:gd name="connsiteX12" fmla="*/ 2854335 w 2861186"/>
              <a:gd name="connsiteY12" fmla="*/ 2081822 h 4027722"/>
              <a:gd name="connsiteX13" fmla="*/ 2837499 w 2861186"/>
              <a:gd name="connsiteY13" fmla="*/ 2136058 h 4027722"/>
              <a:gd name="connsiteX14" fmla="*/ 2812889 w 2861186"/>
              <a:gd name="connsiteY14" fmla="*/ 2185279 h 4027722"/>
              <a:gd name="connsiteX15" fmla="*/ 1972695 w 2861186"/>
              <a:gd name="connsiteY15" fmla="*/ 3858360 h 4027722"/>
              <a:gd name="connsiteX16" fmla="*/ 1748117 w 2861186"/>
              <a:gd name="connsiteY16" fmla="*/ 4020872 h 4027722"/>
              <a:gd name="connsiteX17" fmla="*/ 1680168 w 2861186"/>
              <a:gd name="connsiteY17" fmla="*/ 4027722 h 4027722"/>
              <a:gd name="connsiteX18" fmla="*/ 1680145 w 2861186"/>
              <a:gd name="connsiteY18" fmla="*/ 4027722 h 4027722"/>
              <a:gd name="connsiteX19" fmla="*/ 0 w 2861186"/>
              <a:gd name="connsiteY19" fmla="*/ 4027722 h 402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861186" h="4027722">
                <a:moveTo>
                  <a:pt x="0" y="0"/>
                </a:moveTo>
                <a:lnTo>
                  <a:pt x="1680145" y="0"/>
                </a:lnTo>
                <a:lnTo>
                  <a:pt x="1680145" y="0"/>
                </a:lnTo>
                <a:lnTo>
                  <a:pt x="1680168" y="0"/>
                </a:lnTo>
                <a:lnTo>
                  <a:pt x="1748117" y="6850"/>
                </a:lnTo>
                <a:cubicBezTo>
                  <a:pt x="1805741" y="18641"/>
                  <a:pt x="1858011" y="45130"/>
                  <a:pt x="1900839" y="82229"/>
                </a:cubicBezTo>
                <a:lnTo>
                  <a:pt x="1937927" y="120214"/>
                </a:lnTo>
                <a:lnTo>
                  <a:pt x="1940368" y="122714"/>
                </a:lnTo>
                <a:lnTo>
                  <a:pt x="2812889" y="1842443"/>
                </a:lnTo>
                <a:lnTo>
                  <a:pt x="2837499" y="1891664"/>
                </a:lnTo>
                <a:lnTo>
                  <a:pt x="2854335" y="1945900"/>
                </a:lnTo>
                <a:cubicBezTo>
                  <a:pt x="2858827" y="1967853"/>
                  <a:pt x="2861186" y="1990581"/>
                  <a:pt x="2861186" y="2013861"/>
                </a:cubicBezTo>
                <a:cubicBezTo>
                  <a:pt x="2861186" y="2037141"/>
                  <a:pt x="2858827" y="2059870"/>
                  <a:pt x="2854335" y="2081822"/>
                </a:cubicBezTo>
                <a:lnTo>
                  <a:pt x="2837499" y="2136058"/>
                </a:lnTo>
                <a:lnTo>
                  <a:pt x="2812889" y="2185279"/>
                </a:lnTo>
                <a:lnTo>
                  <a:pt x="1972695" y="3858360"/>
                </a:lnTo>
                <a:cubicBezTo>
                  <a:pt x="1925324" y="3940741"/>
                  <a:pt x="1844157" y="4001220"/>
                  <a:pt x="1748117" y="4020872"/>
                </a:cubicBezTo>
                <a:lnTo>
                  <a:pt x="1680168" y="4027722"/>
                </a:lnTo>
                <a:lnTo>
                  <a:pt x="1680145" y="4027722"/>
                </a:lnTo>
                <a:lnTo>
                  <a:pt x="0" y="4027722"/>
                </a:lnTo>
              </a:path>
            </a:pathLst>
          </a:custGeom>
          <a:solidFill>
            <a:schemeClr val="accent6"/>
          </a:solidFill>
          <a:ln w="76200">
            <a:solidFill>
              <a:schemeClr val="bg1"/>
            </a:solidFill>
          </a:ln>
          <a:effectLst>
            <a:outerShdw blurRad="368300" sx="102000" sy="102000" algn="ctr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4257" y="2362200"/>
            <a:ext cx="22365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SECTION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1801" y="2792680"/>
            <a:ext cx="14414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05</a:t>
            </a:r>
            <a:endParaRPr kumimoji="0" lang="zh-CN" altLang="en-US" sz="8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51571" y="2570841"/>
            <a:ext cx="322165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EC2B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If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C2B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语句级联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3450106" y="2718797"/>
            <a:ext cx="4431137" cy="1552610"/>
            <a:chOff x="3229499" y="2880263"/>
            <a:chExt cx="4431137" cy="1552610"/>
          </a:xfrm>
        </p:grpSpPr>
        <p:sp>
          <p:nvSpPr>
            <p:cNvPr id="8" name="文本框 7"/>
            <p:cNvSpPr txBox="1"/>
            <p:nvPr/>
          </p:nvSpPr>
          <p:spPr>
            <a:xfrm>
              <a:off x="3244042" y="2880263"/>
              <a:ext cx="4416594" cy="1107996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63500" contourW="25400"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pPr lvl="0"/>
              <a:r>
                <a:rPr lang="zh-CN" altLang="en-US" sz="6600" b="1" dirty="0">
                  <a:ln w="0"/>
                  <a:solidFill>
                    <a:srgbClr val="000000">
                      <a:lumMod val="75000"/>
                      <a:lumOff val="25000"/>
                    </a:srgbClr>
                  </a:solidFill>
                  <a:effectLst>
                    <a:outerShdw blurRad="152400" dist="38100" dir="5400000" algn="t" rotWithShape="0">
                      <a:prstClr val="black">
                        <a:alpha val="65000"/>
                      </a:prstClr>
                    </a:outerShdw>
                  </a:effectLst>
                  <a:latin typeface="+mn-ea"/>
                </a:rPr>
                <a:t>多分支结构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3229499" y="3909653"/>
              <a:ext cx="376635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2800" dirty="0">
                  <a:solidFill>
                    <a:srgbClr val="000000">
                      <a:lumMod val="50000"/>
                      <a:lumOff val="50000"/>
                    </a:srgbClr>
                  </a:solidFill>
                </a:rPr>
                <a:t>Teaching objectives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82320ED8-2BFB-4B8E-BE26-5FE9BD331019}"/>
              </a:ext>
            </a:extLst>
          </p:cNvPr>
          <p:cNvSpPr txBox="1"/>
          <p:nvPr/>
        </p:nvSpPr>
        <p:spPr>
          <a:xfrm>
            <a:off x="8360750" y="3335763"/>
            <a:ext cx="322165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6350">
              <a:contourClr>
                <a:schemeClr val="bg1"/>
              </a:contourClr>
            </a:sp3d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en-US" altLang="zh-CN" sz="3600" b="1" dirty="0">
                <a:solidFill>
                  <a:srgbClr val="EC2B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switch</a:t>
            </a:r>
            <a:r>
              <a:rPr lang="zh-CN" altLang="en-US" sz="3600" b="1" dirty="0">
                <a:solidFill>
                  <a:srgbClr val="EC2B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语句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EC2B5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499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819768" y="21554"/>
            <a:ext cx="2220893" cy="606208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1652931" y="873948"/>
            <a:ext cx="8526653" cy="4953975"/>
            <a:chOff x="912" y="1241"/>
            <a:chExt cx="3920" cy="2476"/>
          </a:xfrm>
        </p:grpSpPr>
        <p:sp useBgFill="1">
          <p:nvSpPr>
            <p:cNvPr id="6" name="AutoShape 12"/>
            <p:cNvSpPr>
              <a:spLocks noChangeArrowheads="1"/>
            </p:cNvSpPr>
            <p:nvPr/>
          </p:nvSpPr>
          <p:spPr bwMode="auto">
            <a:xfrm>
              <a:off x="912" y="1535"/>
              <a:ext cx="1065" cy="374"/>
            </a:xfrm>
            <a:prstGeom prst="flowChartDecision">
              <a:avLst/>
            </a:prstGeom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800" dirty="0">
                  <a:latin typeface="Times New Roman" pitchFamily="18" charset="0"/>
                  <a:cs typeface="Times New Roman" pitchFamily="18" charset="0"/>
                </a:rPr>
                <a:t>表达式</a:t>
              </a:r>
              <a:r>
                <a:rPr lang="en-US" altLang="zh-CN" sz="280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7" name="Text Box 13"/>
            <p:cNvSpPr txBox="1">
              <a:spLocks noChangeArrowheads="1"/>
            </p:cNvSpPr>
            <p:nvPr/>
          </p:nvSpPr>
          <p:spPr bwMode="auto">
            <a:xfrm>
              <a:off x="952" y="3005"/>
              <a:ext cx="93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800">
                  <a:latin typeface="Times New Roman" pitchFamily="18" charset="0"/>
                  <a:ea typeface="+mn-ea"/>
                  <a:cs typeface="Times New Roman" pitchFamily="18" charset="0"/>
                </a:rPr>
                <a:t>语句</a:t>
              </a:r>
              <a:r>
                <a:rPr lang="en-US" altLang="zh-CN" sz="2800">
                  <a:latin typeface="Times New Roman" pitchFamily="18" charset="0"/>
                  <a:ea typeface="+mn-ea"/>
                  <a:cs typeface="Times New Roman" pitchFamily="18" charset="0"/>
                </a:rPr>
                <a:t>1</a:t>
              </a:r>
            </a:p>
          </p:txBody>
        </p:sp>
        <p:sp>
          <p:nvSpPr>
            <p:cNvPr id="8" name="Line 14"/>
            <p:cNvSpPr>
              <a:spLocks noChangeShapeType="1"/>
            </p:cNvSpPr>
            <p:nvPr/>
          </p:nvSpPr>
          <p:spPr bwMode="auto">
            <a:xfrm>
              <a:off x="1445" y="1241"/>
              <a:ext cx="0" cy="2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Text Box 15"/>
            <p:cNvSpPr txBox="1">
              <a:spLocks noChangeArrowheads="1"/>
            </p:cNvSpPr>
            <p:nvPr/>
          </p:nvSpPr>
          <p:spPr bwMode="auto">
            <a:xfrm>
              <a:off x="1161" y="2272"/>
              <a:ext cx="250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2800">
                  <a:latin typeface="Times New Roman" pitchFamily="18" charset="0"/>
                  <a:ea typeface="+mn-ea"/>
                  <a:cs typeface="Times New Roman" pitchFamily="18" charset="0"/>
                  <a:sym typeface="Symbol" pitchFamily="18" charset="2"/>
                </a:rPr>
                <a:t>真</a:t>
              </a:r>
              <a:endParaRPr lang="zh-CN" altLang="en-US" sz="280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0" name="Text Box 16"/>
            <p:cNvSpPr txBox="1">
              <a:spLocks noChangeArrowheads="1"/>
            </p:cNvSpPr>
            <p:nvPr/>
          </p:nvSpPr>
          <p:spPr bwMode="auto">
            <a:xfrm>
              <a:off x="2035" y="1459"/>
              <a:ext cx="250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2800">
                  <a:latin typeface="Times New Roman" pitchFamily="18" charset="0"/>
                  <a:ea typeface="+mn-ea"/>
                  <a:cs typeface="Times New Roman" pitchFamily="18" charset="0"/>
                </a:rPr>
                <a:t>假</a:t>
              </a:r>
            </a:p>
          </p:txBody>
        </p:sp>
        <p:sp>
          <p:nvSpPr>
            <p:cNvPr id="11" name="Line 17"/>
            <p:cNvSpPr>
              <a:spLocks noChangeShapeType="1"/>
            </p:cNvSpPr>
            <p:nvPr/>
          </p:nvSpPr>
          <p:spPr bwMode="auto">
            <a:xfrm>
              <a:off x="1444" y="1912"/>
              <a:ext cx="0" cy="10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 useBgFill="1">
          <p:nvSpPr>
            <p:cNvPr id="12" name="AutoShape 18"/>
            <p:cNvSpPr>
              <a:spLocks noChangeArrowheads="1"/>
            </p:cNvSpPr>
            <p:nvPr/>
          </p:nvSpPr>
          <p:spPr bwMode="auto">
            <a:xfrm>
              <a:off x="1862" y="1945"/>
              <a:ext cx="1065" cy="374"/>
            </a:xfrm>
            <a:prstGeom prst="flowChartDecision">
              <a:avLst/>
            </a:prstGeom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800">
                  <a:latin typeface="Times New Roman" pitchFamily="18" charset="0"/>
                  <a:cs typeface="Times New Roman" pitchFamily="18" charset="0"/>
                </a:rPr>
                <a:t>表达式</a:t>
              </a: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sp>
          <p:nvSpPr>
            <p:cNvPr id="13" name="Line 19"/>
            <p:cNvSpPr>
              <a:spLocks noChangeShapeType="1"/>
            </p:cNvSpPr>
            <p:nvPr/>
          </p:nvSpPr>
          <p:spPr bwMode="auto">
            <a:xfrm>
              <a:off x="1944" y="1715"/>
              <a:ext cx="4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Line 20"/>
            <p:cNvSpPr>
              <a:spLocks noChangeShapeType="1"/>
            </p:cNvSpPr>
            <p:nvPr/>
          </p:nvSpPr>
          <p:spPr bwMode="auto">
            <a:xfrm>
              <a:off x="2394" y="1715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 useBgFill="1">
          <p:nvSpPr>
            <p:cNvPr id="15" name="AutoShape 21"/>
            <p:cNvSpPr>
              <a:spLocks noChangeArrowheads="1"/>
            </p:cNvSpPr>
            <p:nvPr/>
          </p:nvSpPr>
          <p:spPr bwMode="auto">
            <a:xfrm>
              <a:off x="2872" y="2352"/>
              <a:ext cx="1065" cy="374"/>
            </a:xfrm>
            <a:prstGeom prst="flowChartDecision">
              <a:avLst/>
            </a:prstGeom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800">
                  <a:latin typeface="Times New Roman" pitchFamily="18" charset="0"/>
                  <a:cs typeface="Times New Roman" pitchFamily="18" charset="0"/>
                </a:rPr>
                <a:t>表达式</a:t>
              </a: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  <p:sp>
          <p:nvSpPr>
            <p:cNvPr id="16" name="Line 22"/>
            <p:cNvSpPr>
              <a:spLocks noChangeShapeType="1"/>
            </p:cNvSpPr>
            <p:nvPr/>
          </p:nvSpPr>
          <p:spPr bwMode="auto">
            <a:xfrm>
              <a:off x="2902" y="2118"/>
              <a:ext cx="50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Line 23"/>
            <p:cNvSpPr>
              <a:spLocks noChangeShapeType="1"/>
            </p:cNvSpPr>
            <p:nvPr/>
          </p:nvSpPr>
          <p:spPr bwMode="auto">
            <a:xfrm>
              <a:off x="3396" y="2118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Line 24"/>
            <p:cNvSpPr>
              <a:spLocks noChangeShapeType="1"/>
            </p:cNvSpPr>
            <p:nvPr/>
          </p:nvSpPr>
          <p:spPr bwMode="auto">
            <a:xfrm>
              <a:off x="3894" y="2538"/>
              <a:ext cx="4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Line 25"/>
            <p:cNvSpPr>
              <a:spLocks noChangeShapeType="1"/>
            </p:cNvSpPr>
            <p:nvPr/>
          </p:nvSpPr>
          <p:spPr bwMode="auto">
            <a:xfrm>
              <a:off x="4344" y="2538"/>
              <a:ext cx="0" cy="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Line 26"/>
            <p:cNvSpPr>
              <a:spLocks noChangeShapeType="1"/>
            </p:cNvSpPr>
            <p:nvPr/>
          </p:nvSpPr>
          <p:spPr bwMode="auto">
            <a:xfrm>
              <a:off x="2394" y="2324"/>
              <a:ext cx="0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Line 27"/>
            <p:cNvSpPr>
              <a:spLocks noChangeShapeType="1"/>
            </p:cNvSpPr>
            <p:nvPr/>
          </p:nvSpPr>
          <p:spPr bwMode="auto">
            <a:xfrm>
              <a:off x="3396" y="2736"/>
              <a:ext cx="0" cy="2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Text Box 28"/>
            <p:cNvSpPr txBox="1">
              <a:spLocks noChangeArrowheads="1"/>
            </p:cNvSpPr>
            <p:nvPr/>
          </p:nvSpPr>
          <p:spPr bwMode="auto">
            <a:xfrm>
              <a:off x="2135" y="2412"/>
              <a:ext cx="250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2800">
                  <a:latin typeface="Times New Roman" pitchFamily="18" charset="0"/>
                  <a:ea typeface="+mn-ea"/>
                  <a:cs typeface="Times New Roman" pitchFamily="18" charset="0"/>
                  <a:sym typeface="Symbol" pitchFamily="18" charset="2"/>
                </a:rPr>
                <a:t>真</a:t>
              </a:r>
              <a:endParaRPr lang="zh-CN" altLang="en-US" sz="280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3" name="Text Box 29"/>
            <p:cNvSpPr txBox="1">
              <a:spLocks noChangeArrowheads="1"/>
            </p:cNvSpPr>
            <p:nvPr/>
          </p:nvSpPr>
          <p:spPr bwMode="auto">
            <a:xfrm>
              <a:off x="3140" y="2692"/>
              <a:ext cx="250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2800">
                  <a:latin typeface="Times New Roman" pitchFamily="18" charset="0"/>
                  <a:ea typeface="+mn-ea"/>
                  <a:cs typeface="Times New Roman" pitchFamily="18" charset="0"/>
                  <a:sym typeface="Symbol" pitchFamily="18" charset="2"/>
                </a:rPr>
                <a:t>真</a:t>
              </a:r>
              <a:endParaRPr lang="zh-CN" altLang="en-US" sz="280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4" name="Text Box 30"/>
            <p:cNvSpPr txBox="1">
              <a:spLocks noChangeArrowheads="1"/>
            </p:cNvSpPr>
            <p:nvPr/>
          </p:nvSpPr>
          <p:spPr bwMode="auto">
            <a:xfrm>
              <a:off x="3015" y="1871"/>
              <a:ext cx="250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2800">
                  <a:latin typeface="Times New Roman" pitchFamily="18" charset="0"/>
                  <a:ea typeface="+mn-ea"/>
                  <a:cs typeface="Times New Roman" pitchFamily="18" charset="0"/>
                </a:rPr>
                <a:t>假</a:t>
              </a:r>
            </a:p>
          </p:txBody>
        </p:sp>
        <p:sp>
          <p:nvSpPr>
            <p:cNvPr id="25" name="Text Box 31"/>
            <p:cNvSpPr txBox="1">
              <a:spLocks noChangeArrowheads="1"/>
            </p:cNvSpPr>
            <p:nvPr/>
          </p:nvSpPr>
          <p:spPr bwMode="auto">
            <a:xfrm>
              <a:off x="4018" y="2283"/>
              <a:ext cx="250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2800">
                  <a:latin typeface="Times New Roman" pitchFamily="18" charset="0"/>
                  <a:ea typeface="+mn-ea"/>
                  <a:cs typeface="Times New Roman" pitchFamily="18" charset="0"/>
                </a:rPr>
                <a:t>假</a:t>
              </a:r>
            </a:p>
          </p:txBody>
        </p:sp>
        <p:sp>
          <p:nvSpPr>
            <p:cNvPr id="26" name="Line 32"/>
            <p:cNvSpPr>
              <a:spLocks noChangeShapeType="1"/>
            </p:cNvSpPr>
            <p:nvPr/>
          </p:nvSpPr>
          <p:spPr bwMode="auto">
            <a:xfrm>
              <a:off x="1444" y="3284"/>
              <a:ext cx="0" cy="2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Line 33"/>
            <p:cNvSpPr>
              <a:spLocks noChangeShapeType="1"/>
            </p:cNvSpPr>
            <p:nvPr/>
          </p:nvSpPr>
          <p:spPr bwMode="auto">
            <a:xfrm>
              <a:off x="2394" y="3284"/>
              <a:ext cx="0" cy="2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Line 34"/>
            <p:cNvSpPr>
              <a:spLocks noChangeShapeType="1"/>
            </p:cNvSpPr>
            <p:nvPr/>
          </p:nvSpPr>
          <p:spPr bwMode="auto">
            <a:xfrm>
              <a:off x="3394" y="3284"/>
              <a:ext cx="0" cy="2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Line 35"/>
            <p:cNvSpPr>
              <a:spLocks noChangeShapeType="1"/>
            </p:cNvSpPr>
            <p:nvPr/>
          </p:nvSpPr>
          <p:spPr bwMode="auto">
            <a:xfrm>
              <a:off x="4344" y="3284"/>
              <a:ext cx="0" cy="2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Line 36"/>
            <p:cNvSpPr>
              <a:spLocks noChangeShapeType="1"/>
            </p:cNvSpPr>
            <p:nvPr/>
          </p:nvSpPr>
          <p:spPr bwMode="auto">
            <a:xfrm>
              <a:off x="1444" y="3490"/>
              <a:ext cx="29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Line 37"/>
            <p:cNvSpPr>
              <a:spLocks noChangeShapeType="1"/>
            </p:cNvSpPr>
            <p:nvPr/>
          </p:nvSpPr>
          <p:spPr bwMode="auto">
            <a:xfrm>
              <a:off x="2844" y="3490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Text Box 38"/>
            <p:cNvSpPr txBox="1">
              <a:spLocks noChangeArrowheads="1"/>
            </p:cNvSpPr>
            <p:nvPr/>
          </p:nvSpPr>
          <p:spPr bwMode="auto">
            <a:xfrm>
              <a:off x="1932" y="3005"/>
              <a:ext cx="93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800">
                  <a:latin typeface="Times New Roman" pitchFamily="18" charset="0"/>
                  <a:ea typeface="+mn-ea"/>
                  <a:cs typeface="Times New Roman" pitchFamily="18" charset="0"/>
                </a:rPr>
                <a:t>语句</a:t>
              </a:r>
              <a:r>
                <a:rPr lang="en-US" altLang="zh-CN" sz="2800">
                  <a:latin typeface="Times New Roman" pitchFamily="18" charset="0"/>
                  <a:ea typeface="+mn-ea"/>
                  <a:cs typeface="Times New Roman" pitchFamily="18" charset="0"/>
                </a:rPr>
                <a:t>2</a:t>
              </a:r>
            </a:p>
          </p:txBody>
        </p:sp>
        <p:sp>
          <p:nvSpPr>
            <p:cNvPr id="33" name="Text Box 39"/>
            <p:cNvSpPr txBox="1">
              <a:spLocks noChangeArrowheads="1"/>
            </p:cNvSpPr>
            <p:nvPr/>
          </p:nvSpPr>
          <p:spPr bwMode="auto">
            <a:xfrm>
              <a:off x="2915" y="3005"/>
              <a:ext cx="93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800">
                  <a:latin typeface="Times New Roman" pitchFamily="18" charset="0"/>
                  <a:ea typeface="+mn-ea"/>
                  <a:cs typeface="Times New Roman" pitchFamily="18" charset="0"/>
                </a:rPr>
                <a:t>语句</a:t>
              </a:r>
              <a:r>
                <a:rPr lang="en-US" altLang="zh-CN" sz="2800">
                  <a:latin typeface="Times New Roman" pitchFamily="18" charset="0"/>
                  <a:ea typeface="+mn-ea"/>
                  <a:cs typeface="Times New Roman" pitchFamily="18" charset="0"/>
                </a:rPr>
                <a:t>3</a:t>
              </a:r>
            </a:p>
          </p:txBody>
        </p:sp>
        <p:sp>
          <p:nvSpPr>
            <p:cNvPr id="34" name="Text Box 40"/>
            <p:cNvSpPr txBox="1">
              <a:spLocks noChangeArrowheads="1"/>
            </p:cNvSpPr>
            <p:nvPr/>
          </p:nvSpPr>
          <p:spPr bwMode="auto">
            <a:xfrm>
              <a:off x="3894" y="3005"/>
              <a:ext cx="93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800">
                  <a:latin typeface="Times New Roman" pitchFamily="18" charset="0"/>
                  <a:ea typeface="+mn-ea"/>
                  <a:cs typeface="Times New Roman" pitchFamily="18" charset="0"/>
                </a:rPr>
                <a:t>语句</a:t>
              </a:r>
              <a:r>
                <a:rPr lang="en-US" altLang="zh-CN" sz="2800">
                  <a:latin typeface="Times New Roman" pitchFamily="18" charset="0"/>
                  <a:ea typeface="+mn-ea"/>
                  <a:cs typeface="Times New Roman" pitchFamily="18" charset="0"/>
                </a:rPr>
                <a:t>4</a:t>
              </a:r>
            </a:p>
          </p:txBody>
        </p:sp>
      </p:grpSp>
      <p:sp>
        <p:nvSpPr>
          <p:cNvPr id="35" name="Rectangle 2"/>
          <p:cNvSpPr txBox="1">
            <a:spLocks noChangeArrowheads="1"/>
          </p:cNvSpPr>
          <p:nvPr/>
        </p:nvSpPr>
        <p:spPr>
          <a:xfrm>
            <a:off x="1666875" y="318181"/>
            <a:ext cx="8858250" cy="762000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40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4.5.1  if</a:t>
            </a:r>
            <a:r>
              <a:rPr lang="zh-CN" altLang="en-US" sz="4000" b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语句级联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00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75" y="655638"/>
            <a:ext cx="8858250" cy="762000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CN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多分支结构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举例</a:t>
            </a:r>
          </a:p>
        </p:txBody>
      </p:sp>
      <p:sp>
        <p:nvSpPr>
          <p:cNvPr id="35" name="Text Box 7"/>
          <p:cNvSpPr txBox="1">
            <a:spLocks noChangeArrowheads="1"/>
          </p:cNvSpPr>
          <p:nvPr/>
        </p:nvSpPr>
        <p:spPr bwMode="auto">
          <a:xfrm>
            <a:off x="2827784" y="1517288"/>
            <a:ext cx="3124200" cy="4212177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180000" bIns="90000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if(</a:t>
            </a:r>
            <a:r>
              <a:rPr lang="zh-CN" altLang="en-US">
                <a:latin typeface="Times New Roman" pitchFamily="18" charset="0"/>
                <a:ea typeface="+mn-ea"/>
                <a:cs typeface="Times New Roman" pitchFamily="18" charset="0"/>
              </a:rPr>
              <a:t>表达式</a:t>
            </a: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1)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   </a:t>
            </a:r>
            <a:r>
              <a:rPr lang="zh-CN" altLang="en-US">
                <a:latin typeface="Times New Roman" pitchFamily="18" charset="0"/>
                <a:ea typeface="+mn-ea"/>
                <a:cs typeface="Times New Roman" pitchFamily="18" charset="0"/>
              </a:rPr>
              <a:t>语句</a:t>
            </a: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en-US" altLang="zh-CN">
                <a:solidFill>
                  <a:srgbClr val="FF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else if(</a:t>
            </a:r>
            <a:r>
              <a:rPr lang="zh-CN" altLang="en-US">
                <a:latin typeface="Times New Roman" pitchFamily="18" charset="0"/>
                <a:ea typeface="+mn-ea"/>
                <a:cs typeface="Times New Roman" pitchFamily="18" charset="0"/>
              </a:rPr>
              <a:t>表达式</a:t>
            </a: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2)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   </a:t>
            </a:r>
            <a:r>
              <a:rPr lang="zh-CN" altLang="en-US">
                <a:latin typeface="Times New Roman" pitchFamily="18" charset="0"/>
                <a:ea typeface="+mn-ea"/>
                <a:cs typeface="Times New Roman" pitchFamily="18" charset="0"/>
              </a:rPr>
              <a:t>语句</a:t>
            </a: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2</a:t>
            </a:r>
            <a:r>
              <a:rPr lang="en-US" altLang="zh-CN">
                <a:solidFill>
                  <a:srgbClr val="FF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else if(</a:t>
            </a:r>
            <a:r>
              <a:rPr lang="zh-CN" altLang="en-US">
                <a:latin typeface="Times New Roman" pitchFamily="18" charset="0"/>
                <a:ea typeface="+mn-ea"/>
                <a:cs typeface="Times New Roman" pitchFamily="18" charset="0"/>
              </a:rPr>
              <a:t>表达式</a:t>
            </a: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3)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   </a:t>
            </a:r>
            <a:r>
              <a:rPr lang="zh-CN" altLang="en-US">
                <a:latin typeface="Times New Roman" pitchFamily="18" charset="0"/>
                <a:ea typeface="+mn-ea"/>
                <a:cs typeface="Times New Roman" pitchFamily="18" charset="0"/>
              </a:rPr>
              <a:t>语句</a:t>
            </a: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3</a:t>
            </a:r>
            <a:r>
              <a:rPr lang="en-US" altLang="zh-CN">
                <a:solidFill>
                  <a:srgbClr val="FF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else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   </a:t>
            </a:r>
            <a:r>
              <a:rPr lang="zh-CN" altLang="en-US">
                <a:latin typeface="Times New Roman" pitchFamily="18" charset="0"/>
                <a:ea typeface="+mn-ea"/>
                <a:cs typeface="Times New Roman" pitchFamily="18" charset="0"/>
              </a:rPr>
              <a:t>语句</a:t>
            </a: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4</a:t>
            </a:r>
            <a:r>
              <a:rPr lang="en-US" altLang="zh-CN">
                <a:solidFill>
                  <a:srgbClr val="FF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</a:p>
        </p:txBody>
      </p:sp>
      <p:sp>
        <p:nvSpPr>
          <p:cNvPr id="36" name="Text Box 8"/>
          <p:cNvSpPr txBox="1">
            <a:spLocks noChangeArrowheads="1"/>
          </p:cNvSpPr>
          <p:nvPr/>
        </p:nvSpPr>
        <p:spPr bwMode="auto">
          <a:xfrm>
            <a:off x="6096000" y="1517288"/>
            <a:ext cx="3252936" cy="4213225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180000" bIns="90000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if(x&gt;90)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   printf("good")</a:t>
            </a:r>
            <a:r>
              <a:rPr lang="en-US" altLang="zh-CN">
                <a:solidFill>
                  <a:srgbClr val="FF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else if(x&gt;75)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   printf("better")</a:t>
            </a:r>
            <a:r>
              <a:rPr lang="en-US" altLang="zh-CN">
                <a:solidFill>
                  <a:srgbClr val="FF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else if(x&gt;60)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   printf("ok")</a:t>
            </a:r>
            <a:r>
              <a:rPr lang="en-US" altLang="zh-CN">
                <a:solidFill>
                  <a:srgbClr val="FF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else</a:t>
            </a:r>
          </a:p>
          <a:p>
            <a:pPr algn="just"/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   printf("bad")</a:t>
            </a:r>
            <a:r>
              <a:rPr lang="en-US" altLang="zh-CN">
                <a:solidFill>
                  <a:srgbClr val="FF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DAAD7B1-08A5-4A59-8946-975F429C7582}"/>
              </a:ext>
            </a:extLst>
          </p:cNvPr>
          <p:cNvSpPr txBox="1">
            <a:spLocks noChangeArrowheads="1"/>
          </p:cNvSpPr>
          <p:nvPr/>
        </p:nvSpPr>
        <p:spPr>
          <a:xfrm>
            <a:off x="785525" y="22034"/>
            <a:ext cx="2200047" cy="625957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03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 autoUpdateAnimBg="0"/>
      <p:bldP spid="36" grpId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073150" y="781050"/>
            <a:ext cx="1050925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【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有一函数：      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(x&lt;0)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，实现输入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值，输出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值。           </a:t>
            </a:r>
          </a:p>
          <a:p>
            <a:pPr>
              <a:lnSpc>
                <a:spcPct val="125000"/>
              </a:lnSpc>
              <a:defRPr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y=    0  (x=0) </a:t>
            </a:r>
          </a:p>
          <a:p>
            <a:pPr>
              <a:lnSpc>
                <a:spcPct val="125000"/>
              </a:lnSpc>
              <a:defRPr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1  (x&gt;0)</a:t>
            </a:r>
          </a:p>
          <a:p>
            <a:pPr algn="l">
              <a:lnSpc>
                <a:spcPct val="125000"/>
              </a:lnSpc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分析：</a:t>
            </a:r>
          </a:p>
          <a:p>
            <a:pPr algn="l">
              <a:lnSpc>
                <a:spcPct val="125000"/>
              </a:lnSpc>
              <a:defRPr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&lt; 0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-1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algn="l">
              <a:lnSpc>
                <a:spcPct val="125000"/>
              </a:lnSpc>
              <a:defRPr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否则：</a:t>
            </a:r>
          </a:p>
          <a:p>
            <a:pPr algn="l">
              <a:lnSpc>
                <a:spcPct val="125000"/>
              </a:lnSpc>
              <a:defRPr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如果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0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0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；输出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y;</a:t>
            </a:r>
          </a:p>
          <a:p>
            <a:pPr algn="l">
              <a:lnSpc>
                <a:spcPct val="125000"/>
              </a:lnSpc>
              <a:defRPr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否则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&gt; 0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1 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zh-CN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3"/>
          <p:cNvSpPr>
            <a:spLocks/>
          </p:cNvSpPr>
          <p:nvPr/>
        </p:nvSpPr>
        <p:spPr bwMode="auto">
          <a:xfrm>
            <a:off x="5241925" y="1136650"/>
            <a:ext cx="142875" cy="1233488"/>
          </a:xfrm>
          <a:prstGeom prst="leftBrace">
            <a:avLst>
              <a:gd name="adj1" fmla="val 71944"/>
              <a:gd name="adj2" fmla="val 50000"/>
            </a:avLst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360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DAAD7B1-08A5-4A59-8946-975F429C7582}"/>
              </a:ext>
            </a:extLst>
          </p:cNvPr>
          <p:cNvSpPr txBox="1">
            <a:spLocks noChangeArrowheads="1"/>
          </p:cNvSpPr>
          <p:nvPr/>
        </p:nvSpPr>
        <p:spPr>
          <a:xfrm>
            <a:off x="785525" y="22034"/>
            <a:ext cx="2200047" cy="625957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案 例</a:t>
            </a:r>
          </a:p>
        </p:txBody>
      </p:sp>
    </p:spTree>
    <p:extLst>
      <p:ext uri="{BB962C8B-B14F-4D97-AF65-F5344CB8AC3E}">
        <p14:creationId xmlns:p14="http://schemas.microsoft.com/office/powerpoint/2010/main" val="237318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4118635"/>
              </p:ext>
            </p:extLst>
          </p:nvPr>
        </p:nvGraphicFramePr>
        <p:xfrm>
          <a:off x="1644248" y="127000"/>
          <a:ext cx="8782452" cy="6611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" name="位图图像" r:id="rId3" imgW="2486372" imgH="2057143" progId="Paint.Picture">
                  <p:embed/>
                </p:oleObj>
              </mc:Choice>
              <mc:Fallback>
                <p:oleObj name="位图图像" r:id="rId3" imgW="2486372" imgH="2057143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248" y="127000"/>
                        <a:ext cx="8782452" cy="66112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Line 9"/>
          <p:cNvSpPr>
            <a:spLocks noChangeShapeType="1"/>
          </p:cNvSpPr>
          <p:nvPr/>
        </p:nvSpPr>
        <p:spPr bwMode="auto">
          <a:xfrm>
            <a:off x="4316015" y="2020715"/>
            <a:ext cx="1086248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900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942975" y="165100"/>
            <a:ext cx="2092325" cy="406400"/>
          </a:xfrm>
          <a:effectLst/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自学内容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000571" y="959044"/>
            <a:ext cx="10413099" cy="22921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案例二：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根据输入日期判断是星期几，可以运用基姆拉尔森计算公式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s-ES" altLang="zh-CN" dirty="0">
                <a:latin typeface="Times New Roman" pitchFamily="18" charset="0"/>
                <a:cs typeface="Times New Roman" pitchFamily="18" charset="0"/>
              </a:rPr>
              <a:t>w= (d+2*m+3*(m+1)/5+y+y/4-y/100+y/400+1)%7 </a:t>
            </a:r>
          </a:p>
        </p:txBody>
      </p:sp>
      <p:sp>
        <p:nvSpPr>
          <p:cNvPr id="6" name="矩形 5"/>
          <p:cNvSpPr/>
          <p:nvPr/>
        </p:nvSpPr>
        <p:spPr>
          <a:xfrm>
            <a:off x="958654" y="3364880"/>
            <a:ext cx="1041309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注意：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在公式中，把一月和二月看成是上一年的十三月和十四月，例：若是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2004-1-10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则换算成：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2003-13-10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来代入公式计算</a:t>
            </a:r>
          </a:p>
        </p:txBody>
      </p:sp>
    </p:spTree>
    <p:extLst>
      <p:ext uri="{BB962C8B-B14F-4D97-AF65-F5344CB8AC3E}">
        <p14:creationId xmlns:p14="http://schemas.microsoft.com/office/powerpoint/2010/main" val="4196264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168775" y="241981"/>
            <a:ext cx="3311525" cy="762000"/>
          </a:xfrm>
          <a:effectLst/>
        </p:spPr>
        <p:txBody>
          <a:bodyPr anchor="ctr"/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代码实现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53" y="1080181"/>
            <a:ext cx="9028947" cy="348856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185" y="1894176"/>
            <a:ext cx="4427715" cy="4747924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942975" y="165100"/>
            <a:ext cx="2092325" cy="406400"/>
          </a:xfr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自学内容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800600" y="4581442"/>
            <a:ext cx="2785885" cy="1086100"/>
            <a:chOff x="4800600" y="4594142"/>
            <a:chExt cx="2785885" cy="1086100"/>
          </a:xfrm>
        </p:grpSpPr>
        <p:cxnSp>
          <p:nvCxnSpPr>
            <p:cNvPr id="8" name="肘形连接符 7"/>
            <p:cNvCxnSpPr/>
            <p:nvPr/>
          </p:nvCxnSpPr>
          <p:spPr>
            <a:xfrm>
              <a:off x="4800600" y="5140242"/>
              <a:ext cx="2785885" cy="540000"/>
            </a:xfrm>
            <a:prstGeom prst="bentConnector3">
              <a:avLst>
                <a:gd name="adj1" fmla="val 35412"/>
              </a:avLst>
            </a:prstGeom>
            <a:ln w="762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4813300" y="4594142"/>
              <a:ext cx="0" cy="5715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5019919" y="5194342"/>
            <a:ext cx="50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续</a:t>
            </a:r>
          </a:p>
        </p:txBody>
      </p:sp>
    </p:spTree>
    <p:extLst>
      <p:ext uri="{BB962C8B-B14F-4D97-AF65-F5344CB8AC3E}">
        <p14:creationId xmlns:p14="http://schemas.microsoft.com/office/powerpoint/2010/main" val="136689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75" y="318181"/>
            <a:ext cx="8858250" cy="762000"/>
          </a:xfrm>
          <a:effectLst/>
        </p:spPr>
        <p:txBody>
          <a:bodyPr anchor="ctr"/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4.5.2  switch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语句</a:t>
            </a:r>
          </a:p>
        </p:txBody>
      </p:sp>
      <p:grpSp>
        <p:nvGrpSpPr>
          <p:cNvPr id="6" name="Group 11"/>
          <p:cNvGrpSpPr>
            <a:grpSpLocks/>
          </p:cNvGrpSpPr>
          <p:nvPr/>
        </p:nvGrpSpPr>
        <p:grpSpPr bwMode="auto">
          <a:xfrm>
            <a:off x="1472860" y="1080180"/>
            <a:ext cx="9160727" cy="4869099"/>
            <a:chOff x="616" y="1112"/>
            <a:chExt cx="4160" cy="2507"/>
          </a:xfrm>
        </p:grpSpPr>
        <p:sp>
          <p:nvSpPr>
            <p:cNvPr id="7" name="Line 12"/>
            <p:cNvSpPr>
              <a:spLocks noChangeShapeType="1"/>
            </p:cNvSpPr>
            <p:nvPr/>
          </p:nvSpPr>
          <p:spPr bwMode="auto">
            <a:xfrm>
              <a:off x="2696" y="3279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 useBgFill="1">
          <p:nvSpPr>
            <p:cNvPr id="8" name="AutoShape 13"/>
            <p:cNvSpPr>
              <a:spLocks noChangeArrowheads="1"/>
            </p:cNvSpPr>
            <p:nvPr/>
          </p:nvSpPr>
          <p:spPr bwMode="auto">
            <a:xfrm>
              <a:off x="1968" y="1444"/>
              <a:ext cx="1473" cy="432"/>
            </a:xfrm>
            <a:prstGeom prst="flowChartDecision">
              <a:avLst/>
            </a:prstGeom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10800" bIns="10800" anchor="ctr"/>
            <a:lstStyle/>
            <a:p>
              <a:pPr algn="ctr"/>
              <a:r>
                <a:rPr lang="zh-CN" altLang="en-US" sz="3200" dirty="0">
                  <a:latin typeface="Times New Roman" pitchFamily="18" charset="0"/>
                  <a:cs typeface="Times New Roman" pitchFamily="18" charset="0"/>
                </a:rPr>
                <a:t>表达式</a:t>
              </a:r>
            </a:p>
          </p:txBody>
        </p:sp>
        <p:sp>
          <p:nvSpPr>
            <p:cNvPr id="9" name="Text Box 14"/>
            <p:cNvSpPr txBox="1">
              <a:spLocks noChangeArrowheads="1"/>
            </p:cNvSpPr>
            <p:nvPr/>
          </p:nvSpPr>
          <p:spPr bwMode="auto">
            <a:xfrm>
              <a:off x="624" y="2447"/>
              <a:ext cx="960" cy="50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zh-CN" altLang="en-US">
                  <a:latin typeface="Times New Roman" pitchFamily="18" charset="0"/>
                  <a:ea typeface="+mn-ea"/>
                  <a:cs typeface="Times New Roman" pitchFamily="18" charset="0"/>
                </a:rPr>
                <a:t>语句组</a:t>
              </a:r>
              <a:r>
                <a:rPr lang="en-US" altLang="zh-CN">
                  <a:latin typeface="Times New Roman" pitchFamily="18" charset="0"/>
                  <a:ea typeface="+mn-ea"/>
                  <a:cs typeface="Times New Roman" pitchFamily="18" charset="0"/>
                </a:rPr>
                <a:t>1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>
                  <a:latin typeface="Times New Roman" pitchFamily="18" charset="0"/>
                  <a:ea typeface="+mn-ea"/>
                  <a:cs typeface="Times New Roman" pitchFamily="18" charset="0"/>
                </a:rPr>
                <a:t>break;</a:t>
              </a:r>
              <a:endParaRPr lang="en-US" altLang="zh-CN" u="sng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0" name="Line 15"/>
            <p:cNvSpPr>
              <a:spLocks noChangeShapeType="1"/>
            </p:cNvSpPr>
            <p:nvPr/>
          </p:nvSpPr>
          <p:spPr bwMode="auto">
            <a:xfrm>
              <a:off x="2696" y="1872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Line 16"/>
            <p:cNvSpPr>
              <a:spLocks noChangeShapeType="1"/>
            </p:cNvSpPr>
            <p:nvPr/>
          </p:nvSpPr>
          <p:spPr bwMode="auto">
            <a:xfrm>
              <a:off x="1104" y="2096"/>
              <a:ext cx="31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Line 17"/>
            <p:cNvSpPr>
              <a:spLocks noChangeShapeType="1"/>
            </p:cNvSpPr>
            <p:nvPr/>
          </p:nvSpPr>
          <p:spPr bwMode="auto">
            <a:xfrm>
              <a:off x="2704" y="1112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Line 18"/>
            <p:cNvSpPr>
              <a:spLocks noChangeShapeType="1"/>
            </p:cNvSpPr>
            <p:nvPr/>
          </p:nvSpPr>
          <p:spPr bwMode="auto">
            <a:xfrm>
              <a:off x="1104" y="2104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Text Box 19"/>
            <p:cNvSpPr txBox="1">
              <a:spLocks noChangeArrowheads="1"/>
            </p:cNvSpPr>
            <p:nvPr/>
          </p:nvSpPr>
          <p:spPr bwMode="auto">
            <a:xfrm>
              <a:off x="616" y="2052"/>
              <a:ext cx="485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>
                  <a:latin typeface="Times New Roman" pitchFamily="18" charset="0"/>
                  <a:ea typeface="+mn-ea"/>
                  <a:cs typeface="Times New Roman" pitchFamily="18" charset="0"/>
                </a:rPr>
                <a:t>case</a:t>
              </a:r>
            </a:p>
          </p:txBody>
        </p:sp>
        <p:sp>
          <p:nvSpPr>
            <p:cNvPr id="15" name="Line 20"/>
            <p:cNvSpPr>
              <a:spLocks noChangeShapeType="1"/>
            </p:cNvSpPr>
            <p:nvPr/>
          </p:nvSpPr>
          <p:spPr bwMode="auto">
            <a:xfrm>
              <a:off x="2136" y="2104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Line 21"/>
            <p:cNvSpPr>
              <a:spLocks noChangeShapeType="1"/>
            </p:cNvSpPr>
            <p:nvPr/>
          </p:nvSpPr>
          <p:spPr bwMode="auto">
            <a:xfrm>
              <a:off x="3264" y="2100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Line 22"/>
            <p:cNvSpPr>
              <a:spLocks noChangeShapeType="1"/>
            </p:cNvSpPr>
            <p:nvPr/>
          </p:nvSpPr>
          <p:spPr bwMode="auto">
            <a:xfrm>
              <a:off x="4272" y="2104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Text Box 23"/>
            <p:cNvSpPr txBox="1">
              <a:spLocks noChangeArrowheads="1"/>
            </p:cNvSpPr>
            <p:nvPr/>
          </p:nvSpPr>
          <p:spPr bwMode="auto">
            <a:xfrm>
              <a:off x="2784" y="2447"/>
              <a:ext cx="960" cy="50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zh-CN" altLang="en-US">
                  <a:latin typeface="Times New Roman" pitchFamily="18" charset="0"/>
                  <a:ea typeface="+mn-ea"/>
                  <a:cs typeface="Times New Roman" pitchFamily="18" charset="0"/>
                </a:rPr>
                <a:t>语句组</a:t>
              </a:r>
              <a:r>
                <a:rPr lang="en-US" altLang="zh-CN">
                  <a:latin typeface="Times New Roman" pitchFamily="18" charset="0"/>
                  <a:ea typeface="+mn-ea"/>
                  <a:cs typeface="Times New Roman" pitchFamily="18" charset="0"/>
                </a:rPr>
                <a:t>n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>
                  <a:latin typeface="Times New Roman" pitchFamily="18" charset="0"/>
                  <a:ea typeface="+mn-ea"/>
                  <a:cs typeface="Times New Roman" pitchFamily="18" charset="0"/>
                </a:rPr>
                <a:t>break;</a:t>
              </a:r>
              <a:endParaRPr lang="en-US" altLang="zh-CN" u="sng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9" name="Text Box 24"/>
            <p:cNvSpPr txBox="1">
              <a:spLocks noChangeArrowheads="1"/>
            </p:cNvSpPr>
            <p:nvPr/>
          </p:nvSpPr>
          <p:spPr bwMode="auto">
            <a:xfrm>
              <a:off x="3800" y="2443"/>
              <a:ext cx="960" cy="50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zh-CN" altLang="en-US">
                  <a:latin typeface="Times New Roman" pitchFamily="18" charset="0"/>
                  <a:ea typeface="+mn-ea"/>
                  <a:cs typeface="Times New Roman" pitchFamily="18" charset="0"/>
                </a:rPr>
                <a:t>缺省语句组</a:t>
              </a:r>
              <a:endParaRPr lang="zh-CN" altLang="en-US" u="sng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0" name="Line 25"/>
            <p:cNvSpPr>
              <a:spLocks noChangeShapeType="1"/>
            </p:cNvSpPr>
            <p:nvPr/>
          </p:nvSpPr>
          <p:spPr bwMode="auto">
            <a:xfrm>
              <a:off x="1104" y="3280"/>
              <a:ext cx="31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Line 26"/>
            <p:cNvSpPr>
              <a:spLocks noChangeShapeType="1"/>
            </p:cNvSpPr>
            <p:nvPr/>
          </p:nvSpPr>
          <p:spPr bwMode="auto">
            <a:xfrm>
              <a:off x="1104" y="2952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Line 27"/>
            <p:cNvSpPr>
              <a:spLocks noChangeShapeType="1"/>
            </p:cNvSpPr>
            <p:nvPr/>
          </p:nvSpPr>
          <p:spPr bwMode="auto">
            <a:xfrm>
              <a:off x="2136" y="2960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Text Box 28"/>
            <p:cNvSpPr txBox="1">
              <a:spLocks noChangeArrowheads="1"/>
            </p:cNvSpPr>
            <p:nvPr/>
          </p:nvSpPr>
          <p:spPr bwMode="auto">
            <a:xfrm>
              <a:off x="1656" y="2450"/>
              <a:ext cx="960" cy="50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zh-CN" altLang="en-US">
                  <a:latin typeface="Times New Roman" pitchFamily="18" charset="0"/>
                  <a:ea typeface="+mn-ea"/>
                  <a:cs typeface="Times New Roman" pitchFamily="18" charset="0"/>
                </a:rPr>
                <a:t>语句组</a:t>
              </a:r>
              <a:r>
                <a:rPr lang="en-US" altLang="zh-CN">
                  <a:latin typeface="Times New Roman" pitchFamily="18" charset="0"/>
                  <a:ea typeface="+mn-ea"/>
                  <a:cs typeface="Times New Roman" pitchFamily="18" charset="0"/>
                </a:rPr>
                <a:t>2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>
                  <a:latin typeface="Times New Roman" pitchFamily="18" charset="0"/>
                  <a:ea typeface="+mn-ea"/>
                  <a:cs typeface="Times New Roman" pitchFamily="18" charset="0"/>
                </a:rPr>
                <a:t>break;</a:t>
              </a:r>
              <a:endParaRPr lang="en-US" altLang="zh-CN" u="sng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4" name="Line 29"/>
            <p:cNvSpPr>
              <a:spLocks noChangeShapeType="1"/>
            </p:cNvSpPr>
            <p:nvPr/>
          </p:nvSpPr>
          <p:spPr bwMode="auto">
            <a:xfrm>
              <a:off x="3264" y="294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Line 30"/>
            <p:cNvSpPr>
              <a:spLocks noChangeShapeType="1"/>
            </p:cNvSpPr>
            <p:nvPr/>
          </p:nvSpPr>
          <p:spPr bwMode="auto">
            <a:xfrm>
              <a:off x="4272" y="2952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Text Box 31"/>
            <p:cNvSpPr txBox="1">
              <a:spLocks noChangeArrowheads="1"/>
            </p:cNvSpPr>
            <p:nvPr/>
          </p:nvSpPr>
          <p:spPr bwMode="auto">
            <a:xfrm>
              <a:off x="1649" y="2059"/>
              <a:ext cx="485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>
                  <a:latin typeface="Times New Roman" pitchFamily="18" charset="0"/>
                  <a:ea typeface="+mn-ea"/>
                  <a:cs typeface="Times New Roman" pitchFamily="18" charset="0"/>
                </a:rPr>
                <a:t>case</a:t>
              </a:r>
            </a:p>
          </p:txBody>
        </p:sp>
        <p:sp>
          <p:nvSpPr>
            <p:cNvPr id="27" name="Text Box 32"/>
            <p:cNvSpPr txBox="1">
              <a:spLocks noChangeArrowheads="1"/>
            </p:cNvSpPr>
            <p:nvPr/>
          </p:nvSpPr>
          <p:spPr bwMode="auto">
            <a:xfrm>
              <a:off x="2776" y="2059"/>
              <a:ext cx="485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>
                  <a:latin typeface="Times New Roman" pitchFamily="18" charset="0"/>
                  <a:ea typeface="+mn-ea"/>
                  <a:cs typeface="Times New Roman" pitchFamily="18" charset="0"/>
                </a:rPr>
                <a:t>case</a:t>
              </a:r>
            </a:p>
          </p:txBody>
        </p:sp>
        <p:sp>
          <p:nvSpPr>
            <p:cNvPr id="28" name="Text Box 33"/>
            <p:cNvSpPr txBox="1">
              <a:spLocks noChangeArrowheads="1"/>
            </p:cNvSpPr>
            <p:nvPr/>
          </p:nvSpPr>
          <p:spPr bwMode="auto">
            <a:xfrm>
              <a:off x="3864" y="2060"/>
              <a:ext cx="91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7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3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>
                  <a:latin typeface="Times New Roman" pitchFamily="18" charset="0"/>
                  <a:ea typeface="+mn-ea"/>
                  <a:cs typeface="Times New Roman" pitchFamily="18" charset="0"/>
                </a:rPr>
                <a:t>  default</a:t>
              </a:r>
            </a:p>
          </p:txBody>
        </p:sp>
        <p:sp>
          <p:nvSpPr>
            <p:cNvPr id="29" name="Rectangle 34"/>
            <p:cNvSpPr>
              <a:spLocks noChangeArrowheads="1"/>
            </p:cNvSpPr>
            <p:nvPr/>
          </p:nvSpPr>
          <p:spPr bwMode="auto">
            <a:xfrm>
              <a:off x="2613" y="2569"/>
              <a:ext cx="210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3200">
                  <a:latin typeface="Times New Roman" pitchFamily="18" charset="0"/>
                  <a:cs typeface="Times New Roman" pitchFamily="18" charset="0"/>
                </a:rPr>
                <a:t>..</a:t>
              </a:r>
            </a:p>
          </p:txBody>
        </p:sp>
        <p:sp>
          <p:nvSpPr>
            <p:cNvPr id="30" name="Rectangle 35"/>
            <p:cNvSpPr>
              <a:spLocks noChangeArrowheads="1"/>
            </p:cNvSpPr>
            <p:nvPr/>
          </p:nvSpPr>
          <p:spPr bwMode="auto">
            <a:xfrm>
              <a:off x="988" y="2089"/>
              <a:ext cx="711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32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zh-CN" altLang="en-US" sz="3200">
                  <a:latin typeface="Times New Roman" pitchFamily="18" charset="0"/>
                  <a:cs typeface="Times New Roman" pitchFamily="18" charset="0"/>
                </a:rPr>
                <a:t>常量</a:t>
              </a:r>
              <a:r>
                <a:rPr lang="en-US" altLang="zh-CN" sz="32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31" name="Rectangle 36"/>
            <p:cNvSpPr>
              <a:spLocks noChangeArrowheads="1"/>
            </p:cNvSpPr>
            <p:nvPr/>
          </p:nvSpPr>
          <p:spPr bwMode="auto">
            <a:xfrm>
              <a:off x="2016" y="2089"/>
              <a:ext cx="711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32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zh-CN" altLang="en-US" sz="3200">
                  <a:latin typeface="Times New Roman" pitchFamily="18" charset="0"/>
                  <a:cs typeface="Times New Roman" pitchFamily="18" charset="0"/>
                </a:rPr>
                <a:t>常量</a:t>
              </a:r>
              <a:r>
                <a:rPr lang="en-US" altLang="zh-CN" sz="320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sp>
          <p:nvSpPr>
            <p:cNvPr id="32" name="Rectangle 37"/>
            <p:cNvSpPr>
              <a:spLocks noChangeArrowheads="1"/>
            </p:cNvSpPr>
            <p:nvPr/>
          </p:nvSpPr>
          <p:spPr bwMode="auto">
            <a:xfrm>
              <a:off x="3144" y="2089"/>
              <a:ext cx="711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32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zh-CN" altLang="en-US" sz="3200">
                  <a:latin typeface="Times New Roman" pitchFamily="18" charset="0"/>
                  <a:cs typeface="Times New Roman" pitchFamily="18" charset="0"/>
                </a:rPr>
                <a:t>常量</a:t>
              </a:r>
              <a:r>
                <a:rPr lang="en-US" altLang="zh-CN" sz="3200">
                  <a:latin typeface="Times New Roman" pitchFamily="18" charset="0"/>
                  <a:cs typeface="Times New Roman" pitchFamily="18" charset="0"/>
                </a:rPr>
                <a:t>n</a:t>
              </a: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A8F134D1-093B-4031-8B26-27E75248A1F5}"/>
              </a:ext>
            </a:extLst>
          </p:cNvPr>
          <p:cNvSpPr txBox="1">
            <a:spLocks noChangeArrowheads="1"/>
          </p:cNvSpPr>
          <p:nvPr/>
        </p:nvSpPr>
        <p:spPr>
          <a:xfrm>
            <a:off x="785525" y="22034"/>
            <a:ext cx="2200047" cy="625957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02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75" y="263752"/>
            <a:ext cx="8858250" cy="762000"/>
          </a:xfrm>
          <a:effectLst/>
        </p:spPr>
        <p:txBody>
          <a:bodyPr anchor="ctr"/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4.5.2  switch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语句</a:t>
            </a:r>
          </a:p>
        </p:txBody>
      </p:sp>
      <p:sp>
        <p:nvSpPr>
          <p:cNvPr id="6" name="Text Box 67"/>
          <p:cNvSpPr txBox="1">
            <a:spLocks noChangeArrowheads="1"/>
          </p:cNvSpPr>
          <p:nvPr/>
        </p:nvSpPr>
        <p:spPr bwMode="auto">
          <a:xfrm>
            <a:off x="6407224" y="1025959"/>
            <a:ext cx="3505200" cy="496597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36000" bIns="90000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switch(ch)</a:t>
            </a:r>
          </a:p>
          <a:p>
            <a:pPr>
              <a:lnSpc>
                <a:spcPct val="95000"/>
              </a:lnSpc>
            </a:pP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{  case '+':  </a:t>
            </a:r>
          </a:p>
          <a:p>
            <a:pPr>
              <a:lnSpc>
                <a:spcPct val="95000"/>
              </a:lnSpc>
            </a:pP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       printf("+");</a:t>
            </a:r>
          </a:p>
          <a:p>
            <a:pPr>
              <a:lnSpc>
                <a:spcPct val="95000"/>
              </a:lnSpc>
            </a:pP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       break;</a:t>
            </a:r>
          </a:p>
          <a:p>
            <a:pPr>
              <a:lnSpc>
                <a:spcPct val="95000"/>
              </a:lnSpc>
            </a:pP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    case '-' :  </a:t>
            </a:r>
          </a:p>
          <a:p>
            <a:pPr>
              <a:lnSpc>
                <a:spcPct val="95000"/>
              </a:lnSpc>
            </a:pP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       printf("-");</a:t>
            </a:r>
          </a:p>
          <a:p>
            <a:pPr>
              <a:lnSpc>
                <a:spcPct val="95000"/>
              </a:lnSpc>
            </a:pP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       break;</a:t>
            </a:r>
          </a:p>
          <a:p>
            <a:pPr>
              <a:lnSpc>
                <a:spcPct val="95000"/>
              </a:lnSpc>
            </a:pPr>
            <a:r>
              <a:rPr lang="zh-CN" altLang="en-US">
                <a:latin typeface="Times New Roman" pitchFamily="18" charset="0"/>
                <a:ea typeface="+mn-ea"/>
                <a:cs typeface="Times New Roman" pitchFamily="18" charset="0"/>
              </a:rPr>
              <a:t>　</a:t>
            </a: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default:    </a:t>
            </a:r>
          </a:p>
          <a:p>
            <a:pPr>
              <a:lnSpc>
                <a:spcPct val="95000"/>
              </a:lnSpc>
            </a:pP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       printf("w");</a:t>
            </a:r>
          </a:p>
          <a:p>
            <a:pPr>
              <a:lnSpc>
                <a:spcPct val="95000"/>
              </a:lnSpc>
            </a:pPr>
            <a:r>
              <a:rPr lang="en-US" altLang="zh-CN">
                <a:latin typeface="Times New Roman" pitchFamily="18" charset="0"/>
                <a:ea typeface="+mn-ea"/>
                <a:cs typeface="Times New Roman" pitchFamily="18" charset="0"/>
              </a:rPr>
              <a:t>} </a:t>
            </a:r>
          </a:p>
        </p:txBody>
      </p:sp>
      <p:sp>
        <p:nvSpPr>
          <p:cNvPr id="7" name="Text Box 64"/>
          <p:cNvSpPr txBox="1">
            <a:spLocks noChangeArrowheads="1"/>
          </p:cNvSpPr>
          <p:nvPr/>
        </p:nvSpPr>
        <p:spPr bwMode="auto">
          <a:xfrm>
            <a:off x="2279724" y="1025962"/>
            <a:ext cx="3924300" cy="496597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36000" bIns="90000"/>
          <a:lstStyle>
            <a:lvl1pPr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23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just">
              <a:lnSpc>
                <a:spcPct val="90000"/>
              </a:lnSpc>
              <a:spcBef>
                <a:spcPct val="5000"/>
              </a:spcBef>
            </a:pPr>
            <a:r>
              <a:rPr lang="en-US" altLang="zh-CN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switch(</a:t>
            </a:r>
            <a:r>
              <a:rPr lang="zh-CN" altLang="en-US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表达式</a:t>
            </a:r>
            <a:r>
              <a:rPr lang="en-US" altLang="zh-CN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</a:p>
          <a:p>
            <a:pPr algn="just">
              <a:lnSpc>
                <a:spcPct val="90000"/>
              </a:lnSpc>
            </a:pPr>
            <a:r>
              <a:rPr lang="en-US" altLang="zh-CN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{  case </a:t>
            </a:r>
            <a:r>
              <a:rPr lang="zh-CN" altLang="en-US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常量表达式</a:t>
            </a:r>
            <a:r>
              <a:rPr lang="en-US" altLang="zh-CN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1: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    </a:t>
            </a:r>
            <a:r>
              <a:rPr lang="zh-CN" altLang="en-US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语句组</a:t>
            </a:r>
            <a:r>
              <a:rPr lang="en-US" altLang="zh-CN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zh-CN" altLang="en-US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　　　　　　        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    </a:t>
            </a:r>
            <a:r>
              <a:rPr lang="en-US" altLang="zh-CN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break;</a:t>
            </a:r>
          </a:p>
          <a:p>
            <a:pPr algn="just">
              <a:lnSpc>
                <a:spcPct val="90000"/>
              </a:lnSpc>
            </a:pPr>
            <a:r>
              <a:rPr lang="en-US" altLang="zh-CN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case </a:t>
            </a:r>
            <a:r>
              <a:rPr lang="zh-CN" altLang="en-US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常量表达式</a:t>
            </a:r>
            <a:r>
              <a:rPr lang="en-US" altLang="zh-CN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2:</a:t>
            </a:r>
          </a:p>
          <a:p>
            <a:pPr algn="just">
              <a:lnSpc>
                <a:spcPct val="90000"/>
              </a:lnSpc>
            </a:pPr>
            <a:r>
              <a:rPr lang="en-US" altLang="zh-CN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    </a:t>
            </a:r>
            <a:r>
              <a:rPr lang="zh-CN" altLang="en-US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语句组</a:t>
            </a:r>
            <a:r>
              <a:rPr lang="en-US" altLang="zh-CN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</a:t>
            </a:r>
          </a:p>
          <a:p>
            <a:pPr algn="just">
              <a:lnSpc>
                <a:spcPct val="90000"/>
              </a:lnSpc>
            </a:pPr>
            <a:r>
              <a:rPr lang="en-US" altLang="zh-CN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    break;</a:t>
            </a:r>
          </a:p>
          <a:p>
            <a:pPr algn="just">
              <a:lnSpc>
                <a:spcPct val="90000"/>
              </a:lnSpc>
            </a:pPr>
            <a:r>
              <a:rPr lang="en-US" altLang="zh-CN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    …</a:t>
            </a:r>
          </a:p>
          <a:p>
            <a:pPr algn="just">
              <a:lnSpc>
                <a:spcPct val="90000"/>
              </a:lnSpc>
            </a:pPr>
            <a:r>
              <a:rPr lang="en-US" altLang="zh-CN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default:</a:t>
            </a:r>
          </a:p>
          <a:p>
            <a:pPr algn="just">
              <a:lnSpc>
                <a:spcPct val="90000"/>
              </a:lnSpc>
            </a:pPr>
            <a:r>
              <a:rPr lang="zh-CN" altLang="en-US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　　缺省语句组</a:t>
            </a:r>
          </a:p>
          <a:p>
            <a:pPr algn="just">
              <a:lnSpc>
                <a:spcPct val="90000"/>
              </a:lnSpc>
            </a:pPr>
            <a:r>
              <a:rPr lang="en-US" altLang="zh-CN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}</a:t>
            </a:r>
          </a:p>
        </p:txBody>
      </p:sp>
      <p:grpSp>
        <p:nvGrpSpPr>
          <p:cNvPr id="8" name="Group 70"/>
          <p:cNvGrpSpPr>
            <a:grpSpLocks/>
          </p:cNvGrpSpPr>
          <p:nvPr/>
        </p:nvGrpSpPr>
        <p:grpSpPr bwMode="auto">
          <a:xfrm>
            <a:off x="2279724" y="1395708"/>
            <a:ext cx="360362" cy="4546934"/>
            <a:chOff x="482" y="1153"/>
            <a:chExt cx="227" cy="2767"/>
          </a:xfrm>
        </p:grpSpPr>
        <p:sp>
          <p:nvSpPr>
            <p:cNvPr id="9" name="Rectangle 68"/>
            <p:cNvSpPr>
              <a:spLocks noChangeArrowheads="1"/>
            </p:cNvSpPr>
            <p:nvPr/>
          </p:nvSpPr>
          <p:spPr bwMode="auto">
            <a:xfrm>
              <a:off x="482" y="1153"/>
              <a:ext cx="227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en-US" altLang="zh-CN" sz="3200" dirty="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</a:rPr>
                <a:t>{</a:t>
              </a:r>
            </a:p>
          </p:txBody>
        </p:sp>
        <p:sp>
          <p:nvSpPr>
            <p:cNvPr id="10" name="Rectangle 69"/>
            <p:cNvSpPr>
              <a:spLocks noChangeArrowheads="1"/>
            </p:cNvSpPr>
            <p:nvPr/>
          </p:nvSpPr>
          <p:spPr bwMode="auto">
            <a:xfrm>
              <a:off x="482" y="3563"/>
              <a:ext cx="215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en-US" altLang="zh-CN" sz="3200" dirty="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</a:rPr>
                <a:t>}</a:t>
              </a:r>
            </a:p>
          </p:txBody>
        </p:sp>
      </p:grpSp>
      <p:grpSp>
        <p:nvGrpSpPr>
          <p:cNvPr id="11" name="Group 74"/>
          <p:cNvGrpSpPr>
            <a:grpSpLocks/>
          </p:cNvGrpSpPr>
          <p:nvPr/>
        </p:nvGrpSpPr>
        <p:grpSpPr bwMode="auto">
          <a:xfrm>
            <a:off x="6405642" y="1444048"/>
            <a:ext cx="387351" cy="4311332"/>
            <a:chOff x="3024" y="1165"/>
            <a:chExt cx="244" cy="2766"/>
          </a:xfrm>
        </p:grpSpPr>
        <p:sp>
          <p:nvSpPr>
            <p:cNvPr id="12" name="Rectangle 71"/>
            <p:cNvSpPr>
              <a:spLocks noChangeArrowheads="1"/>
            </p:cNvSpPr>
            <p:nvPr/>
          </p:nvSpPr>
          <p:spPr bwMode="auto">
            <a:xfrm>
              <a:off x="3024" y="1165"/>
              <a:ext cx="244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3200" dirty="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</a:rPr>
                <a:t>{</a:t>
              </a:r>
            </a:p>
          </p:txBody>
        </p:sp>
        <p:sp>
          <p:nvSpPr>
            <p:cNvPr id="13" name="Rectangle 72"/>
            <p:cNvSpPr>
              <a:spLocks noChangeArrowheads="1"/>
            </p:cNvSpPr>
            <p:nvPr/>
          </p:nvSpPr>
          <p:spPr bwMode="auto">
            <a:xfrm>
              <a:off x="3026" y="3554"/>
              <a:ext cx="215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en-US" altLang="zh-CN" sz="3200" dirty="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</a:rPr>
                <a:t>}</a:t>
              </a:r>
            </a:p>
          </p:txBody>
        </p: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CA7A5963-EE86-4F8D-952A-EDFF3D1F24DE}"/>
              </a:ext>
            </a:extLst>
          </p:cNvPr>
          <p:cNvSpPr txBox="1">
            <a:spLocks noChangeArrowheads="1"/>
          </p:cNvSpPr>
          <p:nvPr/>
        </p:nvSpPr>
        <p:spPr>
          <a:xfrm>
            <a:off x="785525" y="22034"/>
            <a:ext cx="2200047" cy="625957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419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7" grpId="0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93661" y="990603"/>
            <a:ext cx="9314039" cy="49251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重要说明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  常量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、常量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、常量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必须互不相同</a:t>
            </a:r>
            <a:endParaRPr lang="en-US" altLang="zh-CN" sz="32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  常量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、常量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通常为整型或字符型</a:t>
            </a:r>
            <a:endParaRPr lang="en-US" altLang="zh-CN" sz="32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  case 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与常量之间用空格隔开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  case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后可包含多个可执行语句</a:t>
            </a:r>
            <a:endParaRPr lang="en-US" altLang="zh-CN" sz="32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  多个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可共用一组执行语句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75" y="339952"/>
            <a:ext cx="8858250" cy="762000"/>
          </a:xfrm>
          <a:effectLst/>
        </p:spPr>
        <p:txBody>
          <a:bodyPr anchor="ctr"/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4.5.2  switch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语句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BBBD57E-9A26-400B-B2A5-EBF434B14BDF}"/>
              </a:ext>
            </a:extLst>
          </p:cNvPr>
          <p:cNvSpPr txBox="1">
            <a:spLocks noChangeArrowheads="1"/>
          </p:cNvSpPr>
          <p:nvPr/>
        </p:nvSpPr>
        <p:spPr>
          <a:xfrm>
            <a:off x="785525" y="22034"/>
            <a:ext cx="2200047" cy="625957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Chapter  4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092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1084491" y="32658"/>
            <a:ext cx="1702254" cy="666070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案 例</a:t>
            </a:r>
          </a:p>
        </p:txBody>
      </p:sp>
      <p:pic>
        <p:nvPicPr>
          <p:cNvPr id="3" name="Picture 3" descr="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900" y="914400"/>
            <a:ext cx="7861300" cy="5022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81014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944790" y="32658"/>
            <a:ext cx="2052409" cy="666070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switch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语句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275180"/>
              </p:ext>
            </p:extLst>
          </p:nvPr>
        </p:nvGraphicFramePr>
        <p:xfrm>
          <a:off x="2235200" y="964794"/>
          <a:ext cx="7556500" cy="4976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7" name="位图图像" r:id="rId3" imgW="5649114" imgH="2591162" progId="PBrush">
                  <p:embed/>
                </p:oleObj>
              </mc:Choice>
              <mc:Fallback>
                <p:oleObj name="位图图像" r:id="rId3" imgW="5649114" imgH="2591162" progId="PBrush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964794"/>
                        <a:ext cx="7556500" cy="49760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4969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 txBox="1">
            <a:spLocks/>
          </p:cNvSpPr>
          <p:nvPr/>
        </p:nvSpPr>
        <p:spPr>
          <a:xfrm>
            <a:off x="1762125" y="6478588"/>
            <a:ext cx="2289175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7ED4B0E-3CBA-4F32-8C03-DC778F7C4A80}" type="datetime1">
              <a:rPr lang="zh-CN" altLang="en-US" smtClean="0"/>
              <a:pPr>
                <a:defRPr/>
              </a:pPr>
              <a:t>2023/10/25</a:t>
            </a:fld>
            <a:endParaRPr lang="en-US" altLang="zh-CN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275" y="2636838"/>
            <a:ext cx="9104313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575" y="15875"/>
            <a:ext cx="9117013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988" y="6189663"/>
            <a:ext cx="911701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5274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1084491" y="32658"/>
            <a:ext cx="1702254" cy="666070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运行结果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6966171"/>
              </p:ext>
            </p:extLst>
          </p:nvPr>
        </p:nvGraphicFramePr>
        <p:xfrm>
          <a:off x="2405745" y="971550"/>
          <a:ext cx="7258050" cy="4722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9" name="位图图像" r:id="rId3" imgW="1438095" imgH="743054" progId="PBrush">
                  <p:embed/>
                </p:oleObj>
              </mc:Choice>
              <mc:Fallback>
                <p:oleObj name="位图图像" r:id="rId3" imgW="1438095" imgH="743054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745" y="971550"/>
                        <a:ext cx="7258050" cy="47227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5285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1084491" y="32658"/>
            <a:ext cx="1702254" cy="666070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break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84490" y="1303635"/>
            <a:ext cx="10383609" cy="2898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break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语句是中断语句，常与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语句配合使用，</a:t>
            </a:r>
            <a:r>
              <a:rPr lang="zh-CN" altLang="en-US" sz="3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程序执行到</a:t>
            </a:r>
            <a:r>
              <a:rPr lang="en-US" altLang="zh-CN" sz="3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zh-CN" altLang="en-US" sz="3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语句时，跳出</a:t>
            </a:r>
            <a:r>
              <a:rPr lang="en-US" altLang="zh-CN" sz="3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zh-CN" altLang="en-US" sz="3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语句体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defRPr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用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改写上面的程序：</a:t>
            </a:r>
          </a:p>
        </p:txBody>
      </p:sp>
      <p:sp>
        <p:nvSpPr>
          <p:cNvPr id="3" name="矩形 2"/>
          <p:cNvSpPr/>
          <p:nvPr/>
        </p:nvSpPr>
        <p:spPr>
          <a:xfrm>
            <a:off x="2730500" y="439062"/>
            <a:ext cx="69723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switch</a:t>
            </a:r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配合使用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050188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911051"/>
              </p:ext>
            </p:extLst>
          </p:nvPr>
        </p:nvGraphicFramePr>
        <p:xfrm>
          <a:off x="1506538" y="5697538"/>
          <a:ext cx="9096375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2" name="位图图像" r:id="rId3" imgW="1324160" imgH="237969" progId="Paint.Picture">
                  <p:embed/>
                </p:oleObj>
              </mc:Choice>
              <mc:Fallback>
                <p:oleObj name="位图图像" r:id="rId3" imgW="1324160" imgH="237969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538" y="5697538"/>
                        <a:ext cx="9096375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603375" y="5181600"/>
            <a:ext cx="1981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运行结果：</a:t>
            </a:r>
          </a:p>
        </p:txBody>
      </p:sp>
      <p:grpSp>
        <p:nvGrpSpPr>
          <p:cNvPr id="5" name="Group 9"/>
          <p:cNvGrpSpPr>
            <a:grpSpLocks/>
          </p:cNvGrpSpPr>
          <p:nvPr/>
        </p:nvGrpSpPr>
        <p:grpSpPr bwMode="auto">
          <a:xfrm>
            <a:off x="1460500" y="0"/>
            <a:ext cx="9144000" cy="5229225"/>
            <a:chOff x="0" y="0"/>
            <a:chExt cx="5760" cy="3072"/>
          </a:xfrm>
        </p:grpSpPr>
        <p:graphicFrame>
          <p:nvGraphicFramePr>
            <p:cNvPr id="6" name="Object 3"/>
            <p:cNvGraphicFramePr>
              <a:graphicFrameLocks noChangeAspect="1"/>
            </p:cNvGraphicFramePr>
            <p:nvPr/>
          </p:nvGraphicFramePr>
          <p:xfrm>
            <a:off x="0" y="0"/>
            <a:ext cx="5760" cy="30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53" name="位图图像" r:id="rId5" imgW="3228571" imgH="1486107" progId="Paint.Picture">
                    <p:embed/>
                  </p:oleObj>
                </mc:Choice>
                <mc:Fallback>
                  <p:oleObj name="位图图像" r:id="rId5" imgW="3228571" imgH="1486107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5760" cy="30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FF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4837" y="1654"/>
              <a:ext cx="864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4741" y="1883"/>
              <a:ext cx="816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4704" y="2138"/>
              <a:ext cx="864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4453" y="2363"/>
              <a:ext cx="864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2269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084491" y="32658"/>
            <a:ext cx="1702254" cy="666070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案 例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132137" y="295276"/>
            <a:ext cx="86407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从键盘输入一个分数，使用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语句判断是否及格。</a:t>
            </a:r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308724"/>
              </p:ext>
            </p:extLst>
          </p:nvPr>
        </p:nvGraphicFramePr>
        <p:xfrm>
          <a:off x="1282700" y="965200"/>
          <a:ext cx="9608964" cy="486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3" name="位图图像" r:id="rId3" imgW="3924848" imgH="2066667" progId="Paint.Picture">
                  <p:embed/>
                </p:oleObj>
              </mc:Choice>
              <mc:Fallback>
                <p:oleObj name="位图图像" r:id="rId3" imgW="3924848" imgH="2066667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965200"/>
                        <a:ext cx="9608964" cy="486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0668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-279400"/>
            <a:ext cx="0" cy="0"/>
          </a:xfrm>
        </p:spPr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381954" name="Rectangle 2"/>
          <p:cNvSpPr>
            <a:spLocks noChangeArrowheads="1"/>
          </p:cNvSpPr>
          <p:nvPr/>
        </p:nvSpPr>
        <p:spPr bwMode="auto">
          <a:xfrm>
            <a:off x="1197429" y="1053645"/>
            <a:ext cx="10069285" cy="1914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问题描述：</a:t>
            </a:r>
            <a:r>
              <a:rPr lang="zh-CN" altLang="en-US" sz="3200" dirty="0"/>
              <a:t>编写程序，从键盘输入一个三位数，然后判断该数字是否为水仙花数，如果是，则打印出该数。</a:t>
            </a:r>
          </a:p>
        </p:txBody>
      </p:sp>
      <p:sp>
        <p:nvSpPr>
          <p:cNvPr id="2" name="矩形 1"/>
          <p:cNvSpPr/>
          <p:nvPr/>
        </p:nvSpPr>
        <p:spPr>
          <a:xfrm>
            <a:off x="1242121" y="3273029"/>
            <a:ext cx="885698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水仙花数：</a:t>
            </a:r>
            <a:r>
              <a:rPr lang="zh-CN" altLang="en-US" sz="3000" b="1" dirty="0"/>
              <a:t>一个三位数等于其各组成数字的立方和。</a:t>
            </a:r>
            <a:endParaRPr lang="en-US" altLang="zh-CN" sz="3000" b="1" dirty="0"/>
          </a:p>
          <a:p>
            <a:pPr>
              <a:lnSpc>
                <a:spcPct val="200000"/>
              </a:lnSpc>
            </a:pPr>
            <a:r>
              <a:rPr lang="zh-CN" altLang="en-US" sz="3000" b="1" dirty="0"/>
              <a:t>例：</a:t>
            </a:r>
            <a:r>
              <a:rPr lang="en-US" altLang="zh-CN" sz="3000" b="1" dirty="0"/>
              <a:t>153=1</a:t>
            </a:r>
            <a:r>
              <a:rPr lang="en-US" altLang="zh-CN" sz="3000" b="1" baseline="30000" dirty="0"/>
              <a:t>3</a:t>
            </a:r>
            <a:r>
              <a:rPr lang="en-US" altLang="zh-CN" sz="3000" b="1" dirty="0"/>
              <a:t>+5</a:t>
            </a:r>
            <a:r>
              <a:rPr lang="en-US" altLang="zh-CN" sz="3000" b="1" baseline="30000" dirty="0"/>
              <a:t>3</a:t>
            </a:r>
            <a:r>
              <a:rPr lang="en-US" altLang="zh-CN" sz="3000" b="1" dirty="0"/>
              <a:t>+3</a:t>
            </a:r>
            <a:r>
              <a:rPr lang="en-US" altLang="zh-CN" sz="3000" b="1" baseline="30000" dirty="0"/>
              <a:t>3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70A3339-2754-468B-92E3-36F8D1BB2533}"/>
              </a:ext>
            </a:extLst>
          </p:cNvPr>
          <p:cNvSpPr txBox="1">
            <a:spLocks noChangeArrowheads="1"/>
          </p:cNvSpPr>
          <p:nvPr/>
        </p:nvSpPr>
        <p:spPr>
          <a:xfrm>
            <a:off x="785525" y="72834"/>
            <a:ext cx="2200047" cy="625957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案 例</a:t>
            </a:r>
          </a:p>
        </p:txBody>
      </p:sp>
    </p:spTree>
    <p:extLst>
      <p:ext uri="{BB962C8B-B14F-4D97-AF65-F5344CB8AC3E}">
        <p14:creationId xmlns:p14="http://schemas.microsoft.com/office/powerpoint/2010/main" val="372301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1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54" grpId="0" build="p" autoUpdateAnimBg="0"/>
      <p:bldP spid="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74714" y="1320147"/>
            <a:ext cx="10580900" cy="3049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问题描述：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编写程序，产生一个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到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（金额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&lt;100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）的随机红包，然后输入你猜测的红包金额，给出猜测正确、猜测过大或猜测过小的提示。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70A3339-2754-468B-92E3-36F8D1BB2533}"/>
              </a:ext>
            </a:extLst>
          </p:cNvPr>
          <p:cNvSpPr txBox="1">
            <a:spLocks noChangeArrowheads="1"/>
          </p:cNvSpPr>
          <p:nvPr/>
        </p:nvSpPr>
        <p:spPr>
          <a:xfrm>
            <a:off x="785525" y="22034"/>
            <a:ext cx="2200047" cy="625957"/>
          </a:xfrm>
          <a:effectLst/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案 例</a:t>
            </a:r>
          </a:p>
        </p:txBody>
      </p:sp>
    </p:spTree>
    <p:extLst>
      <p:ext uri="{BB962C8B-B14F-4D97-AF65-F5344CB8AC3E}">
        <p14:creationId xmlns:p14="http://schemas.microsoft.com/office/powerpoint/2010/main" val="118694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1084491" y="32658"/>
            <a:ext cx="1702254" cy="666070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知识补充</a:t>
            </a:r>
          </a:p>
        </p:txBody>
      </p:sp>
      <p:sp>
        <p:nvSpPr>
          <p:cNvPr id="2" name="矩形 1"/>
          <p:cNvSpPr/>
          <p:nvPr/>
        </p:nvSpPr>
        <p:spPr>
          <a:xfrm>
            <a:off x="1084491" y="1136261"/>
            <a:ext cx="9113609" cy="3882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rand( )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20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rand(  )%m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：产生一个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m-1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的随机数</a:t>
            </a:r>
            <a:endParaRPr lang="en-US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32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srand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(seed)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20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、编写程序</a:t>
            </a:r>
            <a:endParaRPr lang="zh-CN" altLang="zh-CN" sz="3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34634" y="234434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随机函数</a:t>
            </a:r>
            <a:endParaRPr lang="zh-CN" alt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3670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11400" y="153244"/>
            <a:ext cx="7391400" cy="6578724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stdlib.h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time.h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main(  )</a:t>
            </a: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money,guess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srand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((unsigned)time(NULL));</a:t>
            </a: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money=rand( )%100;</a:t>
            </a: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请输入你的猜测：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d",&amp;guess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(money==guess)</a:t>
            </a: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猜测正确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\n");</a:t>
            </a: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(money&lt;guess)</a:t>
            </a: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猜测过大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\n");</a:t>
            </a: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猜测过小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\n");</a:t>
            </a: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红包金额为：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d",money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  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04051" y="1701055"/>
            <a:ext cx="3465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en-US" sz="3200" dirty="0"/>
          </a:p>
        </p:txBody>
      </p:sp>
      <p:sp>
        <p:nvSpPr>
          <p:cNvPr id="4" name="矩形 3"/>
          <p:cNvSpPr/>
          <p:nvPr/>
        </p:nvSpPr>
        <p:spPr>
          <a:xfrm>
            <a:off x="7796953" y="6121148"/>
            <a:ext cx="3465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7436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084491" y="32658"/>
            <a:ext cx="1702254" cy="666070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案 例</a:t>
            </a:r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343182" y="1905001"/>
            <a:ext cx="4072369" cy="2359025"/>
            <a:chOff x="379" y="981"/>
            <a:chExt cx="2365" cy="1486"/>
          </a:xfrm>
        </p:grpSpPr>
        <p:sp>
          <p:nvSpPr>
            <p:cNvPr id="4" name="Text Box 24"/>
            <p:cNvSpPr txBox="1">
              <a:spLocks noChangeArrowheads="1"/>
            </p:cNvSpPr>
            <p:nvPr/>
          </p:nvSpPr>
          <p:spPr bwMode="auto">
            <a:xfrm>
              <a:off x="379" y="1585"/>
              <a:ext cx="36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v"/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itchFamily="2" charset="2"/>
                <a:buChar char=""/>
                <a:defRPr sz="2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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y=</a:t>
              </a:r>
            </a:p>
          </p:txBody>
        </p:sp>
        <p:sp>
          <p:nvSpPr>
            <p:cNvPr id="5" name="AutoShape 25"/>
            <p:cNvSpPr>
              <a:spLocks/>
            </p:cNvSpPr>
            <p:nvPr/>
          </p:nvSpPr>
          <p:spPr bwMode="auto">
            <a:xfrm>
              <a:off x="884" y="1117"/>
              <a:ext cx="46" cy="1180"/>
            </a:xfrm>
            <a:prstGeom prst="leftBrace">
              <a:avLst>
                <a:gd name="adj1" fmla="val 213768"/>
                <a:gd name="adj2" fmla="val 50000"/>
              </a:avLst>
            </a:prstGeom>
            <a:noFill/>
            <a:ln w="38100">
              <a:solidFill>
                <a:srgbClr val="6BF50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v"/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itchFamily="2" charset="2"/>
                <a:buChar char=""/>
                <a:defRPr sz="2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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Text Box 26"/>
            <p:cNvSpPr txBox="1">
              <a:spLocks noChangeArrowheads="1"/>
            </p:cNvSpPr>
            <p:nvPr/>
          </p:nvSpPr>
          <p:spPr bwMode="auto">
            <a:xfrm>
              <a:off x="976" y="981"/>
              <a:ext cx="176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v"/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itchFamily="2" charset="2"/>
                <a:buChar char=""/>
                <a:defRPr sz="2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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8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            0&lt;=x&lt;1</a:t>
              </a:r>
            </a:p>
          </p:txBody>
        </p:sp>
        <p:sp>
          <p:nvSpPr>
            <p:cNvPr id="7" name="Text Box 27"/>
            <p:cNvSpPr txBox="1">
              <a:spLocks noChangeArrowheads="1"/>
            </p:cNvSpPr>
            <p:nvPr/>
          </p:nvSpPr>
          <p:spPr bwMode="auto">
            <a:xfrm>
              <a:off x="975" y="1357"/>
              <a:ext cx="172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v"/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itchFamily="2" charset="2"/>
                <a:buChar char=""/>
                <a:defRPr sz="2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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8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-5           1&lt;=x&lt;2</a:t>
              </a:r>
            </a:p>
          </p:txBody>
        </p:sp>
        <p:sp>
          <p:nvSpPr>
            <p:cNvPr id="8" name="Text Box 28"/>
            <p:cNvSpPr txBox="1">
              <a:spLocks noChangeArrowheads="1"/>
            </p:cNvSpPr>
            <p:nvPr/>
          </p:nvSpPr>
          <p:spPr bwMode="auto">
            <a:xfrm>
              <a:off x="975" y="1758"/>
              <a:ext cx="172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v"/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itchFamily="2" charset="2"/>
                <a:buChar char=""/>
                <a:defRPr sz="2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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8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-2x-1      2&lt;=x&lt;3</a:t>
              </a:r>
            </a:p>
          </p:txBody>
        </p:sp>
        <p:sp>
          <p:nvSpPr>
            <p:cNvPr id="9" name="Text Box 29"/>
            <p:cNvSpPr txBox="1">
              <a:spLocks noChangeArrowheads="1"/>
            </p:cNvSpPr>
            <p:nvPr/>
          </p:nvSpPr>
          <p:spPr bwMode="auto">
            <a:xfrm>
              <a:off x="975" y="2137"/>
              <a:ext cx="172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itchFamily="2" charset="2"/>
                <a:buChar char="v"/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itchFamily="2" charset="2"/>
                <a:buChar char=""/>
                <a:defRPr sz="2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itchFamily="2" charset="2"/>
                <a:buChar char="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itchFamily="2" charset="2"/>
                <a:buChar char="v"/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8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+6x-18   3&lt;=x&lt;4</a:t>
              </a:r>
            </a:p>
          </p:txBody>
        </p:sp>
      </p:grpSp>
      <p:sp>
        <p:nvSpPr>
          <p:cNvPr id="10" name="Text Box 22"/>
          <p:cNvSpPr txBox="1">
            <a:spLocks noChangeArrowheads="1"/>
          </p:cNvSpPr>
          <p:nvPr/>
        </p:nvSpPr>
        <p:spPr bwMode="auto">
          <a:xfrm>
            <a:off x="3136900" y="591868"/>
            <a:ext cx="81407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用</a:t>
            </a:r>
            <a:r>
              <a:rPr kumimoji="0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switch</a:t>
            </a:r>
            <a:r>
              <a:rPr kumimoji="0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语句编写程序实现下面的函数计算。</a:t>
            </a:r>
          </a:p>
        </p:txBody>
      </p:sp>
      <p:sp>
        <p:nvSpPr>
          <p:cNvPr id="11" name="Text Box 40"/>
          <p:cNvSpPr txBox="1">
            <a:spLocks noChangeArrowheads="1"/>
          </p:cNvSpPr>
          <p:nvPr/>
        </p:nvSpPr>
        <p:spPr bwMode="auto">
          <a:xfrm>
            <a:off x="4876800" y="1179513"/>
            <a:ext cx="3721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#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incldue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stdio.h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12" name="Text Box 41"/>
          <p:cNvSpPr txBox="1">
            <a:spLocks noChangeArrowheads="1"/>
          </p:cNvSpPr>
          <p:nvPr/>
        </p:nvSpPr>
        <p:spPr bwMode="auto">
          <a:xfrm>
            <a:off x="4914900" y="1603375"/>
            <a:ext cx="259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void main( )</a:t>
            </a:r>
          </a:p>
        </p:txBody>
      </p:sp>
      <p:sp>
        <p:nvSpPr>
          <p:cNvPr id="13" name="Text Box 42"/>
          <p:cNvSpPr txBox="1">
            <a:spLocks noChangeArrowheads="1"/>
          </p:cNvSpPr>
          <p:nvPr/>
        </p:nvSpPr>
        <p:spPr bwMode="auto">
          <a:xfrm>
            <a:off x="5249863" y="2047875"/>
            <a:ext cx="259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D9251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float 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x,y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4" name="Text Box 43"/>
          <p:cNvSpPr txBox="1">
            <a:spLocks noChangeArrowheads="1"/>
          </p:cNvSpPr>
          <p:nvPr/>
        </p:nvSpPr>
        <p:spPr bwMode="auto">
          <a:xfrm>
            <a:off x="5503862" y="2471738"/>
            <a:ext cx="37163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scanf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(“%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f”,&amp;x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15" name="Text Box 44"/>
          <p:cNvSpPr txBox="1">
            <a:spLocks noChangeArrowheads="1"/>
          </p:cNvSpPr>
          <p:nvPr/>
        </p:nvSpPr>
        <p:spPr bwMode="auto">
          <a:xfrm>
            <a:off x="5503862" y="2832100"/>
            <a:ext cx="5951537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25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switch(</a:t>
            </a:r>
            <a:r>
              <a:rPr kumimoji="0"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x)</a:t>
            </a:r>
          </a:p>
          <a:p>
            <a:pPr eaLnBrk="1" hangingPunct="1">
              <a:spcBef>
                <a:spcPct val="25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{ case 0:y=x*x;        break;</a:t>
            </a:r>
          </a:p>
          <a:p>
            <a:pPr eaLnBrk="1" hangingPunct="1">
              <a:spcBef>
                <a:spcPct val="25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case 1:y=x*x-5;      break;</a:t>
            </a:r>
          </a:p>
          <a:p>
            <a:pPr eaLnBrk="1" hangingPunct="1">
              <a:spcBef>
                <a:spcPct val="25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case 2:y=x*x-2*x-1;  break;</a:t>
            </a:r>
          </a:p>
          <a:p>
            <a:pPr eaLnBrk="1" hangingPunct="1">
              <a:spcBef>
                <a:spcPct val="25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case 3:y=x*x+6*x-18; break;</a:t>
            </a:r>
          </a:p>
          <a:p>
            <a:pPr eaLnBrk="1" hangingPunct="1">
              <a:spcBef>
                <a:spcPct val="25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default:exit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);   }</a:t>
            </a:r>
          </a:p>
        </p:txBody>
      </p:sp>
      <p:sp>
        <p:nvSpPr>
          <p:cNvPr id="16" name="Text Box 45"/>
          <p:cNvSpPr txBox="1">
            <a:spLocks noChangeArrowheads="1"/>
          </p:cNvSpPr>
          <p:nvPr/>
        </p:nvSpPr>
        <p:spPr bwMode="auto">
          <a:xfrm>
            <a:off x="5346700" y="5531148"/>
            <a:ext cx="54229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(“x=%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f,y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=%f\n”,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x,y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); 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dirty="0">
                <a:solidFill>
                  <a:srgbClr val="D9251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916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084491" y="32658"/>
            <a:ext cx="1702254" cy="666070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案 例</a:t>
            </a:r>
          </a:p>
        </p:txBody>
      </p:sp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906918" y="867382"/>
            <a:ext cx="1019288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b="1" dirty="0">
                <a:solidFill>
                  <a:srgbClr val="000000"/>
                </a:solidFill>
                <a:latin typeface="+mn-ea"/>
                <a:ea typeface="+mn-ea"/>
              </a:rPr>
              <a:t>有下列分段函数，利用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switch</a:t>
            </a:r>
            <a:r>
              <a:rPr lang="zh-CN" altLang="zh-CN" b="1" dirty="0">
                <a:solidFill>
                  <a:srgbClr val="000000"/>
                </a:solidFill>
                <a:latin typeface="+mn-ea"/>
                <a:ea typeface="+mn-ea"/>
              </a:rPr>
              <a:t>结构实现函数值得计算。</a:t>
            </a:r>
          </a:p>
        </p:txBody>
      </p:sp>
      <p:sp>
        <p:nvSpPr>
          <p:cNvPr id="19" name="矩形 1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27584" y="2227870"/>
            <a:ext cx="7848872" cy="1861022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86686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084491" y="32658"/>
            <a:ext cx="1702254" cy="666070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代  码</a:t>
            </a:r>
          </a:p>
        </p:txBody>
      </p:sp>
      <p:sp>
        <p:nvSpPr>
          <p:cNvPr id="11" name="Text Box 40"/>
          <p:cNvSpPr txBox="1">
            <a:spLocks noChangeArrowheads="1"/>
          </p:cNvSpPr>
          <p:nvPr/>
        </p:nvSpPr>
        <p:spPr bwMode="auto">
          <a:xfrm>
            <a:off x="2380118" y="693286"/>
            <a:ext cx="7983082" cy="5740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#include&lt;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stdio.h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&gt;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main()</a:t>
            </a:r>
            <a:b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  float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flag;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请输入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x:");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f",&amp;x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flag=1*(x&lt;=3)+2*(x&gt;3&amp;&amp;x&lt;7)+3*(x&gt;=7);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switch(flag)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{ case 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y=x*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x;break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case 2:  y=3*x+7;break;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case 3:  y=4*x*x+6*x+2;           }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(“x=%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f,y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=%f”,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x,y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413" y="441892"/>
            <a:ext cx="4494495" cy="1806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412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4000">
        <p14:gallery dir="l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75593"/>
      </a:accent1>
      <a:accent2>
        <a:srgbClr val="3BB692"/>
      </a:accent2>
      <a:accent3>
        <a:srgbClr val="A1C450"/>
      </a:accent3>
      <a:accent4>
        <a:srgbClr val="EBBA31"/>
      </a:accent4>
      <a:accent5>
        <a:srgbClr val="ED7747"/>
      </a:accent5>
      <a:accent6>
        <a:srgbClr val="EC2B51"/>
      </a:accent6>
      <a:hlink>
        <a:srgbClr val="175593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175593"/>
    </a:accent1>
    <a:accent2>
      <a:srgbClr val="3BB692"/>
    </a:accent2>
    <a:accent3>
      <a:srgbClr val="A1C450"/>
    </a:accent3>
    <a:accent4>
      <a:srgbClr val="EBBA31"/>
    </a:accent4>
    <a:accent5>
      <a:srgbClr val="ED7747"/>
    </a:accent5>
    <a:accent6>
      <a:srgbClr val="EC2B51"/>
    </a:accent6>
    <a:hlink>
      <a:srgbClr val="175593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1208</TotalTime>
  <Words>4479</Words>
  <Application>Microsoft Office PowerPoint</Application>
  <PresentationFormat>宽屏</PresentationFormat>
  <Paragraphs>711</Paragraphs>
  <Slides>68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68</vt:i4>
      </vt:variant>
    </vt:vector>
  </HeadingPairs>
  <TitlesOfParts>
    <vt:vector size="84" baseType="lpstr">
      <vt:lpstr>等线</vt:lpstr>
      <vt:lpstr>方正姚体</vt:lpstr>
      <vt:lpstr>方正正中黑简体</vt:lpstr>
      <vt:lpstr>黑体</vt:lpstr>
      <vt:lpstr>楷体_GB2312</vt:lpstr>
      <vt:lpstr>隶书</vt:lpstr>
      <vt:lpstr>宋体</vt:lpstr>
      <vt:lpstr>微软雅黑</vt:lpstr>
      <vt:lpstr>Arial</vt:lpstr>
      <vt:lpstr>Calibri</vt:lpstr>
      <vt:lpstr>Symbol</vt:lpstr>
      <vt:lpstr>Times New Roman</vt:lpstr>
      <vt:lpstr>Wingdings</vt:lpstr>
      <vt:lpstr>Office 主题​​</vt:lpstr>
      <vt:lpstr>公式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Chapter  4</vt:lpstr>
      <vt:lpstr>4.2.1  关系运算</vt:lpstr>
      <vt:lpstr>练习一</vt:lpstr>
      <vt:lpstr>练习二</vt:lpstr>
      <vt:lpstr>4.2.1  关系运算</vt:lpstr>
      <vt:lpstr>4.2.2  逻辑运算</vt:lpstr>
      <vt:lpstr>4.2.2  逻辑运算</vt:lpstr>
      <vt:lpstr>4.2.2  逻辑运算</vt:lpstr>
      <vt:lpstr>练习三</vt:lpstr>
      <vt:lpstr>4.2.3  短路求值</vt:lpstr>
      <vt:lpstr>练习四</vt:lpstr>
      <vt:lpstr>PowerPoint 演示文稿</vt:lpstr>
      <vt:lpstr>Chapter  4</vt:lpstr>
      <vt:lpstr>4.3.1  if语句</vt:lpstr>
      <vt:lpstr>4.3.1  if语句</vt:lpstr>
      <vt:lpstr>4.3.2  复合语句</vt:lpstr>
      <vt:lpstr>PowerPoint 演示文稿</vt:lpstr>
      <vt:lpstr>Chapter  4</vt:lpstr>
      <vt:lpstr>票价问题的求解</vt:lpstr>
      <vt:lpstr>PowerPoint 演示文稿</vt:lpstr>
      <vt:lpstr>PowerPoint 演示文稿</vt:lpstr>
      <vt:lpstr>4.4.1  if-else语句</vt:lpstr>
      <vt:lpstr>Chapter  4</vt:lpstr>
      <vt:lpstr>4.4.1  if-ese语句</vt:lpstr>
      <vt:lpstr>4.4.2  条件运算</vt:lpstr>
      <vt:lpstr>4.4.3  if-ese嵌套</vt:lpstr>
      <vt:lpstr>4.4.4  if-ese配对</vt:lpstr>
      <vt:lpstr>PowerPoint 演示文稿</vt:lpstr>
      <vt:lpstr>案例一</vt:lpstr>
      <vt:lpstr>案例一</vt:lpstr>
      <vt:lpstr>if-ese配对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Chapter  4</vt:lpstr>
      <vt:lpstr>多分支结构举例</vt:lpstr>
      <vt:lpstr>PowerPoint 演示文稿</vt:lpstr>
      <vt:lpstr>PowerPoint 演示文稿</vt:lpstr>
      <vt:lpstr>自学内容</vt:lpstr>
      <vt:lpstr>代码实现</vt:lpstr>
      <vt:lpstr>4.5.2  switch语句</vt:lpstr>
      <vt:lpstr>4.5.2  switch语句</vt:lpstr>
      <vt:lpstr>4.5.2  switch语句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逆流的小鱼</dc:creator>
  <cp:lastModifiedBy>2216184931@qq.com</cp:lastModifiedBy>
  <cp:revision>309</cp:revision>
  <dcterms:created xsi:type="dcterms:W3CDTF">2017-05-05T01:07:46Z</dcterms:created>
  <dcterms:modified xsi:type="dcterms:W3CDTF">2023-10-25T11:37:06Z</dcterms:modified>
</cp:coreProperties>
</file>